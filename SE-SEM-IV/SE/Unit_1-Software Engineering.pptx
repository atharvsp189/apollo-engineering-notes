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330" r:id="rId19"/>
    <p:sldId id="273" r:id="rId20"/>
    <p:sldId id="274" r:id="rId21"/>
    <p:sldId id="275" r:id="rId22"/>
    <p:sldId id="276" r:id="rId23"/>
    <p:sldId id="333" r:id="rId24"/>
    <p:sldId id="277" r:id="rId25"/>
    <p:sldId id="278" r:id="rId26"/>
    <p:sldId id="279" r:id="rId27"/>
    <p:sldId id="280" r:id="rId28"/>
    <p:sldId id="281" r:id="rId29"/>
    <p:sldId id="282" r:id="rId30"/>
    <p:sldId id="284" r:id="rId31"/>
    <p:sldId id="285" r:id="rId32"/>
    <p:sldId id="286" r:id="rId33"/>
    <p:sldId id="328" r:id="rId34"/>
    <p:sldId id="288" r:id="rId35"/>
    <p:sldId id="289" r:id="rId36"/>
    <p:sldId id="290" r:id="rId37"/>
    <p:sldId id="291" r:id="rId38"/>
    <p:sldId id="292" r:id="rId39"/>
    <p:sldId id="293" r:id="rId40"/>
    <p:sldId id="331" r:id="rId41"/>
    <p:sldId id="294" r:id="rId42"/>
    <p:sldId id="329" r:id="rId43"/>
    <p:sldId id="296" r:id="rId44"/>
    <p:sldId id="297" r:id="rId45"/>
    <p:sldId id="298" r:id="rId46"/>
    <p:sldId id="299" r:id="rId47"/>
    <p:sldId id="300" r:id="rId48"/>
    <p:sldId id="301" r:id="rId49"/>
    <p:sldId id="302" r:id="rId50"/>
    <p:sldId id="303" r:id="rId51"/>
    <p:sldId id="304" r:id="rId52"/>
    <p:sldId id="335" r:id="rId53"/>
    <p:sldId id="305" r:id="rId54"/>
    <p:sldId id="307" r:id="rId55"/>
    <p:sldId id="308" r:id="rId56"/>
    <p:sldId id="309" r:id="rId57"/>
    <p:sldId id="310" r:id="rId58"/>
    <p:sldId id="336" r:id="rId59"/>
    <p:sldId id="337" r:id="rId60"/>
    <p:sldId id="311" r:id="rId61"/>
    <p:sldId id="346" r:id="rId62"/>
    <p:sldId id="338" r:id="rId63"/>
    <p:sldId id="339" r:id="rId64"/>
    <p:sldId id="340" r:id="rId65"/>
    <p:sldId id="341" r:id="rId66"/>
    <p:sldId id="342" r:id="rId67"/>
    <p:sldId id="312" r:id="rId68"/>
    <p:sldId id="313" r:id="rId69"/>
    <p:sldId id="314" r:id="rId70"/>
    <p:sldId id="315" r:id="rId71"/>
    <p:sldId id="343" r:id="rId72"/>
    <p:sldId id="316" r:id="rId73"/>
    <p:sldId id="318" r:id="rId74"/>
    <p:sldId id="344" r:id="rId75"/>
    <p:sldId id="345" r:id="rId76"/>
    <p:sldId id="319" r:id="rId77"/>
    <p:sldId id="320" r:id="rId78"/>
    <p:sldId id="322" r:id="rId79"/>
    <p:sldId id="323" r:id="rId80"/>
    <p:sldId id="324" r:id="rId81"/>
    <p:sldId id="325" r:id="rId82"/>
    <p:sldId id="326" r:id="rId83"/>
    <p:sldId id="327" r:id="rId84"/>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498" y="5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jpe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2/17/2022</a:t>
            </a:fld>
            <a:endParaRPr lang="en-US"/>
          </a:p>
        </p:txBody>
      </p:sp>
      <p:sp>
        <p:nvSpPr>
          <p:cNvPr id="6" name="Holder 6"/>
          <p:cNvSpPr>
            <a:spLocks noGrp="1"/>
          </p:cNvSpPr>
          <p:nvPr>
            <p:ph type="sldNum" sz="quarter" idx="7"/>
          </p:nvPr>
        </p:nvSpPr>
        <p:spPr/>
        <p:txBody>
          <a:bodyPr lIns="0" tIns="0" rIns="0" bIns="0"/>
          <a:lstStyle>
            <a:lvl1pPr>
              <a:defRPr sz="1200" b="0" i="0">
                <a:solidFill>
                  <a:srgbClr val="045C75"/>
                </a:solidFill>
                <a:latin typeface="Arial"/>
                <a:cs typeface="Arial"/>
              </a:defRPr>
            </a:lvl1pPr>
          </a:lstStyle>
          <a:p>
            <a:pPr marL="38100">
              <a:lnSpc>
                <a:spcPts val="1425"/>
              </a:lnSpc>
            </a:pPr>
            <a:fld id="{81D60167-4931-47E6-BA6A-407CBD079E47}" type="slidenum">
              <a:rPr dirty="0"/>
              <a:pPr marL="38100">
                <a:lnSpc>
                  <a:spcPts val="1425"/>
                </a:lnSpc>
              </a:pPr>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000" b="0" i="0">
                <a:solidFill>
                  <a:srgbClr val="04617B"/>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Book Antiqua"/>
                <a:cs typeface="Book Antiqu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2/17/2022</a:t>
            </a:fld>
            <a:endParaRPr lang="en-US"/>
          </a:p>
        </p:txBody>
      </p:sp>
      <p:sp>
        <p:nvSpPr>
          <p:cNvPr id="6" name="Holder 6"/>
          <p:cNvSpPr>
            <a:spLocks noGrp="1"/>
          </p:cNvSpPr>
          <p:nvPr>
            <p:ph type="sldNum" sz="quarter" idx="7"/>
          </p:nvPr>
        </p:nvSpPr>
        <p:spPr/>
        <p:txBody>
          <a:bodyPr lIns="0" tIns="0" rIns="0" bIns="0"/>
          <a:lstStyle>
            <a:lvl1pPr>
              <a:defRPr sz="1200" b="0" i="0">
                <a:solidFill>
                  <a:srgbClr val="045C75"/>
                </a:solidFill>
                <a:latin typeface="Arial"/>
                <a:cs typeface="Arial"/>
              </a:defRPr>
            </a:lvl1pPr>
          </a:lstStyle>
          <a:p>
            <a:pPr marL="38100">
              <a:lnSpc>
                <a:spcPts val="1425"/>
              </a:lnSpc>
            </a:pPr>
            <a:fld id="{81D60167-4931-47E6-BA6A-407CBD079E47}" type="slidenum">
              <a:rPr dirty="0"/>
              <a:pPr marL="38100">
                <a:lnSpc>
                  <a:spcPts val="1425"/>
                </a:lnSpc>
              </a:pPr>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000" b="0" i="0">
                <a:solidFill>
                  <a:srgbClr val="04617B"/>
                </a:solidFill>
                <a:latin typeface="Calibri"/>
                <a:cs typeface="Calibri"/>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2/17/2022</a:t>
            </a:fld>
            <a:endParaRPr lang="en-US"/>
          </a:p>
        </p:txBody>
      </p:sp>
      <p:sp>
        <p:nvSpPr>
          <p:cNvPr id="7" name="Holder 7"/>
          <p:cNvSpPr>
            <a:spLocks noGrp="1"/>
          </p:cNvSpPr>
          <p:nvPr>
            <p:ph type="sldNum" sz="quarter" idx="7"/>
          </p:nvPr>
        </p:nvSpPr>
        <p:spPr/>
        <p:txBody>
          <a:bodyPr lIns="0" tIns="0" rIns="0" bIns="0"/>
          <a:lstStyle>
            <a:lvl1pPr>
              <a:defRPr sz="1200" b="0" i="0">
                <a:solidFill>
                  <a:srgbClr val="045C75"/>
                </a:solidFill>
                <a:latin typeface="Arial"/>
                <a:cs typeface="Arial"/>
              </a:defRPr>
            </a:lvl1pPr>
          </a:lstStyle>
          <a:p>
            <a:pPr marL="38100">
              <a:lnSpc>
                <a:spcPts val="1425"/>
              </a:lnSpc>
            </a:pPr>
            <a:fld id="{81D60167-4931-47E6-BA6A-407CBD079E47}" type="slidenum">
              <a:rPr dirty="0"/>
              <a:pPr marL="38100">
                <a:lnSpc>
                  <a:spcPts val="1425"/>
                </a:lnSpc>
              </a:pPr>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9144000" cy="6858000"/>
          </a:xfrm>
          <a:prstGeom prst="rect">
            <a:avLst/>
          </a:prstGeom>
        </p:spPr>
      </p:pic>
      <p:pic>
        <p:nvPicPr>
          <p:cNvPr id="17" name="bg object 17"/>
          <p:cNvPicPr/>
          <p:nvPr/>
        </p:nvPicPr>
        <p:blipFill>
          <a:blip r:embed="rId3" cstate="print"/>
          <a:stretch>
            <a:fillRect/>
          </a:stretch>
        </p:blipFill>
        <p:spPr>
          <a:xfrm>
            <a:off x="0" y="0"/>
            <a:ext cx="9144000" cy="1028235"/>
          </a:xfrm>
          <a:prstGeom prst="rect">
            <a:avLst/>
          </a:prstGeom>
        </p:spPr>
      </p:pic>
      <p:pic>
        <p:nvPicPr>
          <p:cNvPr id="18" name="bg object 18"/>
          <p:cNvPicPr/>
          <p:nvPr/>
        </p:nvPicPr>
        <p:blipFill>
          <a:blip r:embed="rId4" cstate="print"/>
          <a:stretch>
            <a:fillRect/>
          </a:stretch>
        </p:blipFill>
        <p:spPr>
          <a:xfrm>
            <a:off x="4400084" y="0"/>
            <a:ext cx="4743915" cy="600066"/>
          </a:xfrm>
          <a:prstGeom prst="rect">
            <a:avLst/>
          </a:prstGeom>
        </p:spPr>
      </p:pic>
      <p:sp>
        <p:nvSpPr>
          <p:cNvPr id="19" name="bg object 19"/>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20" name="bg object 20"/>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pic>
        <p:nvPicPr>
          <p:cNvPr id="21" name="bg object 21"/>
          <p:cNvPicPr/>
          <p:nvPr/>
        </p:nvPicPr>
        <p:blipFill>
          <a:blip r:embed="rId5" cstate="print"/>
          <a:stretch>
            <a:fillRect/>
          </a:stretch>
        </p:blipFill>
        <p:spPr>
          <a:xfrm>
            <a:off x="331086" y="6104286"/>
            <a:ext cx="1220077" cy="753713"/>
          </a:xfrm>
          <a:prstGeom prst="rect">
            <a:avLst/>
          </a:prstGeom>
        </p:spPr>
      </p:pic>
      <p:sp>
        <p:nvSpPr>
          <p:cNvPr id="2" name="Holder 2"/>
          <p:cNvSpPr>
            <a:spLocks noGrp="1"/>
          </p:cNvSpPr>
          <p:nvPr>
            <p:ph type="title"/>
          </p:nvPr>
        </p:nvSpPr>
        <p:spPr/>
        <p:txBody>
          <a:bodyPr lIns="0" tIns="0" rIns="0" bIns="0"/>
          <a:lstStyle>
            <a:lvl1pPr>
              <a:defRPr sz="5000" b="0" i="0">
                <a:solidFill>
                  <a:srgbClr val="04617B"/>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2/17/2022</a:t>
            </a:fld>
            <a:endParaRPr lang="en-US"/>
          </a:p>
        </p:txBody>
      </p:sp>
      <p:sp>
        <p:nvSpPr>
          <p:cNvPr id="5" name="Holder 5"/>
          <p:cNvSpPr>
            <a:spLocks noGrp="1"/>
          </p:cNvSpPr>
          <p:nvPr>
            <p:ph type="sldNum" sz="quarter" idx="7"/>
          </p:nvPr>
        </p:nvSpPr>
        <p:spPr/>
        <p:txBody>
          <a:bodyPr lIns="0" tIns="0" rIns="0" bIns="0"/>
          <a:lstStyle>
            <a:lvl1pPr>
              <a:defRPr sz="1200" b="0" i="0">
                <a:solidFill>
                  <a:srgbClr val="045C75"/>
                </a:solidFill>
                <a:latin typeface="Arial"/>
                <a:cs typeface="Arial"/>
              </a:defRPr>
            </a:lvl1pPr>
          </a:lstStyle>
          <a:p>
            <a:pPr marL="38100">
              <a:lnSpc>
                <a:spcPts val="1425"/>
              </a:lnSpc>
            </a:pPr>
            <a:fld id="{81D60167-4931-47E6-BA6A-407CBD079E47}" type="slidenum">
              <a:rPr dirty="0"/>
              <a:pPr marL="38100">
                <a:lnSpc>
                  <a:spcPts val="1425"/>
                </a:lnSpc>
              </a:pPr>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2/17/2022</a:t>
            </a:fld>
            <a:endParaRPr lang="en-US"/>
          </a:p>
        </p:txBody>
      </p:sp>
      <p:sp>
        <p:nvSpPr>
          <p:cNvPr id="4" name="Holder 4"/>
          <p:cNvSpPr>
            <a:spLocks noGrp="1"/>
          </p:cNvSpPr>
          <p:nvPr>
            <p:ph type="sldNum" sz="quarter" idx="7"/>
          </p:nvPr>
        </p:nvSpPr>
        <p:spPr/>
        <p:txBody>
          <a:bodyPr lIns="0" tIns="0" rIns="0" bIns="0"/>
          <a:lstStyle>
            <a:lvl1pPr>
              <a:defRPr sz="1200" b="0" i="0">
                <a:solidFill>
                  <a:srgbClr val="045C75"/>
                </a:solidFill>
                <a:latin typeface="Arial"/>
                <a:cs typeface="Arial"/>
              </a:defRPr>
            </a:lvl1pPr>
          </a:lstStyle>
          <a:p>
            <a:pPr marL="38100">
              <a:lnSpc>
                <a:spcPts val="1425"/>
              </a:lnSpc>
            </a:pPr>
            <a:fld id="{81D60167-4931-47E6-BA6A-407CBD079E47}" type="slidenum">
              <a:rPr dirty="0"/>
              <a:pPr marL="38100">
                <a:lnSpc>
                  <a:spcPts val="1425"/>
                </a:lnSpc>
              </a:pPr>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15895" y="686921"/>
            <a:ext cx="7216775" cy="787400"/>
          </a:xfrm>
          <a:prstGeom prst="rect">
            <a:avLst/>
          </a:prstGeom>
        </p:spPr>
        <p:txBody>
          <a:bodyPr wrap="square" lIns="0" tIns="0" rIns="0" bIns="0">
            <a:spAutoFit/>
          </a:bodyPr>
          <a:lstStyle>
            <a:lvl1pPr>
              <a:defRPr sz="5000" b="0" i="0">
                <a:solidFill>
                  <a:srgbClr val="04617B"/>
                </a:solidFill>
                <a:latin typeface="Calibri"/>
                <a:cs typeface="Calibri"/>
              </a:defRPr>
            </a:lvl1pPr>
          </a:lstStyle>
          <a:p>
            <a:endParaRPr/>
          </a:p>
        </p:txBody>
      </p:sp>
      <p:sp>
        <p:nvSpPr>
          <p:cNvPr id="3" name="Holder 3"/>
          <p:cNvSpPr>
            <a:spLocks noGrp="1"/>
          </p:cNvSpPr>
          <p:nvPr>
            <p:ph type="body" idx="1"/>
          </p:nvPr>
        </p:nvSpPr>
        <p:spPr>
          <a:xfrm>
            <a:off x="490219" y="1413999"/>
            <a:ext cx="8163560" cy="4531360"/>
          </a:xfrm>
          <a:prstGeom prst="rect">
            <a:avLst/>
          </a:prstGeom>
        </p:spPr>
        <p:txBody>
          <a:bodyPr wrap="square" lIns="0" tIns="0" rIns="0" bIns="0">
            <a:spAutoFit/>
          </a:bodyPr>
          <a:lstStyle>
            <a:lvl1pPr>
              <a:defRPr sz="2800" b="0" i="0">
                <a:solidFill>
                  <a:schemeClr val="tx1"/>
                </a:solidFill>
                <a:latin typeface="Book Antiqua"/>
                <a:cs typeface="Book Antiqua"/>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2/17/2022</a:t>
            </a:fld>
            <a:endParaRPr lang="en-US"/>
          </a:p>
        </p:txBody>
      </p:sp>
      <p:sp>
        <p:nvSpPr>
          <p:cNvPr id="6" name="Holder 6"/>
          <p:cNvSpPr>
            <a:spLocks noGrp="1"/>
          </p:cNvSpPr>
          <p:nvPr>
            <p:ph type="sldNum" sz="quarter" idx="7"/>
          </p:nvPr>
        </p:nvSpPr>
        <p:spPr>
          <a:xfrm>
            <a:off x="8479183" y="6538515"/>
            <a:ext cx="245745" cy="196215"/>
          </a:xfrm>
          <a:prstGeom prst="rect">
            <a:avLst/>
          </a:prstGeom>
        </p:spPr>
        <p:txBody>
          <a:bodyPr wrap="square" lIns="0" tIns="0" rIns="0" bIns="0">
            <a:spAutoFit/>
          </a:bodyPr>
          <a:lstStyle>
            <a:lvl1pPr>
              <a:defRPr sz="1200" b="0" i="0">
                <a:solidFill>
                  <a:srgbClr val="045C75"/>
                </a:solidFill>
                <a:latin typeface="Arial"/>
                <a:cs typeface="Arial"/>
              </a:defRPr>
            </a:lvl1pPr>
          </a:lstStyle>
          <a:p>
            <a:pPr marL="38100">
              <a:lnSpc>
                <a:spcPts val="1425"/>
              </a:lnSpc>
            </a:pPr>
            <a:fld id="{81D60167-4931-47E6-BA6A-407CBD079E47}" type="slidenum">
              <a:rPr dirty="0"/>
              <a:pPr marL="38100">
                <a:lnSpc>
                  <a:spcPts val="1425"/>
                </a:lnSpc>
              </a:pPr>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png"/><Relationship Id="rId1" Type="http://schemas.openxmlformats.org/officeDocument/2006/relationships/slideLayout" Target="../slideLayouts/slideLayout5.xml"/><Relationship Id="rId5" Type="http://schemas.openxmlformats.org/officeDocument/2006/relationships/image" Target="../media/image26.jpe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2.jpeg"/><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3.png"/></Relationships>
</file>

<file path=ppt/slides/_rels/slide6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7.png"/><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3.png"/></Relationships>
</file>

<file path=ppt/slides/_rels/slide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9.png"/><Relationship Id="rId1" Type="http://schemas.openxmlformats.org/officeDocument/2006/relationships/slideLayout" Target="../slideLayouts/slideLayout5.xml"/><Relationship Id="rId5" Type="http://schemas.openxmlformats.org/officeDocument/2006/relationships/image" Target="../media/image56.jpeg"/><Relationship Id="rId4" Type="http://schemas.openxmlformats.org/officeDocument/2006/relationships/image" Target="../media/image3.png"/></Relationships>
</file>

<file path=ppt/slides/_rels/slide8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7.png"/><Relationship Id="rId1" Type="http://schemas.openxmlformats.org/officeDocument/2006/relationships/slideLayout" Target="../slideLayouts/slideLayout5.xml"/><Relationship Id="rId5" Type="http://schemas.openxmlformats.org/officeDocument/2006/relationships/image" Target="../media/image58.jpeg"/><Relationship Id="rId4" Type="http://schemas.openxmlformats.org/officeDocument/2006/relationships/image" Target="../media/image3.png"/></Relationships>
</file>

<file path=ppt/slides/_rels/slide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 Id="rId5" Type="http://schemas.openxmlformats.org/officeDocument/2006/relationships/image" Target="../media/image59.jpe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144000" cy="6858000"/>
          </a:xfrm>
          <a:prstGeom prst="rect">
            <a:avLst/>
          </a:prstGeom>
        </p:spPr>
      </p:pic>
      <p:sp>
        <p:nvSpPr>
          <p:cNvPr id="3" name="object 3"/>
          <p:cNvSpPr txBox="1">
            <a:spLocks noGrp="1"/>
          </p:cNvSpPr>
          <p:nvPr>
            <p:ph type="title"/>
          </p:nvPr>
        </p:nvSpPr>
        <p:spPr>
          <a:xfrm>
            <a:off x="2079216" y="1514654"/>
            <a:ext cx="4986020" cy="1381760"/>
          </a:xfrm>
          <a:prstGeom prst="rect">
            <a:avLst/>
          </a:prstGeom>
        </p:spPr>
        <p:txBody>
          <a:bodyPr vert="horz" wrap="square" lIns="0" tIns="10160" rIns="0" bIns="0" rtlCol="0">
            <a:spAutoFit/>
          </a:bodyPr>
          <a:lstStyle/>
          <a:p>
            <a:pPr marL="12700" marR="5080" indent="55244">
              <a:lnSpc>
                <a:spcPts val="5400"/>
              </a:lnSpc>
              <a:spcBef>
                <a:spcPts val="80"/>
              </a:spcBef>
            </a:pPr>
            <a:r>
              <a:rPr sz="4400" spc="-15" dirty="0">
                <a:solidFill>
                  <a:srgbClr val="FFFFFF"/>
                </a:solidFill>
              </a:rPr>
              <a:t>Software </a:t>
            </a:r>
            <a:r>
              <a:rPr sz="4400" spc="-5" dirty="0">
                <a:solidFill>
                  <a:srgbClr val="FFFFFF"/>
                </a:solidFill>
              </a:rPr>
              <a:t>Engineering </a:t>
            </a:r>
            <a:r>
              <a:rPr sz="4400" spc="-980" dirty="0">
                <a:solidFill>
                  <a:srgbClr val="FFFFFF"/>
                </a:solidFill>
              </a:rPr>
              <a:t> </a:t>
            </a:r>
            <a:r>
              <a:rPr sz="4400" spc="-15" dirty="0">
                <a:solidFill>
                  <a:srgbClr val="FFFFFF"/>
                </a:solidFill>
              </a:rPr>
              <a:t>Course</a:t>
            </a:r>
            <a:r>
              <a:rPr sz="4400" spc="-30" dirty="0">
                <a:solidFill>
                  <a:srgbClr val="FFFFFF"/>
                </a:solidFill>
              </a:rPr>
              <a:t> </a:t>
            </a:r>
            <a:r>
              <a:rPr sz="4400" dirty="0">
                <a:solidFill>
                  <a:srgbClr val="FFFFFF"/>
                </a:solidFill>
              </a:rPr>
              <a:t>Code</a:t>
            </a:r>
            <a:r>
              <a:rPr sz="4400" spc="-30" dirty="0">
                <a:solidFill>
                  <a:srgbClr val="FFFFFF"/>
                </a:solidFill>
              </a:rPr>
              <a:t> </a:t>
            </a:r>
            <a:r>
              <a:rPr sz="4400" dirty="0">
                <a:solidFill>
                  <a:srgbClr val="FFFFFF"/>
                </a:solidFill>
              </a:rPr>
              <a:t>:</a:t>
            </a:r>
            <a:r>
              <a:rPr sz="4400" spc="-30" dirty="0">
                <a:solidFill>
                  <a:srgbClr val="FFFFFF"/>
                </a:solidFill>
              </a:rPr>
              <a:t> </a:t>
            </a:r>
            <a:r>
              <a:rPr sz="4400" spc="-5" dirty="0">
                <a:solidFill>
                  <a:srgbClr val="FFFFFF"/>
                </a:solidFill>
              </a:rPr>
              <a:t>2</a:t>
            </a:r>
            <a:r>
              <a:rPr sz="4400" b="1" spc="-5" dirty="0">
                <a:solidFill>
                  <a:srgbClr val="FFFFFF"/>
                </a:solidFill>
                <a:latin typeface="Calibri"/>
                <a:cs typeface="Calibri"/>
              </a:rPr>
              <a:t>10253</a:t>
            </a:r>
            <a:endParaRPr sz="4400" dirty="0">
              <a:latin typeface="Calibri"/>
              <a:cs typeface="Calibri"/>
            </a:endParaRPr>
          </a:p>
        </p:txBody>
      </p:sp>
      <p:grpSp>
        <p:nvGrpSpPr>
          <p:cNvPr id="4" name="object 4"/>
          <p:cNvGrpSpPr/>
          <p:nvPr/>
        </p:nvGrpSpPr>
        <p:grpSpPr>
          <a:xfrm>
            <a:off x="8133008" y="6631009"/>
            <a:ext cx="1022350" cy="240029"/>
            <a:chOff x="8133008" y="6631009"/>
            <a:chExt cx="1022350" cy="240029"/>
          </a:xfrm>
        </p:grpSpPr>
        <p:sp>
          <p:nvSpPr>
            <p:cNvPr id="5" name="object 5"/>
            <p:cNvSpPr/>
            <p:nvPr/>
          </p:nvSpPr>
          <p:spPr>
            <a:xfrm>
              <a:off x="8145707" y="6643709"/>
              <a:ext cx="996950" cy="214629"/>
            </a:xfrm>
            <a:custGeom>
              <a:avLst/>
              <a:gdLst/>
              <a:ahLst/>
              <a:cxnLst/>
              <a:rect l="l" t="t" r="r" b="b"/>
              <a:pathLst>
                <a:path w="996950" h="214629">
                  <a:moveTo>
                    <a:pt x="498241" y="0"/>
                  </a:moveTo>
                  <a:lnTo>
                    <a:pt x="443484" y="640"/>
                  </a:lnTo>
                  <a:lnTo>
                    <a:pt x="389257" y="2561"/>
                  </a:lnTo>
                  <a:lnTo>
                    <a:pt x="336091" y="5764"/>
                  </a:lnTo>
                  <a:lnTo>
                    <a:pt x="284517" y="10247"/>
                  </a:lnTo>
                  <a:lnTo>
                    <a:pt x="235066" y="16011"/>
                  </a:lnTo>
                  <a:lnTo>
                    <a:pt x="188267" y="23056"/>
                  </a:lnTo>
                  <a:lnTo>
                    <a:pt x="144653" y="31382"/>
                  </a:lnTo>
                  <a:lnTo>
                    <a:pt x="86791" y="46221"/>
                  </a:lnTo>
                  <a:lnTo>
                    <a:pt x="43395" y="62558"/>
                  </a:lnTo>
                  <a:lnTo>
                    <a:pt x="0" y="98013"/>
                  </a:lnTo>
                  <a:lnTo>
                    <a:pt x="0" y="116276"/>
                  </a:lnTo>
                  <a:lnTo>
                    <a:pt x="43395" y="151731"/>
                  </a:lnTo>
                  <a:lnTo>
                    <a:pt x="86791" y="168068"/>
                  </a:lnTo>
                  <a:lnTo>
                    <a:pt x="144653" y="182907"/>
                  </a:lnTo>
                  <a:lnTo>
                    <a:pt x="188267" y="191233"/>
                  </a:lnTo>
                  <a:lnTo>
                    <a:pt x="235066" y="198278"/>
                  </a:lnTo>
                  <a:lnTo>
                    <a:pt x="284517" y="204042"/>
                  </a:lnTo>
                  <a:lnTo>
                    <a:pt x="336091" y="208525"/>
                  </a:lnTo>
                  <a:lnTo>
                    <a:pt x="389257" y="211728"/>
                  </a:lnTo>
                  <a:lnTo>
                    <a:pt x="443484" y="213649"/>
                  </a:lnTo>
                  <a:lnTo>
                    <a:pt x="498241" y="214290"/>
                  </a:lnTo>
                  <a:lnTo>
                    <a:pt x="552999" y="213649"/>
                  </a:lnTo>
                  <a:lnTo>
                    <a:pt x="607226" y="211728"/>
                  </a:lnTo>
                  <a:lnTo>
                    <a:pt x="660392" y="208525"/>
                  </a:lnTo>
                  <a:lnTo>
                    <a:pt x="711966" y="204042"/>
                  </a:lnTo>
                  <a:lnTo>
                    <a:pt x="761417" y="198278"/>
                  </a:lnTo>
                  <a:lnTo>
                    <a:pt x="808216" y="191233"/>
                  </a:lnTo>
                  <a:lnTo>
                    <a:pt x="851830" y="182907"/>
                  </a:lnTo>
                  <a:lnTo>
                    <a:pt x="909692" y="168068"/>
                  </a:lnTo>
                  <a:lnTo>
                    <a:pt x="953088" y="151731"/>
                  </a:lnTo>
                  <a:lnTo>
                    <a:pt x="996483" y="116276"/>
                  </a:lnTo>
                  <a:lnTo>
                    <a:pt x="996483" y="98013"/>
                  </a:lnTo>
                  <a:lnTo>
                    <a:pt x="953088" y="62558"/>
                  </a:lnTo>
                  <a:lnTo>
                    <a:pt x="909692" y="46221"/>
                  </a:lnTo>
                  <a:lnTo>
                    <a:pt x="851830" y="31382"/>
                  </a:lnTo>
                  <a:lnTo>
                    <a:pt x="808216" y="23056"/>
                  </a:lnTo>
                  <a:lnTo>
                    <a:pt x="761417" y="16011"/>
                  </a:lnTo>
                  <a:lnTo>
                    <a:pt x="711966" y="10247"/>
                  </a:lnTo>
                  <a:lnTo>
                    <a:pt x="660392" y="5764"/>
                  </a:lnTo>
                  <a:lnTo>
                    <a:pt x="607226" y="2561"/>
                  </a:lnTo>
                  <a:lnTo>
                    <a:pt x="552999" y="640"/>
                  </a:lnTo>
                  <a:lnTo>
                    <a:pt x="498241" y="0"/>
                  </a:lnTo>
                  <a:close/>
                </a:path>
              </a:pathLst>
            </a:custGeom>
            <a:solidFill>
              <a:srgbClr val="FFFFFF"/>
            </a:solidFill>
          </p:spPr>
          <p:txBody>
            <a:bodyPr wrap="square" lIns="0" tIns="0" rIns="0" bIns="0" rtlCol="0"/>
            <a:lstStyle/>
            <a:p>
              <a:endParaRPr/>
            </a:p>
          </p:txBody>
        </p:sp>
        <p:sp>
          <p:nvSpPr>
            <p:cNvPr id="6" name="object 6"/>
            <p:cNvSpPr/>
            <p:nvPr/>
          </p:nvSpPr>
          <p:spPr>
            <a:xfrm>
              <a:off x="8145708" y="6643709"/>
              <a:ext cx="996950" cy="214629"/>
            </a:xfrm>
            <a:custGeom>
              <a:avLst/>
              <a:gdLst/>
              <a:ahLst/>
              <a:cxnLst/>
              <a:rect l="l" t="t" r="r" b="b"/>
              <a:pathLst>
                <a:path w="996950" h="214629">
                  <a:moveTo>
                    <a:pt x="851830" y="31382"/>
                  </a:moveTo>
                  <a:lnTo>
                    <a:pt x="909691" y="46221"/>
                  </a:lnTo>
                  <a:lnTo>
                    <a:pt x="953087" y="62558"/>
                  </a:lnTo>
                  <a:lnTo>
                    <a:pt x="982018" y="79964"/>
                  </a:lnTo>
                  <a:lnTo>
                    <a:pt x="996483" y="98013"/>
                  </a:lnTo>
                  <a:lnTo>
                    <a:pt x="996483" y="116276"/>
                  </a:lnTo>
                  <a:lnTo>
                    <a:pt x="953087" y="151731"/>
                  </a:lnTo>
                  <a:lnTo>
                    <a:pt x="909691" y="168068"/>
                  </a:lnTo>
                  <a:lnTo>
                    <a:pt x="851830" y="182907"/>
                  </a:lnTo>
                  <a:lnTo>
                    <a:pt x="808215" y="191233"/>
                  </a:lnTo>
                  <a:lnTo>
                    <a:pt x="761417" y="198278"/>
                  </a:lnTo>
                  <a:lnTo>
                    <a:pt x="711965" y="204042"/>
                  </a:lnTo>
                  <a:lnTo>
                    <a:pt x="660392" y="208525"/>
                  </a:lnTo>
                  <a:lnTo>
                    <a:pt x="607226" y="211728"/>
                  </a:lnTo>
                  <a:lnTo>
                    <a:pt x="552999" y="213649"/>
                  </a:lnTo>
                  <a:lnTo>
                    <a:pt x="498241" y="214289"/>
                  </a:lnTo>
                  <a:lnTo>
                    <a:pt x="443484" y="213649"/>
                  </a:lnTo>
                  <a:lnTo>
                    <a:pt x="389257" y="211728"/>
                  </a:lnTo>
                  <a:lnTo>
                    <a:pt x="336091" y="208525"/>
                  </a:lnTo>
                  <a:lnTo>
                    <a:pt x="284517" y="204042"/>
                  </a:lnTo>
                  <a:lnTo>
                    <a:pt x="235066" y="198278"/>
                  </a:lnTo>
                  <a:lnTo>
                    <a:pt x="188267" y="191233"/>
                  </a:lnTo>
                  <a:lnTo>
                    <a:pt x="144653" y="182907"/>
                  </a:lnTo>
                  <a:lnTo>
                    <a:pt x="86791" y="168068"/>
                  </a:lnTo>
                  <a:lnTo>
                    <a:pt x="43395" y="151731"/>
                  </a:lnTo>
                  <a:lnTo>
                    <a:pt x="0" y="116276"/>
                  </a:lnTo>
                  <a:lnTo>
                    <a:pt x="0" y="98013"/>
                  </a:lnTo>
                  <a:lnTo>
                    <a:pt x="14465" y="79964"/>
                  </a:lnTo>
                  <a:lnTo>
                    <a:pt x="86791" y="46221"/>
                  </a:lnTo>
                  <a:lnTo>
                    <a:pt x="144653" y="31382"/>
                  </a:lnTo>
                  <a:lnTo>
                    <a:pt x="188267" y="23056"/>
                  </a:lnTo>
                  <a:lnTo>
                    <a:pt x="235066" y="16011"/>
                  </a:lnTo>
                  <a:lnTo>
                    <a:pt x="284517" y="10247"/>
                  </a:lnTo>
                  <a:lnTo>
                    <a:pt x="336091" y="5764"/>
                  </a:lnTo>
                  <a:lnTo>
                    <a:pt x="389257" y="2561"/>
                  </a:lnTo>
                  <a:lnTo>
                    <a:pt x="443484" y="640"/>
                  </a:lnTo>
                  <a:lnTo>
                    <a:pt x="498241" y="0"/>
                  </a:lnTo>
                  <a:lnTo>
                    <a:pt x="552999" y="640"/>
                  </a:lnTo>
                  <a:lnTo>
                    <a:pt x="607226" y="2561"/>
                  </a:lnTo>
                  <a:lnTo>
                    <a:pt x="660392" y="5764"/>
                  </a:lnTo>
                  <a:lnTo>
                    <a:pt x="711965" y="10247"/>
                  </a:lnTo>
                  <a:lnTo>
                    <a:pt x="761417" y="16011"/>
                  </a:lnTo>
                  <a:lnTo>
                    <a:pt x="808215" y="23056"/>
                  </a:lnTo>
                  <a:lnTo>
                    <a:pt x="851830" y="31382"/>
                  </a:lnTo>
                  <a:close/>
                </a:path>
              </a:pathLst>
            </a:custGeom>
            <a:ln w="25400">
              <a:solidFill>
                <a:srgbClr val="FFFFFF"/>
              </a:solidFill>
            </a:ln>
          </p:spPr>
          <p:txBody>
            <a:bodyPr wrap="square" lIns="0" tIns="0" rIns="0" bIns="0" rtlCol="0"/>
            <a:lstStyle/>
            <a:p>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0" y="0"/>
            <a:ext cx="2114550" cy="6858000"/>
          </a:xfrm>
          <a:prstGeom prst="rect">
            <a:avLst/>
          </a:prstGeom>
        </p:spPr>
      </p:pic>
      <p:sp>
        <p:nvSpPr>
          <p:cNvPr id="5" name="object 5"/>
          <p:cNvSpPr txBox="1">
            <a:spLocks noGrp="1"/>
          </p:cNvSpPr>
          <p:nvPr>
            <p:ph type="title"/>
          </p:nvPr>
        </p:nvSpPr>
        <p:spPr>
          <a:xfrm>
            <a:off x="2517456" y="412929"/>
            <a:ext cx="5102543" cy="628377"/>
          </a:xfrm>
          <a:prstGeom prst="rect">
            <a:avLst/>
          </a:prstGeom>
        </p:spPr>
        <p:txBody>
          <a:bodyPr vert="horz" wrap="square" lIns="0" tIns="12700" rIns="0" bIns="0" rtlCol="0">
            <a:spAutoFit/>
          </a:bodyPr>
          <a:lstStyle/>
          <a:p>
            <a:pPr marL="12700">
              <a:lnSpc>
                <a:spcPct val="100000"/>
              </a:lnSpc>
              <a:spcBef>
                <a:spcPts val="100"/>
              </a:spcBef>
            </a:pPr>
            <a:r>
              <a:rPr sz="4000" b="1" spc="-15" dirty="0">
                <a:solidFill>
                  <a:srgbClr val="143D68"/>
                </a:solidFill>
                <a:latin typeface="Bookman Old Style" pitchFamily="18" charset="0"/>
              </a:rPr>
              <a:t>Course</a:t>
            </a:r>
            <a:r>
              <a:rPr sz="4000" b="1" spc="-85" dirty="0">
                <a:solidFill>
                  <a:srgbClr val="143D68"/>
                </a:solidFill>
                <a:latin typeface="Bookman Old Style" pitchFamily="18" charset="0"/>
              </a:rPr>
              <a:t> </a:t>
            </a:r>
            <a:r>
              <a:rPr sz="4000" b="1" spc="-5" dirty="0">
                <a:solidFill>
                  <a:srgbClr val="143D68"/>
                </a:solidFill>
                <a:latin typeface="Bookman Old Style" pitchFamily="18" charset="0"/>
              </a:rPr>
              <a:t>Objectives</a:t>
            </a:r>
            <a:endParaRPr sz="4000" b="1">
              <a:latin typeface="Bookman Old Style" pitchFamily="18" charset="0"/>
            </a:endParaRPr>
          </a:p>
        </p:txBody>
      </p:sp>
      <p:sp>
        <p:nvSpPr>
          <p:cNvPr id="6" name="object 6"/>
          <p:cNvSpPr txBox="1"/>
          <p:nvPr/>
        </p:nvSpPr>
        <p:spPr>
          <a:xfrm>
            <a:off x="1905000" y="1437993"/>
            <a:ext cx="7086600" cy="3495829"/>
          </a:xfrm>
          <a:prstGeom prst="rect">
            <a:avLst/>
          </a:prstGeom>
        </p:spPr>
        <p:txBody>
          <a:bodyPr vert="horz" wrap="square" lIns="0" tIns="33020" rIns="0" bIns="0" rtlCol="0">
            <a:spAutoFit/>
          </a:bodyPr>
          <a:lstStyle/>
          <a:p>
            <a:pPr marL="355600" marR="5080" indent="-342900">
              <a:lnSpc>
                <a:spcPts val="2800"/>
              </a:lnSpc>
              <a:spcBef>
                <a:spcPts val="260"/>
              </a:spcBef>
              <a:buChar char="•"/>
              <a:tabLst>
                <a:tab pos="354965" algn="l"/>
                <a:tab pos="355600" algn="l"/>
              </a:tabLst>
            </a:pPr>
            <a:r>
              <a:rPr sz="2400" spc="-135" dirty="0">
                <a:latin typeface="Bookman Old Style" pitchFamily="18" charset="0"/>
                <a:cs typeface="Arial"/>
              </a:rPr>
              <a:t>To</a:t>
            </a:r>
            <a:r>
              <a:rPr sz="2400" spc="-10" dirty="0">
                <a:latin typeface="Bookman Old Style" pitchFamily="18" charset="0"/>
                <a:cs typeface="Arial"/>
              </a:rPr>
              <a:t> </a:t>
            </a:r>
            <a:r>
              <a:rPr sz="2400" dirty="0">
                <a:latin typeface="Bookman Old Style" pitchFamily="18" charset="0"/>
                <a:cs typeface="Arial"/>
              </a:rPr>
              <a:t>learn</a:t>
            </a:r>
            <a:r>
              <a:rPr sz="2400" spc="-5" dirty="0">
                <a:latin typeface="Bookman Old Style" pitchFamily="18" charset="0"/>
                <a:cs typeface="Arial"/>
              </a:rPr>
              <a:t> </a:t>
            </a:r>
            <a:r>
              <a:rPr sz="2400" dirty="0">
                <a:latin typeface="Bookman Old Style" pitchFamily="18" charset="0"/>
                <a:cs typeface="Arial"/>
              </a:rPr>
              <a:t>and</a:t>
            </a:r>
            <a:r>
              <a:rPr sz="2400" spc="-10" dirty="0">
                <a:latin typeface="Bookman Old Style" pitchFamily="18" charset="0"/>
                <a:cs typeface="Arial"/>
              </a:rPr>
              <a:t> </a:t>
            </a:r>
            <a:r>
              <a:rPr sz="2400" spc="-5" dirty="0">
                <a:latin typeface="Bookman Old Style" pitchFamily="18" charset="0"/>
                <a:cs typeface="Arial"/>
              </a:rPr>
              <a:t>understand the</a:t>
            </a:r>
            <a:r>
              <a:rPr sz="2400" spc="-10" dirty="0">
                <a:latin typeface="Bookman Old Style" pitchFamily="18" charset="0"/>
                <a:cs typeface="Arial"/>
              </a:rPr>
              <a:t> </a:t>
            </a:r>
            <a:r>
              <a:rPr sz="2400" dirty="0">
                <a:latin typeface="Bookman Old Style" pitchFamily="18" charset="0"/>
                <a:cs typeface="Arial"/>
              </a:rPr>
              <a:t>principles</a:t>
            </a:r>
            <a:r>
              <a:rPr sz="2400" spc="-10" dirty="0">
                <a:latin typeface="Bookman Old Style" pitchFamily="18" charset="0"/>
                <a:cs typeface="Arial"/>
              </a:rPr>
              <a:t> </a:t>
            </a:r>
            <a:r>
              <a:rPr sz="2400" dirty="0">
                <a:latin typeface="Bookman Old Style" pitchFamily="18" charset="0"/>
                <a:cs typeface="Arial"/>
              </a:rPr>
              <a:t>of </a:t>
            </a:r>
            <a:r>
              <a:rPr sz="2400" spc="-655" dirty="0">
                <a:latin typeface="Bookman Old Style" pitchFamily="18" charset="0"/>
                <a:cs typeface="Arial"/>
              </a:rPr>
              <a:t> </a:t>
            </a:r>
            <a:r>
              <a:rPr sz="2400" spc="-5" dirty="0">
                <a:latin typeface="Bookman Old Style" pitchFamily="18" charset="0"/>
                <a:cs typeface="Arial"/>
              </a:rPr>
              <a:t>software </a:t>
            </a:r>
            <a:r>
              <a:rPr sz="2400" dirty="0">
                <a:latin typeface="Bookman Old Style" pitchFamily="18" charset="0"/>
                <a:cs typeface="Arial"/>
              </a:rPr>
              <a:t>engineering</a:t>
            </a:r>
            <a:endParaRPr sz="2400">
              <a:latin typeface="Bookman Old Style" pitchFamily="18" charset="0"/>
              <a:cs typeface="Arial"/>
            </a:endParaRPr>
          </a:p>
          <a:p>
            <a:pPr marL="355600" marR="716280" indent="-342900">
              <a:lnSpc>
                <a:spcPts val="2800"/>
              </a:lnSpc>
              <a:spcBef>
                <a:spcPts val="575"/>
              </a:spcBef>
              <a:buChar char="•"/>
              <a:tabLst>
                <a:tab pos="354965" algn="l"/>
                <a:tab pos="355600" algn="l"/>
              </a:tabLst>
            </a:pPr>
            <a:r>
              <a:rPr sz="2400" spc="-135" dirty="0">
                <a:latin typeface="Bookman Old Style" pitchFamily="18" charset="0"/>
                <a:cs typeface="Arial"/>
              </a:rPr>
              <a:t>To</a:t>
            </a:r>
            <a:r>
              <a:rPr sz="2400" spc="-5" dirty="0">
                <a:latin typeface="Bookman Old Style" pitchFamily="18" charset="0"/>
                <a:cs typeface="Arial"/>
              </a:rPr>
              <a:t> </a:t>
            </a:r>
            <a:r>
              <a:rPr sz="2400" dirty="0">
                <a:latin typeface="Bookman Old Style" pitchFamily="18" charset="0"/>
                <a:cs typeface="Arial"/>
              </a:rPr>
              <a:t>be </a:t>
            </a:r>
            <a:r>
              <a:rPr sz="2400" spc="-5" dirty="0">
                <a:latin typeface="Bookman Old Style" pitchFamily="18" charset="0"/>
                <a:cs typeface="Arial"/>
              </a:rPr>
              <a:t>acquainted</a:t>
            </a:r>
            <a:r>
              <a:rPr sz="2400" dirty="0">
                <a:latin typeface="Bookman Old Style" pitchFamily="18" charset="0"/>
                <a:cs typeface="Arial"/>
              </a:rPr>
              <a:t> </a:t>
            </a:r>
            <a:r>
              <a:rPr sz="2400" spc="-5" dirty="0">
                <a:latin typeface="Bookman Old Style" pitchFamily="18" charset="0"/>
                <a:cs typeface="Arial"/>
              </a:rPr>
              <a:t>with</a:t>
            </a:r>
            <a:r>
              <a:rPr sz="2400" dirty="0">
                <a:latin typeface="Bookman Old Style" pitchFamily="18" charset="0"/>
                <a:cs typeface="Arial"/>
              </a:rPr>
              <a:t> </a:t>
            </a:r>
            <a:r>
              <a:rPr sz="2400" spc="-5" dirty="0">
                <a:latin typeface="Bookman Old Style" pitchFamily="18" charset="0"/>
                <a:cs typeface="Arial"/>
              </a:rPr>
              <a:t>methods</a:t>
            </a:r>
            <a:r>
              <a:rPr sz="2400" spc="-10" dirty="0">
                <a:latin typeface="Bookman Old Style" pitchFamily="18" charset="0"/>
                <a:cs typeface="Arial"/>
              </a:rPr>
              <a:t> </a:t>
            </a:r>
            <a:r>
              <a:rPr sz="2400" dirty="0">
                <a:latin typeface="Bookman Old Style" pitchFamily="18" charset="0"/>
                <a:cs typeface="Arial"/>
              </a:rPr>
              <a:t>of </a:t>
            </a:r>
            <a:r>
              <a:rPr sz="2400" spc="5" dirty="0">
                <a:latin typeface="Bookman Old Style" pitchFamily="18" charset="0"/>
                <a:cs typeface="Arial"/>
              </a:rPr>
              <a:t> </a:t>
            </a:r>
            <a:r>
              <a:rPr sz="2400" spc="-5" dirty="0">
                <a:latin typeface="Bookman Old Style" pitchFamily="18" charset="0"/>
                <a:cs typeface="Arial"/>
              </a:rPr>
              <a:t>capturing,</a:t>
            </a:r>
            <a:r>
              <a:rPr sz="2400" spc="-25" dirty="0">
                <a:latin typeface="Bookman Old Style" pitchFamily="18" charset="0"/>
                <a:cs typeface="Arial"/>
              </a:rPr>
              <a:t> </a:t>
            </a:r>
            <a:r>
              <a:rPr sz="2400" dirty="0">
                <a:latin typeface="Bookman Old Style" pitchFamily="18" charset="0"/>
                <a:cs typeface="Arial"/>
              </a:rPr>
              <a:t>visualising</a:t>
            </a:r>
            <a:r>
              <a:rPr sz="2400" spc="-20" dirty="0">
                <a:latin typeface="Bookman Old Style" pitchFamily="18" charset="0"/>
                <a:cs typeface="Arial"/>
              </a:rPr>
              <a:t> </a:t>
            </a:r>
            <a:r>
              <a:rPr sz="2400" dirty="0">
                <a:latin typeface="Bookman Old Style" pitchFamily="18" charset="0"/>
                <a:cs typeface="Arial"/>
              </a:rPr>
              <a:t>and</a:t>
            </a:r>
            <a:r>
              <a:rPr sz="2400" spc="-15" dirty="0">
                <a:latin typeface="Bookman Old Style" pitchFamily="18" charset="0"/>
                <a:cs typeface="Arial"/>
              </a:rPr>
              <a:t> </a:t>
            </a:r>
            <a:r>
              <a:rPr sz="2400" dirty="0">
                <a:latin typeface="Bookman Old Style" pitchFamily="18" charset="0"/>
                <a:cs typeface="Arial"/>
              </a:rPr>
              <a:t>analysing </a:t>
            </a:r>
            <a:r>
              <a:rPr sz="2400" spc="-655" dirty="0">
                <a:latin typeface="Bookman Old Style" pitchFamily="18" charset="0"/>
                <a:cs typeface="Arial"/>
              </a:rPr>
              <a:t> </a:t>
            </a:r>
            <a:r>
              <a:rPr sz="2400" spc="-5" dirty="0">
                <a:latin typeface="Bookman Old Style" pitchFamily="18" charset="0"/>
                <a:cs typeface="Arial"/>
              </a:rPr>
              <a:t>software requirements</a:t>
            </a:r>
            <a:endParaRPr sz="2400">
              <a:latin typeface="Bookman Old Style" pitchFamily="18" charset="0"/>
              <a:cs typeface="Arial"/>
            </a:endParaRPr>
          </a:p>
          <a:p>
            <a:pPr marL="355600" marR="106680" indent="-342900">
              <a:lnSpc>
                <a:spcPts val="2800"/>
              </a:lnSpc>
              <a:spcBef>
                <a:spcPts val="575"/>
              </a:spcBef>
              <a:buChar char="•"/>
              <a:tabLst>
                <a:tab pos="354965" algn="l"/>
                <a:tab pos="355600" algn="l"/>
              </a:tabLst>
            </a:pPr>
            <a:r>
              <a:rPr sz="2400" spc="-135" dirty="0">
                <a:latin typeface="Bookman Old Style" pitchFamily="18" charset="0"/>
                <a:cs typeface="Arial"/>
              </a:rPr>
              <a:t>To</a:t>
            </a:r>
            <a:r>
              <a:rPr sz="2400" spc="-15" dirty="0">
                <a:latin typeface="Bookman Old Style" pitchFamily="18" charset="0"/>
                <a:cs typeface="Arial"/>
              </a:rPr>
              <a:t> </a:t>
            </a:r>
            <a:r>
              <a:rPr sz="2400" dirty="0">
                <a:latin typeface="Bookman Old Style" pitchFamily="18" charset="0"/>
                <a:cs typeface="Arial"/>
              </a:rPr>
              <a:t>apply</a:t>
            </a:r>
            <a:r>
              <a:rPr sz="2400" spc="-15" dirty="0">
                <a:latin typeface="Bookman Old Style" pitchFamily="18" charset="0"/>
                <a:cs typeface="Arial"/>
              </a:rPr>
              <a:t> </a:t>
            </a:r>
            <a:r>
              <a:rPr sz="2400" dirty="0">
                <a:latin typeface="Bookman Old Style" pitchFamily="18" charset="0"/>
                <a:cs typeface="Arial"/>
              </a:rPr>
              <a:t>design</a:t>
            </a:r>
            <a:r>
              <a:rPr sz="2400" spc="-10" dirty="0">
                <a:latin typeface="Bookman Old Style" pitchFamily="18" charset="0"/>
                <a:cs typeface="Arial"/>
              </a:rPr>
              <a:t> </a:t>
            </a:r>
            <a:r>
              <a:rPr sz="2400" dirty="0">
                <a:latin typeface="Bookman Old Style" pitchFamily="18" charset="0"/>
                <a:cs typeface="Arial"/>
              </a:rPr>
              <a:t>and</a:t>
            </a:r>
            <a:r>
              <a:rPr sz="2400" spc="-15" dirty="0">
                <a:latin typeface="Bookman Old Style" pitchFamily="18" charset="0"/>
                <a:cs typeface="Arial"/>
              </a:rPr>
              <a:t> </a:t>
            </a:r>
            <a:r>
              <a:rPr sz="2400" spc="-5" dirty="0">
                <a:latin typeface="Bookman Old Style" pitchFamily="18" charset="0"/>
                <a:cs typeface="Arial"/>
              </a:rPr>
              <a:t>testing</a:t>
            </a:r>
            <a:r>
              <a:rPr sz="2400" spc="-10" dirty="0">
                <a:latin typeface="Bookman Old Style" pitchFamily="18" charset="0"/>
                <a:cs typeface="Arial"/>
              </a:rPr>
              <a:t> </a:t>
            </a:r>
            <a:r>
              <a:rPr sz="2400" dirty="0">
                <a:latin typeface="Bookman Old Style" pitchFamily="18" charset="0"/>
                <a:cs typeface="Arial"/>
              </a:rPr>
              <a:t>principles</a:t>
            </a:r>
            <a:r>
              <a:rPr sz="2400" spc="-15" dirty="0">
                <a:latin typeface="Bookman Old Style" pitchFamily="18" charset="0"/>
                <a:cs typeface="Arial"/>
              </a:rPr>
              <a:t> </a:t>
            </a:r>
            <a:r>
              <a:rPr sz="2400" spc="-5" dirty="0">
                <a:latin typeface="Bookman Old Style" pitchFamily="18" charset="0"/>
                <a:cs typeface="Arial"/>
              </a:rPr>
              <a:t>to </a:t>
            </a:r>
            <a:r>
              <a:rPr sz="2400" spc="-655" dirty="0">
                <a:latin typeface="Bookman Old Style" pitchFamily="18" charset="0"/>
                <a:cs typeface="Arial"/>
              </a:rPr>
              <a:t> </a:t>
            </a:r>
            <a:r>
              <a:rPr sz="2400" spc="-5" dirty="0">
                <a:latin typeface="Bookman Old Style" pitchFamily="18" charset="0"/>
                <a:cs typeface="Arial"/>
              </a:rPr>
              <a:t>software </a:t>
            </a:r>
            <a:r>
              <a:rPr sz="2400" dirty="0">
                <a:latin typeface="Bookman Old Style" pitchFamily="18" charset="0"/>
                <a:cs typeface="Arial"/>
              </a:rPr>
              <a:t>project</a:t>
            </a:r>
            <a:r>
              <a:rPr sz="2400" spc="-10" dirty="0">
                <a:latin typeface="Bookman Old Style" pitchFamily="18" charset="0"/>
                <a:cs typeface="Arial"/>
              </a:rPr>
              <a:t> </a:t>
            </a:r>
            <a:r>
              <a:rPr sz="2400" dirty="0">
                <a:latin typeface="Bookman Old Style" pitchFamily="18" charset="0"/>
                <a:cs typeface="Arial"/>
              </a:rPr>
              <a:t>management</a:t>
            </a:r>
            <a:endParaRPr sz="2400">
              <a:latin typeface="Bookman Old Style" pitchFamily="18" charset="0"/>
              <a:cs typeface="Arial"/>
            </a:endParaRPr>
          </a:p>
          <a:p>
            <a:pPr marL="355600" marR="716915" indent="-342900">
              <a:lnSpc>
                <a:spcPts val="2800"/>
              </a:lnSpc>
              <a:spcBef>
                <a:spcPts val="575"/>
              </a:spcBef>
              <a:buChar char="•"/>
              <a:tabLst>
                <a:tab pos="354965" algn="l"/>
                <a:tab pos="355600" algn="l"/>
              </a:tabLst>
            </a:pPr>
            <a:r>
              <a:rPr sz="2400" spc="-135" dirty="0">
                <a:latin typeface="Bookman Old Style" pitchFamily="18" charset="0"/>
                <a:cs typeface="Arial"/>
              </a:rPr>
              <a:t>To</a:t>
            </a:r>
            <a:r>
              <a:rPr sz="2400" spc="-20" dirty="0">
                <a:latin typeface="Bookman Old Style" pitchFamily="18" charset="0"/>
                <a:cs typeface="Arial"/>
              </a:rPr>
              <a:t> </a:t>
            </a:r>
            <a:r>
              <a:rPr sz="2400" spc="-5" dirty="0">
                <a:latin typeface="Bookman Old Style" pitchFamily="18" charset="0"/>
                <a:cs typeface="Arial"/>
              </a:rPr>
              <a:t>understand</a:t>
            </a:r>
            <a:r>
              <a:rPr sz="2400" spc="-20" dirty="0">
                <a:latin typeface="Bookman Old Style" pitchFamily="18" charset="0"/>
                <a:cs typeface="Arial"/>
              </a:rPr>
              <a:t> </a:t>
            </a:r>
            <a:r>
              <a:rPr sz="2400" dirty="0">
                <a:latin typeface="Bookman Old Style" pitchFamily="18" charset="0"/>
                <a:cs typeface="Arial"/>
              </a:rPr>
              <a:t>project</a:t>
            </a:r>
            <a:r>
              <a:rPr sz="2400" spc="-20" dirty="0">
                <a:latin typeface="Bookman Old Style" pitchFamily="18" charset="0"/>
                <a:cs typeface="Arial"/>
              </a:rPr>
              <a:t> </a:t>
            </a:r>
            <a:r>
              <a:rPr sz="2400" dirty="0">
                <a:latin typeface="Bookman Old Style" pitchFamily="18" charset="0"/>
                <a:cs typeface="Arial"/>
              </a:rPr>
              <a:t>management </a:t>
            </a:r>
            <a:r>
              <a:rPr sz="2400" spc="-655" dirty="0">
                <a:latin typeface="Bookman Old Style" pitchFamily="18" charset="0"/>
                <a:cs typeface="Arial"/>
              </a:rPr>
              <a:t> </a:t>
            </a:r>
            <a:r>
              <a:rPr sz="2400" spc="-5" dirty="0">
                <a:latin typeface="Bookman Old Style" pitchFamily="18" charset="0"/>
                <a:cs typeface="Arial"/>
              </a:rPr>
              <a:t>through life</a:t>
            </a:r>
            <a:r>
              <a:rPr sz="2400" dirty="0">
                <a:latin typeface="Bookman Old Style" pitchFamily="18" charset="0"/>
                <a:cs typeface="Arial"/>
              </a:rPr>
              <a:t> of</a:t>
            </a:r>
            <a:r>
              <a:rPr sz="2400" spc="-10" dirty="0">
                <a:latin typeface="Bookman Old Style" pitchFamily="18" charset="0"/>
                <a:cs typeface="Arial"/>
              </a:rPr>
              <a:t> </a:t>
            </a:r>
            <a:r>
              <a:rPr sz="2400" spc="-5" dirty="0">
                <a:latin typeface="Bookman Old Style" pitchFamily="18" charset="0"/>
                <a:cs typeface="Arial"/>
              </a:rPr>
              <a:t>the</a:t>
            </a:r>
            <a:r>
              <a:rPr sz="2400" dirty="0">
                <a:latin typeface="Bookman Old Style" pitchFamily="18" charset="0"/>
                <a:cs typeface="Arial"/>
              </a:rPr>
              <a:t> project</a:t>
            </a:r>
            <a:endParaRPr sz="2400">
              <a:latin typeface="Bookman Old Style" pitchFamily="18" charset="0"/>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0" y="0"/>
            <a:ext cx="2114550" cy="6858000"/>
          </a:xfrm>
          <a:prstGeom prst="rect">
            <a:avLst/>
          </a:prstGeom>
        </p:spPr>
      </p:pic>
      <p:sp>
        <p:nvSpPr>
          <p:cNvPr id="5" name="object 5"/>
          <p:cNvSpPr txBox="1">
            <a:spLocks noGrp="1"/>
          </p:cNvSpPr>
          <p:nvPr>
            <p:ph type="title"/>
          </p:nvPr>
        </p:nvSpPr>
        <p:spPr>
          <a:xfrm>
            <a:off x="2743200" y="152400"/>
            <a:ext cx="4800600" cy="628377"/>
          </a:xfrm>
          <a:prstGeom prst="rect">
            <a:avLst/>
          </a:prstGeom>
        </p:spPr>
        <p:txBody>
          <a:bodyPr vert="horz" wrap="square" lIns="0" tIns="12700" rIns="0" bIns="0" rtlCol="0">
            <a:spAutoFit/>
          </a:bodyPr>
          <a:lstStyle/>
          <a:p>
            <a:pPr marL="12700">
              <a:lnSpc>
                <a:spcPct val="100000"/>
              </a:lnSpc>
              <a:spcBef>
                <a:spcPts val="100"/>
              </a:spcBef>
            </a:pPr>
            <a:r>
              <a:rPr sz="4000" b="1" spc="-15" dirty="0">
                <a:solidFill>
                  <a:srgbClr val="143D68"/>
                </a:solidFill>
                <a:latin typeface="Bookman Old Style" pitchFamily="18" charset="0"/>
              </a:rPr>
              <a:t>Course</a:t>
            </a:r>
            <a:r>
              <a:rPr sz="4000" b="1" spc="-80" dirty="0">
                <a:solidFill>
                  <a:srgbClr val="143D68"/>
                </a:solidFill>
                <a:latin typeface="Bookman Old Style" pitchFamily="18" charset="0"/>
              </a:rPr>
              <a:t> </a:t>
            </a:r>
            <a:r>
              <a:rPr sz="4000" b="1" spc="-15" dirty="0">
                <a:solidFill>
                  <a:srgbClr val="143D68"/>
                </a:solidFill>
                <a:latin typeface="Bookman Old Style" pitchFamily="18" charset="0"/>
              </a:rPr>
              <a:t>Outcomes</a:t>
            </a:r>
            <a:endParaRPr sz="4000" b="1">
              <a:latin typeface="Bookman Old Style" pitchFamily="18" charset="0"/>
            </a:endParaRPr>
          </a:p>
        </p:txBody>
      </p:sp>
      <p:sp>
        <p:nvSpPr>
          <p:cNvPr id="6" name="object 6"/>
          <p:cNvSpPr txBox="1"/>
          <p:nvPr/>
        </p:nvSpPr>
        <p:spPr>
          <a:xfrm>
            <a:off x="2133600" y="838200"/>
            <a:ext cx="6705600" cy="5848396"/>
          </a:xfrm>
          <a:prstGeom prst="rect">
            <a:avLst/>
          </a:prstGeom>
        </p:spPr>
        <p:txBody>
          <a:bodyPr vert="horz" wrap="square" lIns="0" tIns="59055" rIns="0" bIns="0" rtlCol="0">
            <a:spAutoFit/>
          </a:bodyPr>
          <a:lstStyle/>
          <a:p>
            <a:pPr marL="255904" indent="-243840">
              <a:lnSpc>
                <a:spcPct val="100000"/>
              </a:lnSpc>
              <a:spcBef>
                <a:spcPts val="465"/>
              </a:spcBef>
              <a:buChar char="•"/>
              <a:tabLst>
                <a:tab pos="255904" algn="l"/>
                <a:tab pos="256540" algn="l"/>
              </a:tabLst>
            </a:pPr>
            <a:r>
              <a:rPr b="1">
                <a:latin typeface="Bookman Old Style" pitchFamily="18" charset="0"/>
                <a:cs typeface="Arial"/>
              </a:rPr>
              <a:t>C</a:t>
            </a:r>
            <a:r>
              <a:rPr lang="en-US" b="1" dirty="0">
                <a:latin typeface="Bookman Old Style" pitchFamily="18" charset="0"/>
                <a:cs typeface="Arial"/>
              </a:rPr>
              <a:t>O_</a:t>
            </a:r>
            <a:r>
              <a:rPr b="1">
                <a:latin typeface="Bookman Old Style" pitchFamily="18" charset="0"/>
                <a:cs typeface="Arial"/>
              </a:rPr>
              <a:t>1</a:t>
            </a:r>
            <a:r>
              <a:rPr b="1" dirty="0">
                <a:latin typeface="Bookman Old Style" pitchFamily="18" charset="0"/>
                <a:cs typeface="Arial"/>
              </a:rPr>
              <a:t>:</a:t>
            </a:r>
            <a:r>
              <a:rPr b="1" spc="-95" dirty="0">
                <a:latin typeface="Bookman Old Style" pitchFamily="18" charset="0"/>
                <a:cs typeface="Arial"/>
              </a:rPr>
              <a:t> </a:t>
            </a:r>
            <a:r>
              <a:rPr dirty="0">
                <a:latin typeface="Bookman Old Style" pitchFamily="18" charset="0"/>
                <a:cs typeface="Arial"/>
              </a:rPr>
              <a:t>Analyze software requirements and formulate design solution </a:t>
            </a:r>
            <a:r>
              <a:rPr spc="-5" dirty="0">
                <a:latin typeface="Bookman Old Style" pitchFamily="18" charset="0"/>
                <a:cs typeface="Arial"/>
              </a:rPr>
              <a:t>for</a:t>
            </a:r>
            <a:r>
              <a:rPr dirty="0">
                <a:latin typeface="Bookman Old Style" pitchFamily="18" charset="0"/>
                <a:cs typeface="Arial"/>
              </a:rPr>
              <a:t> a software.</a:t>
            </a:r>
            <a:endParaRPr>
              <a:latin typeface="Bookman Old Style" pitchFamily="18" charset="0"/>
              <a:cs typeface="Arial"/>
            </a:endParaRPr>
          </a:p>
          <a:p>
            <a:pPr marL="255904" marR="5080" indent="-243840">
              <a:lnSpc>
                <a:spcPts val="2000"/>
              </a:lnSpc>
              <a:spcBef>
                <a:spcPts val="470"/>
              </a:spcBef>
              <a:buChar char="•"/>
              <a:tabLst>
                <a:tab pos="255904" algn="l"/>
                <a:tab pos="256540" algn="l"/>
              </a:tabLst>
            </a:pPr>
            <a:r>
              <a:rPr b="1">
                <a:latin typeface="Bookman Old Style" pitchFamily="18" charset="0"/>
                <a:cs typeface="Arial"/>
              </a:rPr>
              <a:t>CO</a:t>
            </a:r>
            <a:r>
              <a:rPr lang="en-US" b="1" dirty="0">
                <a:latin typeface="Bookman Old Style" pitchFamily="18" charset="0"/>
                <a:cs typeface="Arial"/>
              </a:rPr>
              <a:t>_</a:t>
            </a:r>
            <a:r>
              <a:rPr b="1">
                <a:latin typeface="Bookman Old Style" pitchFamily="18" charset="0"/>
                <a:cs typeface="Arial"/>
              </a:rPr>
              <a:t>2</a:t>
            </a:r>
            <a:r>
              <a:rPr b="1" dirty="0">
                <a:latin typeface="Bookman Old Style" pitchFamily="18" charset="0"/>
                <a:cs typeface="Arial"/>
              </a:rPr>
              <a:t>: </a:t>
            </a:r>
            <a:r>
              <a:rPr dirty="0">
                <a:latin typeface="Bookman Old Style" pitchFamily="18" charset="0"/>
                <a:cs typeface="Arial"/>
              </a:rPr>
              <a:t>Design applicable solutions in one or more application domains using </a:t>
            </a:r>
            <a:r>
              <a:rPr spc="5" dirty="0">
                <a:latin typeface="Bookman Old Style" pitchFamily="18" charset="0"/>
                <a:cs typeface="Arial"/>
              </a:rPr>
              <a:t> </a:t>
            </a:r>
            <a:r>
              <a:rPr dirty="0">
                <a:latin typeface="Bookman Old Style" pitchFamily="18" charset="0"/>
                <a:cs typeface="Arial"/>
              </a:rPr>
              <a:t>software engineering approaches that integrate ethical, social, legal and</a:t>
            </a:r>
            <a:r>
              <a:rPr spc="5" dirty="0">
                <a:latin typeface="Bookman Old Style" pitchFamily="18" charset="0"/>
                <a:cs typeface="Arial"/>
              </a:rPr>
              <a:t> </a:t>
            </a:r>
            <a:r>
              <a:rPr dirty="0">
                <a:latin typeface="Bookman Old Style" pitchFamily="18" charset="0"/>
                <a:cs typeface="Arial"/>
              </a:rPr>
              <a:t>economic </a:t>
            </a:r>
            <a:r>
              <a:rPr spc="-459" dirty="0">
                <a:latin typeface="Bookman Old Style" pitchFamily="18" charset="0"/>
                <a:cs typeface="Arial"/>
              </a:rPr>
              <a:t> </a:t>
            </a:r>
            <a:r>
              <a:rPr dirty="0">
                <a:latin typeface="Bookman Old Style" pitchFamily="18" charset="0"/>
                <a:cs typeface="Arial"/>
              </a:rPr>
              <a:t>concerns.</a:t>
            </a:r>
            <a:endParaRPr>
              <a:latin typeface="Bookman Old Style" pitchFamily="18" charset="0"/>
              <a:cs typeface="Arial"/>
            </a:endParaRPr>
          </a:p>
          <a:p>
            <a:pPr marL="255904" marR="161925" indent="-243840">
              <a:lnSpc>
                <a:spcPts val="2000"/>
              </a:lnSpc>
              <a:spcBef>
                <a:spcPts val="409"/>
              </a:spcBef>
              <a:buChar char="•"/>
              <a:tabLst>
                <a:tab pos="255904" algn="l"/>
                <a:tab pos="256540" algn="l"/>
              </a:tabLst>
            </a:pPr>
            <a:r>
              <a:rPr b="1">
                <a:latin typeface="Bookman Old Style" pitchFamily="18" charset="0"/>
                <a:cs typeface="Arial"/>
              </a:rPr>
              <a:t>CO</a:t>
            </a:r>
            <a:r>
              <a:rPr lang="en-US" b="1" dirty="0">
                <a:latin typeface="Bookman Old Style" pitchFamily="18" charset="0"/>
                <a:cs typeface="Arial"/>
              </a:rPr>
              <a:t>_</a:t>
            </a:r>
            <a:r>
              <a:rPr b="1">
                <a:latin typeface="Bookman Old Style" pitchFamily="18" charset="0"/>
                <a:cs typeface="Arial"/>
              </a:rPr>
              <a:t>3</a:t>
            </a:r>
            <a:r>
              <a:rPr b="1" dirty="0">
                <a:latin typeface="Bookman Old Style" pitchFamily="18" charset="0"/>
                <a:cs typeface="Arial"/>
              </a:rPr>
              <a:t>: </a:t>
            </a:r>
            <a:r>
              <a:rPr dirty="0">
                <a:latin typeface="Bookman Old Style" pitchFamily="18" charset="0"/>
                <a:cs typeface="Arial"/>
              </a:rPr>
              <a:t>Apply new software models, techniques and technologies </a:t>
            </a:r>
            <a:r>
              <a:rPr spc="-5" dirty="0">
                <a:latin typeface="Bookman Old Style" pitchFamily="18" charset="0"/>
                <a:cs typeface="Arial"/>
              </a:rPr>
              <a:t>to </a:t>
            </a:r>
            <a:r>
              <a:rPr dirty="0">
                <a:latin typeface="Bookman Old Style" pitchFamily="18" charset="0"/>
                <a:cs typeface="Arial"/>
              </a:rPr>
              <a:t>bring out </a:t>
            </a:r>
            <a:r>
              <a:rPr spc="5" dirty="0">
                <a:latin typeface="Bookman Old Style" pitchFamily="18" charset="0"/>
                <a:cs typeface="Arial"/>
              </a:rPr>
              <a:t> </a:t>
            </a:r>
            <a:r>
              <a:rPr dirty="0">
                <a:latin typeface="Bookman Old Style" pitchFamily="18" charset="0"/>
                <a:cs typeface="Arial"/>
              </a:rPr>
              <a:t>innovative</a:t>
            </a:r>
            <a:r>
              <a:rPr spc="-5" dirty="0">
                <a:latin typeface="Bookman Old Style" pitchFamily="18" charset="0"/>
                <a:cs typeface="Arial"/>
              </a:rPr>
              <a:t> </a:t>
            </a:r>
            <a:r>
              <a:rPr dirty="0">
                <a:latin typeface="Bookman Old Style" pitchFamily="18" charset="0"/>
                <a:cs typeface="Arial"/>
              </a:rPr>
              <a:t>and novelistic solutions </a:t>
            </a:r>
            <a:r>
              <a:rPr spc="-5" dirty="0">
                <a:latin typeface="Bookman Old Style" pitchFamily="18" charset="0"/>
                <a:cs typeface="Arial"/>
              </a:rPr>
              <a:t>for</a:t>
            </a:r>
            <a:r>
              <a:rPr dirty="0">
                <a:latin typeface="Bookman Old Style" pitchFamily="18" charset="0"/>
                <a:cs typeface="Arial"/>
              </a:rPr>
              <a:t> the growth of the society in all aspects and </a:t>
            </a:r>
            <a:r>
              <a:rPr spc="-455" dirty="0">
                <a:latin typeface="Bookman Old Style" pitchFamily="18" charset="0"/>
                <a:cs typeface="Arial"/>
              </a:rPr>
              <a:t> </a:t>
            </a:r>
            <a:r>
              <a:rPr dirty="0">
                <a:latin typeface="Bookman Old Style" pitchFamily="18" charset="0"/>
                <a:cs typeface="Arial"/>
              </a:rPr>
              <a:t>evolving</a:t>
            </a:r>
            <a:r>
              <a:rPr spc="-5" dirty="0">
                <a:latin typeface="Bookman Old Style" pitchFamily="18" charset="0"/>
                <a:cs typeface="Arial"/>
              </a:rPr>
              <a:t> </a:t>
            </a:r>
            <a:r>
              <a:rPr dirty="0">
                <a:latin typeface="Bookman Old Style" pitchFamily="18" charset="0"/>
                <a:cs typeface="Arial"/>
              </a:rPr>
              <a:t>into their continuous professional development.</a:t>
            </a:r>
            <a:endParaRPr>
              <a:latin typeface="Bookman Old Style" pitchFamily="18" charset="0"/>
              <a:cs typeface="Arial"/>
            </a:endParaRPr>
          </a:p>
          <a:p>
            <a:pPr marL="255904" indent="-243840">
              <a:lnSpc>
                <a:spcPct val="100000"/>
              </a:lnSpc>
              <a:spcBef>
                <a:spcPts val="310"/>
              </a:spcBef>
              <a:buChar char="•"/>
              <a:tabLst>
                <a:tab pos="255904" algn="l"/>
                <a:tab pos="256540" algn="l"/>
              </a:tabLst>
            </a:pPr>
            <a:r>
              <a:rPr b="1">
                <a:latin typeface="Bookman Old Style" pitchFamily="18" charset="0"/>
                <a:cs typeface="Arial"/>
              </a:rPr>
              <a:t>C</a:t>
            </a:r>
            <a:r>
              <a:rPr lang="en-US" b="1" dirty="0">
                <a:latin typeface="Bookman Old Style" pitchFamily="18" charset="0"/>
                <a:cs typeface="Arial"/>
              </a:rPr>
              <a:t>O_ b</a:t>
            </a:r>
            <a:r>
              <a:rPr b="1">
                <a:latin typeface="Bookman Old Style" pitchFamily="18" charset="0"/>
                <a:cs typeface="Arial"/>
              </a:rPr>
              <a:t>4</a:t>
            </a:r>
            <a:r>
              <a:rPr b="1" dirty="0">
                <a:latin typeface="Bookman Old Style" pitchFamily="18" charset="0"/>
                <a:cs typeface="Arial"/>
              </a:rPr>
              <a:t>:</a:t>
            </a:r>
            <a:r>
              <a:rPr b="1" spc="-5" dirty="0">
                <a:latin typeface="Bookman Old Style" pitchFamily="18" charset="0"/>
                <a:cs typeface="Arial"/>
              </a:rPr>
              <a:t> </a:t>
            </a:r>
            <a:r>
              <a:rPr dirty="0">
                <a:latin typeface="Bookman Old Style" pitchFamily="18" charset="0"/>
                <a:cs typeface="Arial"/>
              </a:rPr>
              <a:t>Model and</a:t>
            </a:r>
            <a:r>
              <a:rPr spc="-5" dirty="0">
                <a:latin typeface="Bookman Old Style" pitchFamily="18" charset="0"/>
                <a:cs typeface="Arial"/>
              </a:rPr>
              <a:t> </a:t>
            </a:r>
            <a:r>
              <a:rPr dirty="0">
                <a:latin typeface="Bookman Old Style" pitchFamily="18" charset="0"/>
                <a:cs typeface="Arial"/>
              </a:rPr>
              <a:t>design User interface</a:t>
            </a:r>
            <a:r>
              <a:rPr spc="-5" dirty="0">
                <a:latin typeface="Bookman Old Style" pitchFamily="18" charset="0"/>
                <a:cs typeface="Arial"/>
              </a:rPr>
              <a:t> </a:t>
            </a:r>
            <a:r>
              <a:rPr dirty="0">
                <a:latin typeface="Bookman Old Style" pitchFamily="18" charset="0"/>
                <a:cs typeface="Arial"/>
              </a:rPr>
              <a:t>and component-level.</a:t>
            </a:r>
            <a:endParaRPr>
              <a:latin typeface="Bookman Old Style" pitchFamily="18" charset="0"/>
              <a:cs typeface="Arial"/>
            </a:endParaRPr>
          </a:p>
          <a:p>
            <a:pPr marL="255904" marR="1160145" indent="-243840">
              <a:lnSpc>
                <a:spcPts val="2000"/>
              </a:lnSpc>
              <a:spcBef>
                <a:spcPts val="470"/>
              </a:spcBef>
              <a:buChar char="•"/>
              <a:tabLst>
                <a:tab pos="255904" algn="l"/>
                <a:tab pos="256540" algn="l"/>
              </a:tabLst>
            </a:pPr>
            <a:r>
              <a:rPr b="1" dirty="0">
                <a:latin typeface="Bookman Old Style" pitchFamily="18" charset="0"/>
                <a:cs typeface="Arial"/>
              </a:rPr>
              <a:t>CO5: </a:t>
            </a:r>
            <a:r>
              <a:rPr spc="-5" dirty="0">
                <a:latin typeface="Bookman Old Style" pitchFamily="18" charset="0"/>
                <a:cs typeface="Arial"/>
              </a:rPr>
              <a:t>Identify</a:t>
            </a:r>
            <a:r>
              <a:rPr dirty="0">
                <a:latin typeface="Bookman Old Style" pitchFamily="18" charset="0"/>
                <a:cs typeface="Arial"/>
              </a:rPr>
              <a:t> and</a:t>
            </a:r>
            <a:r>
              <a:rPr spc="5" dirty="0">
                <a:latin typeface="Bookman Old Style" pitchFamily="18" charset="0"/>
                <a:cs typeface="Arial"/>
              </a:rPr>
              <a:t> </a:t>
            </a:r>
            <a:r>
              <a:rPr dirty="0">
                <a:latin typeface="Bookman Old Style" pitchFamily="18" charset="0"/>
                <a:cs typeface="Arial"/>
              </a:rPr>
              <a:t>handle risk management</a:t>
            </a:r>
            <a:r>
              <a:rPr spc="5" dirty="0">
                <a:latin typeface="Bookman Old Style" pitchFamily="18" charset="0"/>
                <a:cs typeface="Arial"/>
              </a:rPr>
              <a:t> </a:t>
            </a:r>
            <a:r>
              <a:rPr dirty="0">
                <a:latin typeface="Bookman Old Style" pitchFamily="18" charset="0"/>
                <a:cs typeface="Arial"/>
              </a:rPr>
              <a:t>and software configuration </a:t>
            </a:r>
            <a:r>
              <a:rPr spc="-455" dirty="0">
                <a:latin typeface="Bookman Old Style" pitchFamily="18" charset="0"/>
                <a:cs typeface="Arial"/>
              </a:rPr>
              <a:t> </a:t>
            </a:r>
            <a:r>
              <a:rPr dirty="0">
                <a:latin typeface="Bookman Old Style" pitchFamily="18" charset="0"/>
                <a:cs typeface="Arial"/>
              </a:rPr>
              <a:t>management.</a:t>
            </a:r>
            <a:endParaRPr>
              <a:latin typeface="Bookman Old Style" pitchFamily="18" charset="0"/>
              <a:cs typeface="Arial"/>
            </a:endParaRPr>
          </a:p>
          <a:p>
            <a:pPr marL="255904" marR="77470" indent="-243840">
              <a:lnSpc>
                <a:spcPts val="2000"/>
              </a:lnSpc>
              <a:spcBef>
                <a:spcPts val="405"/>
              </a:spcBef>
              <a:buChar char="•"/>
              <a:tabLst>
                <a:tab pos="255904" algn="l"/>
                <a:tab pos="256540" algn="l"/>
              </a:tabLst>
            </a:pPr>
            <a:r>
              <a:rPr b="1" dirty="0">
                <a:latin typeface="Bookman Old Style" pitchFamily="18" charset="0"/>
                <a:cs typeface="Arial"/>
              </a:rPr>
              <a:t>C06: </a:t>
            </a:r>
            <a:r>
              <a:rPr dirty="0">
                <a:latin typeface="Bookman Old Style" pitchFamily="18" charset="0"/>
                <a:cs typeface="Arial"/>
              </a:rPr>
              <a:t>Utilize knowledge of software testing approaches, approaches </a:t>
            </a:r>
            <a:r>
              <a:rPr spc="-5" dirty="0">
                <a:latin typeface="Bookman Old Style" pitchFamily="18" charset="0"/>
                <a:cs typeface="Arial"/>
              </a:rPr>
              <a:t>to</a:t>
            </a:r>
            <a:r>
              <a:rPr dirty="0">
                <a:latin typeface="Bookman Old Style" pitchFamily="18" charset="0"/>
                <a:cs typeface="Arial"/>
              </a:rPr>
              <a:t> verification </a:t>
            </a:r>
            <a:r>
              <a:rPr spc="-455" dirty="0">
                <a:latin typeface="Bookman Old Style" pitchFamily="18" charset="0"/>
                <a:cs typeface="Arial"/>
              </a:rPr>
              <a:t> </a:t>
            </a:r>
            <a:r>
              <a:rPr dirty="0">
                <a:latin typeface="Bookman Old Style" pitchFamily="18" charset="0"/>
                <a:cs typeface="Arial"/>
              </a:rPr>
              <a:t>and</a:t>
            </a:r>
            <a:r>
              <a:rPr spc="-5" dirty="0">
                <a:latin typeface="Bookman Old Style" pitchFamily="18" charset="0"/>
                <a:cs typeface="Arial"/>
              </a:rPr>
              <a:t> </a:t>
            </a:r>
            <a:r>
              <a:rPr dirty="0">
                <a:latin typeface="Bookman Old Style" pitchFamily="18" charset="0"/>
                <a:cs typeface="Arial"/>
              </a:rPr>
              <a:t>validation.</a:t>
            </a:r>
            <a:endParaRPr>
              <a:latin typeface="Bookman Old Style" pitchFamily="18" charset="0"/>
              <a:cs typeface="Arial"/>
            </a:endParaRPr>
          </a:p>
          <a:p>
            <a:pPr marL="255904" marR="93345" indent="-243840">
              <a:lnSpc>
                <a:spcPts val="2000"/>
              </a:lnSpc>
              <a:spcBef>
                <a:spcPts val="409"/>
              </a:spcBef>
              <a:buChar char="•"/>
              <a:tabLst>
                <a:tab pos="255904" algn="l"/>
                <a:tab pos="256540" algn="l"/>
              </a:tabLst>
            </a:pPr>
            <a:r>
              <a:rPr b="1" dirty="0">
                <a:latin typeface="Bookman Old Style" pitchFamily="18" charset="0"/>
                <a:cs typeface="Arial"/>
              </a:rPr>
              <a:t>C07: </a:t>
            </a:r>
            <a:r>
              <a:rPr dirty="0">
                <a:latin typeface="Bookman Old Style" pitchFamily="18" charset="0"/>
                <a:cs typeface="Arial"/>
              </a:rPr>
              <a:t>Construct software of high quality — software that is reliable, and that is </a:t>
            </a:r>
            <a:r>
              <a:rPr spc="5" dirty="0">
                <a:latin typeface="Bookman Old Style" pitchFamily="18" charset="0"/>
                <a:cs typeface="Arial"/>
              </a:rPr>
              <a:t> </a:t>
            </a:r>
            <a:r>
              <a:rPr dirty="0">
                <a:latin typeface="Bookman Old Style" pitchFamily="18" charset="0"/>
                <a:cs typeface="Arial"/>
              </a:rPr>
              <a:t>reasonably easy</a:t>
            </a:r>
            <a:r>
              <a:rPr spc="5" dirty="0">
                <a:latin typeface="Bookman Old Style" pitchFamily="18" charset="0"/>
                <a:cs typeface="Arial"/>
              </a:rPr>
              <a:t> </a:t>
            </a:r>
            <a:r>
              <a:rPr spc="-5" dirty="0">
                <a:latin typeface="Bookman Old Style" pitchFamily="18" charset="0"/>
                <a:cs typeface="Arial"/>
              </a:rPr>
              <a:t>to</a:t>
            </a:r>
            <a:r>
              <a:rPr dirty="0">
                <a:latin typeface="Bookman Old Style" pitchFamily="18" charset="0"/>
                <a:cs typeface="Arial"/>
              </a:rPr>
              <a:t> understand,</a:t>
            </a:r>
            <a:r>
              <a:rPr spc="5" dirty="0">
                <a:latin typeface="Bookman Old Style" pitchFamily="18" charset="0"/>
                <a:cs typeface="Arial"/>
              </a:rPr>
              <a:t> </a:t>
            </a:r>
            <a:r>
              <a:rPr dirty="0">
                <a:latin typeface="Bookman Old Style" pitchFamily="18" charset="0"/>
                <a:cs typeface="Arial"/>
              </a:rPr>
              <a:t>modify and</a:t>
            </a:r>
            <a:r>
              <a:rPr spc="5" dirty="0">
                <a:latin typeface="Bookman Old Style" pitchFamily="18" charset="0"/>
                <a:cs typeface="Arial"/>
              </a:rPr>
              <a:t> </a:t>
            </a:r>
            <a:r>
              <a:rPr dirty="0">
                <a:latin typeface="Bookman Old Style" pitchFamily="18" charset="0"/>
                <a:cs typeface="Arial"/>
              </a:rPr>
              <a:t>maintain </a:t>
            </a:r>
            <a:r>
              <a:rPr spc="-5" dirty="0">
                <a:latin typeface="Bookman Old Style" pitchFamily="18" charset="0"/>
                <a:cs typeface="Arial"/>
              </a:rPr>
              <a:t>efficient,</a:t>
            </a:r>
            <a:r>
              <a:rPr spc="5" dirty="0">
                <a:latin typeface="Bookman Old Style" pitchFamily="18" charset="0"/>
                <a:cs typeface="Arial"/>
              </a:rPr>
              <a:t> </a:t>
            </a:r>
            <a:r>
              <a:rPr dirty="0">
                <a:latin typeface="Bookman Old Style" pitchFamily="18" charset="0"/>
                <a:cs typeface="Arial"/>
              </a:rPr>
              <a:t>reliable, robust</a:t>
            </a:r>
            <a:r>
              <a:rPr spc="5" dirty="0">
                <a:latin typeface="Bookman Old Style" pitchFamily="18" charset="0"/>
                <a:cs typeface="Arial"/>
              </a:rPr>
              <a:t> </a:t>
            </a:r>
            <a:r>
              <a:rPr dirty="0">
                <a:latin typeface="Bookman Old Style" pitchFamily="18" charset="0"/>
                <a:cs typeface="Arial"/>
              </a:rPr>
              <a:t>and </a:t>
            </a:r>
            <a:r>
              <a:rPr spc="-459" dirty="0">
                <a:latin typeface="Bookman Old Style" pitchFamily="18" charset="0"/>
                <a:cs typeface="Arial"/>
              </a:rPr>
              <a:t> </a:t>
            </a:r>
            <a:r>
              <a:rPr spc="-5" dirty="0">
                <a:latin typeface="Bookman Old Style" pitchFamily="18" charset="0"/>
                <a:cs typeface="Arial"/>
              </a:rPr>
              <a:t>cost-effective </a:t>
            </a:r>
            <a:r>
              <a:rPr dirty="0">
                <a:latin typeface="Bookman Old Style" pitchFamily="18" charset="0"/>
                <a:cs typeface="Arial"/>
              </a:rPr>
              <a:t>software solutions.</a:t>
            </a:r>
            <a:endParaRPr>
              <a:latin typeface="Bookman Old Style" pitchFamily="18" charset="0"/>
              <a:cs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0" y="0"/>
            <a:ext cx="2114550" cy="6858000"/>
          </a:xfrm>
          <a:prstGeom prst="rect">
            <a:avLst/>
          </a:prstGeom>
        </p:spPr>
      </p:pic>
      <p:sp>
        <p:nvSpPr>
          <p:cNvPr id="5" name="object 5"/>
          <p:cNvSpPr txBox="1">
            <a:spLocks noGrp="1"/>
          </p:cNvSpPr>
          <p:nvPr>
            <p:ph type="title"/>
          </p:nvPr>
        </p:nvSpPr>
        <p:spPr>
          <a:xfrm>
            <a:off x="2517457" y="412929"/>
            <a:ext cx="1673543" cy="628377"/>
          </a:xfrm>
          <a:prstGeom prst="rect">
            <a:avLst/>
          </a:prstGeom>
        </p:spPr>
        <p:txBody>
          <a:bodyPr vert="horz" wrap="square" lIns="0" tIns="12700" rIns="0" bIns="0" rtlCol="0">
            <a:spAutoFit/>
          </a:bodyPr>
          <a:lstStyle/>
          <a:p>
            <a:pPr marL="12700">
              <a:lnSpc>
                <a:spcPct val="100000"/>
              </a:lnSpc>
              <a:spcBef>
                <a:spcPts val="100"/>
              </a:spcBef>
            </a:pPr>
            <a:r>
              <a:rPr sz="4000" b="1" spc="-5" dirty="0">
                <a:solidFill>
                  <a:srgbClr val="143D68"/>
                </a:solidFill>
                <a:latin typeface="Bookman Old Style" pitchFamily="18" charset="0"/>
              </a:rPr>
              <a:t>Boo</a:t>
            </a:r>
            <a:r>
              <a:rPr sz="4000" b="1" spc="-45" dirty="0">
                <a:solidFill>
                  <a:srgbClr val="143D68"/>
                </a:solidFill>
                <a:latin typeface="Bookman Old Style" pitchFamily="18" charset="0"/>
              </a:rPr>
              <a:t>k</a:t>
            </a:r>
            <a:r>
              <a:rPr sz="4000" b="1" dirty="0">
                <a:solidFill>
                  <a:srgbClr val="143D68"/>
                </a:solidFill>
                <a:latin typeface="Bookman Old Style" pitchFamily="18" charset="0"/>
              </a:rPr>
              <a:t>s</a:t>
            </a:r>
            <a:endParaRPr sz="4000" b="1">
              <a:latin typeface="Bookman Old Style" pitchFamily="18" charset="0"/>
            </a:endParaRPr>
          </a:p>
        </p:txBody>
      </p:sp>
      <p:sp>
        <p:nvSpPr>
          <p:cNvPr id="6" name="object 6"/>
          <p:cNvSpPr txBox="1"/>
          <p:nvPr/>
        </p:nvSpPr>
        <p:spPr>
          <a:xfrm>
            <a:off x="2209801" y="1790779"/>
            <a:ext cx="6553200" cy="1610697"/>
          </a:xfrm>
          <a:prstGeom prst="rect">
            <a:avLst/>
          </a:prstGeom>
        </p:spPr>
        <p:txBody>
          <a:bodyPr vert="horz" wrap="square" lIns="0" tIns="33020" rIns="0" bIns="0" rtlCol="0">
            <a:spAutoFit/>
          </a:bodyPr>
          <a:lstStyle/>
          <a:p>
            <a:pPr marL="469900" marR="5080" indent="-457200">
              <a:lnSpc>
                <a:spcPts val="2300"/>
              </a:lnSpc>
              <a:spcBef>
                <a:spcPts val="260"/>
              </a:spcBef>
              <a:buFont typeface="+mj-lt"/>
              <a:buAutoNum type="arabicPeriod"/>
              <a:tabLst>
                <a:tab pos="354965" algn="l"/>
                <a:tab pos="355600" algn="l"/>
              </a:tabLst>
            </a:pPr>
            <a:r>
              <a:rPr sz="2000" spc="-5">
                <a:latin typeface="Bookman Old Style" pitchFamily="18" charset="0"/>
                <a:cs typeface="Arial"/>
              </a:rPr>
              <a:t>Software </a:t>
            </a:r>
            <a:r>
              <a:rPr sz="2000" dirty="0">
                <a:latin typeface="Bookman Old Style" pitchFamily="18" charset="0"/>
                <a:cs typeface="Arial"/>
              </a:rPr>
              <a:t>Engineering: A </a:t>
            </a:r>
            <a:r>
              <a:rPr sz="2000" spc="5" dirty="0">
                <a:latin typeface="Bookman Old Style" pitchFamily="18" charset="0"/>
                <a:cs typeface="Arial"/>
              </a:rPr>
              <a:t> </a:t>
            </a:r>
            <a:r>
              <a:rPr sz="2000" spc="-5">
                <a:latin typeface="Bookman Old Style" pitchFamily="18" charset="0"/>
                <a:cs typeface="Arial"/>
              </a:rPr>
              <a:t>Practitioner‘s</a:t>
            </a:r>
            <a:r>
              <a:rPr sz="2000" spc="-114">
                <a:latin typeface="Bookman Old Style" pitchFamily="18" charset="0"/>
                <a:cs typeface="Arial"/>
              </a:rPr>
              <a:t> </a:t>
            </a:r>
            <a:r>
              <a:rPr sz="2000">
                <a:latin typeface="Bookman Old Style" pitchFamily="18" charset="0"/>
                <a:cs typeface="Arial"/>
              </a:rPr>
              <a:t>Approach</a:t>
            </a:r>
            <a:r>
              <a:rPr lang="en-US" sz="2000" dirty="0">
                <a:latin typeface="Bookman Old Style" pitchFamily="18" charset="0"/>
                <a:cs typeface="Arial"/>
              </a:rPr>
              <a:t> by Roger Pressman,  </a:t>
            </a:r>
            <a:r>
              <a:rPr sz="2000" spc="-5">
                <a:latin typeface="Bookman Old Style" pitchFamily="18" charset="0"/>
                <a:cs typeface="Arial"/>
              </a:rPr>
              <a:t>McGraw</a:t>
            </a:r>
            <a:r>
              <a:rPr sz="2000">
                <a:latin typeface="Bookman Old Style" pitchFamily="18" charset="0"/>
                <a:cs typeface="Arial"/>
              </a:rPr>
              <a:t> Hill</a:t>
            </a:r>
            <a:r>
              <a:rPr lang="en-US" sz="2000" dirty="0">
                <a:latin typeface="Bookman Old Style" pitchFamily="18" charset="0"/>
                <a:cs typeface="Arial"/>
              </a:rPr>
              <a:t> Publication</a:t>
            </a:r>
          </a:p>
          <a:p>
            <a:pPr marL="469900" marR="5080" indent="-457200">
              <a:lnSpc>
                <a:spcPts val="2300"/>
              </a:lnSpc>
              <a:spcBef>
                <a:spcPts val="260"/>
              </a:spcBef>
              <a:buFont typeface="+mj-lt"/>
              <a:buAutoNum type="arabicPeriod"/>
              <a:tabLst>
                <a:tab pos="354965" algn="l"/>
                <a:tab pos="355600" algn="l"/>
              </a:tabLst>
            </a:pPr>
            <a:endParaRPr sz="2000">
              <a:latin typeface="Bookman Old Style" pitchFamily="18" charset="0"/>
              <a:cs typeface="Arial"/>
            </a:endParaRPr>
          </a:p>
          <a:p>
            <a:pPr marL="469900" marR="568960" indent="-457200">
              <a:lnSpc>
                <a:spcPts val="2300"/>
              </a:lnSpc>
              <a:spcBef>
                <a:spcPts val="480"/>
              </a:spcBef>
              <a:buFont typeface="+mj-lt"/>
              <a:buAutoNum type="arabicPeriod"/>
              <a:tabLst>
                <a:tab pos="354965" algn="l"/>
                <a:tab pos="355600" algn="l"/>
              </a:tabLst>
            </a:pPr>
            <a:r>
              <a:rPr sz="2000" spc="-5">
                <a:latin typeface="Bookman Old Style" pitchFamily="18" charset="0"/>
                <a:cs typeface="Arial"/>
              </a:rPr>
              <a:t>Ian</a:t>
            </a:r>
            <a:r>
              <a:rPr sz="2000" spc="-10">
                <a:latin typeface="Bookman Old Style" pitchFamily="18" charset="0"/>
                <a:cs typeface="Arial"/>
              </a:rPr>
              <a:t> </a:t>
            </a:r>
            <a:r>
              <a:rPr sz="2000" dirty="0">
                <a:latin typeface="Bookman Old Style" pitchFamily="18" charset="0"/>
                <a:cs typeface="Arial"/>
              </a:rPr>
              <a:t>Sommerville,</a:t>
            </a:r>
            <a:r>
              <a:rPr sz="2000" spc="-20" dirty="0">
                <a:latin typeface="Bookman Old Style" pitchFamily="18" charset="0"/>
                <a:cs typeface="Arial"/>
              </a:rPr>
              <a:t> </a:t>
            </a:r>
            <a:r>
              <a:rPr sz="2000" dirty="0">
                <a:latin typeface="Bookman Old Style" pitchFamily="18" charset="0"/>
                <a:cs typeface="Arial"/>
              </a:rPr>
              <a:t>―</a:t>
            </a:r>
            <a:r>
              <a:rPr sz="2000" spc="-15" dirty="0">
                <a:latin typeface="Bookman Old Style" pitchFamily="18" charset="0"/>
                <a:cs typeface="Arial"/>
              </a:rPr>
              <a:t> </a:t>
            </a:r>
            <a:r>
              <a:rPr sz="2000" spc="-5" dirty="0">
                <a:latin typeface="Bookman Old Style" pitchFamily="18" charset="0"/>
                <a:cs typeface="Arial"/>
              </a:rPr>
              <a:t>Software</a:t>
            </a:r>
            <a:r>
              <a:rPr sz="2000" spc="-10" dirty="0">
                <a:latin typeface="Bookman Old Style" pitchFamily="18" charset="0"/>
                <a:cs typeface="Arial"/>
              </a:rPr>
              <a:t> </a:t>
            </a:r>
            <a:r>
              <a:rPr sz="2000" dirty="0">
                <a:latin typeface="Bookman Old Style" pitchFamily="18" charset="0"/>
                <a:cs typeface="Arial"/>
              </a:rPr>
              <a:t>Engineeringǁ, </a:t>
            </a:r>
            <a:r>
              <a:rPr sz="2000" spc="-540" dirty="0">
                <a:latin typeface="Bookman Old Style" pitchFamily="18" charset="0"/>
                <a:cs typeface="Arial"/>
              </a:rPr>
              <a:t> </a:t>
            </a:r>
            <a:r>
              <a:rPr sz="2000" dirty="0">
                <a:latin typeface="Bookman Old Style" pitchFamily="18" charset="0"/>
                <a:cs typeface="Arial"/>
              </a:rPr>
              <a:t>Addison</a:t>
            </a:r>
            <a:r>
              <a:rPr sz="2000" spc="-10" dirty="0">
                <a:latin typeface="Bookman Old Style" pitchFamily="18" charset="0"/>
                <a:cs typeface="Arial"/>
              </a:rPr>
              <a:t> </a:t>
            </a:r>
            <a:r>
              <a:rPr sz="2000">
                <a:latin typeface="Bookman Old Style" pitchFamily="18" charset="0"/>
                <a:cs typeface="Arial"/>
              </a:rPr>
              <a:t>and</a:t>
            </a:r>
            <a:r>
              <a:rPr sz="2000" spc="-5">
                <a:latin typeface="Bookman Old Style" pitchFamily="18" charset="0"/>
                <a:cs typeface="Arial"/>
              </a:rPr>
              <a:t> </a:t>
            </a:r>
            <a:r>
              <a:rPr sz="2000" spc="-30">
                <a:latin typeface="Bookman Old Style" pitchFamily="18" charset="0"/>
                <a:cs typeface="Arial"/>
              </a:rPr>
              <a:t>Wesley</a:t>
            </a:r>
            <a:r>
              <a:rPr lang="en-US" sz="2000" spc="-30" dirty="0">
                <a:latin typeface="Bookman Old Style" pitchFamily="18" charset="0"/>
                <a:cs typeface="Arial"/>
              </a:rPr>
              <a:t> Publication</a:t>
            </a:r>
            <a:endParaRPr sz="2000">
              <a:latin typeface="Bookman Old Style" pitchFamily="18" charset="0"/>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0" y="0"/>
            <a:ext cx="2114550" cy="6858000"/>
          </a:xfrm>
          <a:prstGeom prst="rect">
            <a:avLst/>
          </a:prstGeom>
        </p:spPr>
      </p:pic>
      <p:sp>
        <p:nvSpPr>
          <p:cNvPr id="5" name="object 5"/>
          <p:cNvSpPr txBox="1"/>
          <p:nvPr/>
        </p:nvSpPr>
        <p:spPr>
          <a:xfrm>
            <a:off x="1905000" y="1981200"/>
            <a:ext cx="6781800" cy="2013756"/>
          </a:xfrm>
          <a:prstGeom prst="rect">
            <a:avLst/>
          </a:prstGeom>
        </p:spPr>
        <p:txBody>
          <a:bodyPr vert="horz" wrap="square" lIns="0" tIns="4445" rIns="0" bIns="0" rtlCol="0">
            <a:spAutoFit/>
          </a:bodyPr>
          <a:lstStyle/>
          <a:p>
            <a:pPr marL="355600" marR="5080" indent="-342900" algn="ctr">
              <a:lnSpc>
                <a:spcPct val="101600"/>
              </a:lnSpc>
              <a:spcBef>
                <a:spcPts val="35"/>
              </a:spcBef>
              <a:tabLst>
                <a:tab pos="354965" algn="l"/>
                <a:tab pos="355600" algn="l"/>
              </a:tabLst>
            </a:pPr>
            <a:r>
              <a:rPr lang="en-US" sz="3200" b="1" spc="-10" dirty="0">
                <a:latin typeface="Bookman Old Style" pitchFamily="18" charset="0"/>
                <a:cs typeface="Calibri"/>
              </a:rPr>
              <a:t>Unit</a:t>
            </a:r>
            <a:r>
              <a:rPr sz="3200" b="1" spc="-10">
                <a:latin typeface="Bookman Old Style" pitchFamily="18" charset="0"/>
                <a:cs typeface="Calibri"/>
              </a:rPr>
              <a:t> </a:t>
            </a:r>
            <a:r>
              <a:rPr sz="3200" b="1" spc="-5" dirty="0">
                <a:latin typeface="Bookman Old Style" pitchFamily="18" charset="0"/>
                <a:cs typeface="Calibri"/>
              </a:rPr>
              <a:t>1</a:t>
            </a:r>
            <a:r>
              <a:rPr sz="3200" b="1" spc="-5">
                <a:latin typeface="Bookman Old Style" pitchFamily="18" charset="0"/>
                <a:cs typeface="Calibri"/>
              </a:rPr>
              <a:t>:</a:t>
            </a:r>
            <a:r>
              <a:rPr sz="3200" b="1" spc="-10">
                <a:latin typeface="Bookman Old Style" pitchFamily="18" charset="0"/>
                <a:cs typeface="Calibri"/>
              </a:rPr>
              <a:t> </a:t>
            </a:r>
            <a:endParaRPr lang="en-US" sz="3200" b="1" spc="-10" dirty="0">
              <a:latin typeface="Bookman Old Style" pitchFamily="18" charset="0"/>
              <a:cs typeface="Calibri"/>
            </a:endParaRPr>
          </a:p>
          <a:p>
            <a:pPr marL="355600" marR="5080" indent="-342900" algn="ctr">
              <a:lnSpc>
                <a:spcPct val="101600"/>
              </a:lnSpc>
              <a:spcBef>
                <a:spcPts val="35"/>
              </a:spcBef>
              <a:tabLst>
                <a:tab pos="354965" algn="l"/>
                <a:tab pos="355600" algn="l"/>
              </a:tabLst>
            </a:pPr>
            <a:r>
              <a:rPr sz="3200" b="1" spc="-10">
                <a:latin typeface="Bookman Old Style" pitchFamily="18" charset="0"/>
                <a:cs typeface="Calibri"/>
              </a:rPr>
              <a:t>Introduction </a:t>
            </a:r>
            <a:r>
              <a:rPr sz="3200" b="1" spc="-20" dirty="0">
                <a:latin typeface="Bookman Old Style" pitchFamily="18" charset="0"/>
                <a:cs typeface="Calibri"/>
              </a:rPr>
              <a:t>to</a:t>
            </a:r>
            <a:r>
              <a:rPr sz="3200" b="1" spc="-5" dirty="0">
                <a:latin typeface="Bookman Old Style" pitchFamily="18" charset="0"/>
                <a:cs typeface="Calibri"/>
              </a:rPr>
              <a:t> </a:t>
            </a:r>
            <a:r>
              <a:rPr sz="3200" b="1" spc="-15" dirty="0">
                <a:latin typeface="Bookman Old Style" pitchFamily="18" charset="0"/>
                <a:cs typeface="Calibri"/>
              </a:rPr>
              <a:t>Software </a:t>
            </a:r>
            <a:r>
              <a:rPr sz="3200" b="1" spc="-710" dirty="0">
                <a:latin typeface="Bookman Old Style" pitchFamily="18" charset="0"/>
                <a:cs typeface="Calibri"/>
              </a:rPr>
              <a:t> </a:t>
            </a:r>
            <a:r>
              <a:rPr sz="3200" b="1" dirty="0">
                <a:latin typeface="Bookman Old Style" pitchFamily="18" charset="0"/>
                <a:cs typeface="Calibri"/>
              </a:rPr>
              <a:t>Engineering,</a:t>
            </a:r>
            <a:r>
              <a:rPr sz="3200" b="1" spc="-5" dirty="0">
                <a:latin typeface="Bookman Old Style" pitchFamily="18" charset="0"/>
                <a:cs typeface="Calibri"/>
              </a:rPr>
              <a:t> </a:t>
            </a:r>
            <a:r>
              <a:rPr sz="3200" b="1" spc="-15">
                <a:latin typeface="Bookman Old Style" pitchFamily="18" charset="0"/>
                <a:cs typeface="Calibri"/>
              </a:rPr>
              <a:t>Software</a:t>
            </a:r>
            <a:r>
              <a:rPr sz="3200" b="1" spc="-5">
                <a:latin typeface="Bookman Old Style" pitchFamily="18" charset="0"/>
                <a:cs typeface="Calibri"/>
              </a:rPr>
              <a:t> </a:t>
            </a:r>
            <a:r>
              <a:rPr sz="3200" b="1" spc="-10">
                <a:latin typeface="Bookman Old Style" pitchFamily="18" charset="0"/>
                <a:cs typeface="Calibri"/>
              </a:rPr>
              <a:t>Process</a:t>
            </a:r>
            <a:r>
              <a:rPr lang="en-US" sz="3200" b="1" spc="-10" dirty="0">
                <a:latin typeface="Bookman Old Style" pitchFamily="18" charset="0"/>
                <a:cs typeface="Calibri"/>
              </a:rPr>
              <a:t> </a:t>
            </a:r>
            <a:r>
              <a:rPr sz="3200" b="1">
                <a:latin typeface="Bookman Old Style" pitchFamily="18" charset="0"/>
                <a:cs typeface="Calibri"/>
              </a:rPr>
              <a:t>Models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276600" y="0"/>
            <a:ext cx="3179167" cy="628377"/>
          </a:xfrm>
          <a:prstGeom prst="rect">
            <a:avLst/>
          </a:prstGeom>
        </p:spPr>
        <p:txBody>
          <a:bodyPr vert="horz" wrap="square" lIns="0" tIns="12700" rIns="0" bIns="0" rtlCol="0">
            <a:spAutoFit/>
          </a:bodyPr>
          <a:lstStyle/>
          <a:p>
            <a:pPr marL="12700">
              <a:lnSpc>
                <a:spcPct val="100000"/>
              </a:lnSpc>
              <a:spcBef>
                <a:spcPts val="100"/>
              </a:spcBef>
            </a:pPr>
            <a:r>
              <a:rPr sz="4000" b="1" dirty="0">
                <a:solidFill>
                  <a:schemeClr val="tx1"/>
                </a:solidFill>
                <a:latin typeface="Bookman Old Style" pitchFamily="18" charset="0"/>
              </a:rPr>
              <a:t>Objecti</a:t>
            </a:r>
            <a:r>
              <a:rPr sz="4000" b="1" spc="-45" dirty="0">
                <a:solidFill>
                  <a:schemeClr val="tx1"/>
                </a:solidFill>
                <a:latin typeface="Bookman Old Style" pitchFamily="18" charset="0"/>
              </a:rPr>
              <a:t>v</a:t>
            </a:r>
            <a:r>
              <a:rPr sz="4000" b="1" dirty="0">
                <a:solidFill>
                  <a:schemeClr val="tx1"/>
                </a:solidFill>
                <a:latin typeface="Bookman Old Style" pitchFamily="18" charset="0"/>
              </a:rPr>
              <a:t>es</a:t>
            </a:r>
            <a:endParaRPr sz="4000" b="1">
              <a:solidFill>
                <a:schemeClr val="tx1"/>
              </a:solidFill>
              <a:latin typeface="Bookman Old Style" pitchFamily="18" charset="0"/>
            </a:endParaRPr>
          </a:p>
        </p:txBody>
      </p:sp>
      <p:sp>
        <p:nvSpPr>
          <p:cNvPr id="4" name="object 4"/>
          <p:cNvSpPr txBox="1"/>
          <p:nvPr/>
        </p:nvSpPr>
        <p:spPr>
          <a:xfrm>
            <a:off x="533400" y="762000"/>
            <a:ext cx="8153400" cy="5924699"/>
          </a:xfrm>
          <a:prstGeom prst="rect">
            <a:avLst/>
          </a:prstGeom>
        </p:spPr>
        <p:txBody>
          <a:bodyPr vert="horz" wrap="square" lIns="0" tIns="45720" rIns="0" bIns="0" rtlCol="0">
            <a:spAutoFit/>
          </a:bodyPr>
          <a:lstStyle/>
          <a:p>
            <a:pPr marL="173355" indent="-161290">
              <a:lnSpc>
                <a:spcPct val="100000"/>
              </a:lnSpc>
              <a:spcBef>
                <a:spcPts val="360"/>
              </a:spcBef>
              <a:buChar char="•"/>
              <a:tabLst>
                <a:tab pos="173990" algn="l"/>
              </a:tabLst>
            </a:pPr>
            <a:r>
              <a:rPr b="1" dirty="0">
                <a:latin typeface="Bookman Old Style" pitchFamily="18" charset="0"/>
                <a:cs typeface="Arial"/>
              </a:rPr>
              <a:t>Software</a:t>
            </a:r>
            <a:r>
              <a:rPr b="1" spc="-15" dirty="0">
                <a:latin typeface="Bookman Old Style" pitchFamily="18" charset="0"/>
                <a:cs typeface="Arial"/>
              </a:rPr>
              <a:t> </a:t>
            </a:r>
            <a:r>
              <a:rPr b="1" dirty="0">
                <a:latin typeface="Bookman Old Style" pitchFamily="18" charset="0"/>
                <a:cs typeface="Arial"/>
              </a:rPr>
              <a:t>Engineering</a:t>
            </a:r>
            <a:r>
              <a:rPr b="1" spc="-15" dirty="0">
                <a:latin typeface="Bookman Old Style" pitchFamily="18" charset="0"/>
                <a:cs typeface="Arial"/>
              </a:rPr>
              <a:t> </a:t>
            </a:r>
            <a:r>
              <a:rPr b="1" dirty="0">
                <a:latin typeface="Bookman Old Style" pitchFamily="18" charset="0"/>
                <a:cs typeface="Arial"/>
              </a:rPr>
              <a:t>Fundamentals:</a:t>
            </a:r>
            <a:endParaRPr b="1">
              <a:latin typeface="Bookman Old Style" pitchFamily="18" charset="0"/>
              <a:cs typeface="Arial"/>
            </a:endParaRPr>
          </a:p>
          <a:p>
            <a:pPr marL="622935" lvl="1" indent="-154305">
              <a:lnSpc>
                <a:spcPct val="100000"/>
              </a:lnSpc>
              <a:spcBef>
                <a:spcPts val="260"/>
              </a:spcBef>
              <a:buChar char="–"/>
              <a:tabLst>
                <a:tab pos="623570" algn="l"/>
              </a:tabLst>
            </a:pPr>
            <a:r>
              <a:rPr dirty="0">
                <a:latin typeface="Bookman Old Style" pitchFamily="18" charset="0"/>
                <a:cs typeface="Arial"/>
              </a:rPr>
              <a:t>Introduction</a:t>
            </a:r>
            <a:r>
              <a:rPr spc="-15" dirty="0">
                <a:latin typeface="Bookman Old Style" pitchFamily="18" charset="0"/>
                <a:cs typeface="Arial"/>
              </a:rPr>
              <a:t> </a:t>
            </a:r>
            <a:r>
              <a:rPr dirty="0">
                <a:latin typeface="Bookman Old Style" pitchFamily="18" charset="0"/>
                <a:cs typeface="Arial"/>
              </a:rPr>
              <a:t>to</a:t>
            </a:r>
            <a:r>
              <a:rPr spc="-10" dirty="0">
                <a:latin typeface="Bookman Old Style" pitchFamily="18" charset="0"/>
                <a:cs typeface="Arial"/>
              </a:rPr>
              <a:t> </a:t>
            </a:r>
            <a:r>
              <a:rPr dirty="0">
                <a:latin typeface="Bookman Old Style" pitchFamily="18" charset="0"/>
                <a:cs typeface="Arial"/>
              </a:rPr>
              <a:t>software</a:t>
            </a:r>
            <a:r>
              <a:rPr spc="-10" dirty="0">
                <a:latin typeface="Bookman Old Style" pitchFamily="18" charset="0"/>
                <a:cs typeface="Arial"/>
              </a:rPr>
              <a:t> </a:t>
            </a:r>
            <a:r>
              <a:rPr dirty="0">
                <a:latin typeface="Bookman Old Style" pitchFamily="18" charset="0"/>
                <a:cs typeface="Arial"/>
              </a:rPr>
              <a:t>engineering,</a:t>
            </a:r>
            <a:endParaRPr>
              <a:latin typeface="Bookman Old Style" pitchFamily="18" charset="0"/>
              <a:cs typeface="Arial"/>
            </a:endParaRPr>
          </a:p>
          <a:p>
            <a:pPr marL="622935" lvl="1" indent="-154305">
              <a:lnSpc>
                <a:spcPct val="100000"/>
              </a:lnSpc>
              <a:spcBef>
                <a:spcPts val="260"/>
              </a:spcBef>
              <a:buChar char="–"/>
              <a:tabLst>
                <a:tab pos="623570" algn="l"/>
              </a:tabLst>
            </a:pPr>
            <a:r>
              <a:rPr dirty="0">
                <a:latin typeface="Bookman Old Style" pitchFamily="18" charset="0"/>
                <a:cs typeface="Arial"/>
              </a:rPr>
              <a:t>The Nature of Software,</a:t>
            </a:r>
            <a:r>
              <a:rPr spc="5" dirty="0">
                <a:latin typeface="Bookman Old Style" pitchFamily="18" charset="0"/>
                <a:cs typeface="Arial"/>
              </a:rPr>
              <a:t> </a:t>
            </a:r>
            <a:r>
              <a:rPr dirty="0">
                <a:latin typeface="Bookman Old Style" pitchFamily="18" charset="0"/>
                <a:cs typeface="Arial"/>
              </a:rPr>
              <a:t>Defining Software, Software</a:t>
            </a:r>
            <a:r>
              <a:rPr spc="5" dirty="0">
                <a:latin typeface="Bookman Old Style" pitchFamily="18" charset="0"/>
                <a:cs typeface="Arial"/>
              </a:rPr>
              <a:t> </a:t>
            </a:r>
            <a:r>
              <a:rPr dirty="0">
                <a:latin typeface="Bookman Old Style" pitchFamily="18" charset="0"/>
                <a:cs typeface="Arial"/>
              </a:rPr>
              <a:t>Engineering Practice.</a:t>
            </a:r>
            <a:endParaRPr>
              <a:latin typeface="Bookman Old Style" pitchFamily="18" charset="0"/>
              <a:cs typeface="Arial"/>
            </a:endParaRPr>
          </a:p>
          <a:p>
            <a:pPr marL="173355" indent="-161290">
              <a:lnSpc>
                <a:spcPct val="100000"/>
              </a:lnSpc>
              <a:spcBef>
                <a:spcPts val="260"/>
              </a:spcBef>
              <a:buChar char="•"/>
              <a:tabLst>
                <a:tab pos="173990" algn="l"/>
              </a:tabLst>
            </a:pPr>
            <a:r>
              <a:rPr b="1" dirty="0">
                <a:latin typeface="Bookman Old Style" pitchFamily="18" charset="0"/>
                <a:cs typeface="Arial"/>
              </a:rPr>
              <a:t>Software</a:t>
            </a:r>
            <a:r>
              <a:rPr b="1" spc="-35" dirty="0">
                <a:latin typeface="Bookman Old Style" pitchFamily="18" charset="0"/>
                <a:cs typeface="Arial"/>
              </a:rPr>
              <a:t> </a:t>
            </a:r>
            <a:r>
              <a:rPr b="1" dirty="0">
                <a:latin typeface="Bookman Old Style" pitchFamily="18" charset="0"/>
                <a:cs typeface="Arial"/>
              </a:rPr>
              <a:t>Process:</a:t>
            </a:r>
            <a:endParaRPr b="1">
              <a:latin typeface="Bookman Old Style" pitchFamily="18" charset="0"/>
              <a:cs typeface="Arial"/>
            </a:endParaRPr>
          </a:p>
          <a:p>
            <a:pPr marL="622935" lvl="1" indent="-154305">
              <a:lnSpc>
                <a:spcPct val="100000"/>
              </a:lnSpc>
              <a:spcBef>
                <a:spcPts val="260"/>
              </a:spcBef>
              <a:buChar char="–"/>
              <a:tabLst>
                <a:tab pos="623570" algn="l"/>
              </a:tabLst>
            </a:pPr>
            <a:r>
              <a:rPr dirty="0">
                <a:latin typeface="Bookman Old Style" pitchFamily="18" charset="0"/>
                <a:cs typeface="Arial"/>
              </a:rPr>
              <a:t>A</a:t>
            </a:r>
            <a:r>
              <a:rPr spc="-100" dirty="0">
                <a:latin typeface="Bookman Old Style" pitchFamily="18" charset="0"/>
                <a:cs typeface="Arial"/>
              </a:rPr>
              <a:t> </a:t>
            </a:r>
            <a:r>
              <a:rPr dirty="0">
                <a:latin typeface="Bookman Old Style" pitchFamily="18" charset="0"/>
                <a:cs typeface="Arial"/>
              </a:rPr>
              <a:t>Generic</a:t>
            </a:r>
            <a:r>
              <a:rPr spc="-15" dirty="0">
                <a:latin typeface="Bookman Old Style" pitchFamily="18" charset="0"/>
                <a:cs typeface="Arial"/>
              </a:rPr>
              <a:t> </a:t>
            </a:r>
            <a:r>
              <a:rPr dirty="0">
                <a:latin typeface="Bookman Old Style" pitchFamily="18" charset="0"/>
                <a:cs typeface="Arial"/>
              </a:rPr>
              <a:t>Process</a:t>
            </a:r>
            <a:r>
              <a:rPr spc="-10" dirty="0">
                <a:latin typeface="Bookman Old Style" pitchFamily="18" charset="0"/>
                <a:cs typeface="Arial"/>
              </a:rPr>
              <a:t> </a:t>
            </a:r>
            <a:r>
              <a:rPr dirty="0">
                <a:latin typeface="Bookman Old Style" pitchFamily="18" charset="0"/>
                <a:cs typeface="Arial"/>
              </a:rPr>
              <a:t>Model,</a:t>
            </a:r>
            <a:endParaRPr>
              <a:latin typeface="Bookman Old Style" pitchFamily="18" charset="0"/>
              <a:cs typeface="Arial"/>
            </a:endParaRPr>
          </a:p>
          <a:p>
            <a:pPr marL="622935" lvl="1" indent="-154305">
              <a:lnSpc>
                <a:spcPct val="100000"/>
              </a:lnSpc>
              <a:spcBef>
                <a:spcPts val="265"/>
              </a:spcBef>
              <a:buChar char="–"/>
              <a:tabLst>
                <a:tab pos="623570" algn="l"/>
              </a:tabLst>
            </a:pPr>
            <a:r>
              <a:rPr dirty="0">
                <a:latin typeface="Bookman Old Style" pitchFamily="18" charset="0"/>
                <a:cs typeface="Arial"/>
              </a:rPr>
              <a:t>defining</a:t>
            </a:r>
            <a:r>
              <a:rPr spc="-10" dirty="0">
                <a:latin typeface="Bookman Old Style" pitchFamily="18" charset="0"/>
                <a:cs typeface="Arial"/>
              </a:rPr>
              <a:t> </a:t>
            </a:r>
            <a:r>
              <a:rPr dirty="0">
                <a:latin typeface="Bookman Old Style" pitchFamily="18" charset="0"/>
                <a:cs typeface="Arial"/>
              </a:rPr>
              <a:t>a</a:t>
            </a:r>
            <a:r>
              <a:rPr spc="-10" dirty="0">
                <a:latin typeface="Bookman Old Style" pitchFamily="18" charset="0"/>
                <a:cs typeface="Arial"/>
              </a:rPr>
              <a:t> </a:t>
            </a:r>
            <a:r>
              <a:rPr dirty="0">
                <a:latin typeface="Bookman Old Style" pitchFamily="18" charset="0"/>
                <a:cs typeface="Arial"/>
              </a:rPr>
              <a:t>Framework</a:t>
            </a:r>
            <a:r>
              <a:rPr spc="-95" dirty="0">
                <a:latin typeface="Bookman Old Style" pitchFamily="18" charset="0"/>
                <a:cs typeface="Arial"/>
              </a:rPr>
              <a:t> </a:t>
            </a:r>
            <a:r>
              <a:rPr spc="-15" dirty="0">
                <a:latin typeface="Bookman Old Style" pitchFamily="18" charset="0"/>
                <a:cs typeface="Arial"/>
              </a:rPr>
              <a:t>Activity,</a:t>
            </a:r>
            <a:endParaRPr>
              <a:latin typeface="Bookman Old Style" pitchFamily="18" charset="0"/>
              <a:cs typeface="Arial"/>
            </a:endParaRPr>
          </a:p>
          <a:p>
            <a:pPr marL="622935" lvl="1" indent="-154305">
              <a:lnSpc>
                <a:spcPct val="100000"/>
              </a:lnSpc>
              <a:spcBef>
                <a:spcPts val="260"/>
              </a:spcBef>
              <a:buChar char="–"/>
              <a:tabLst>
                <a:tab pos="623570" algn="l"/>
              </a:tabLst>
            </a:pPr>
            <a:r>
              <a:rPr dirty="0">
                <a:latin typeface="Bookman Old Style" pitchFamily="18" charset="0"/>
                <a:cs typeface="Arial"/>
              </a:rPr>
              <a:t>Identifying</a:t>
            </a:r>
            <a:r>
              <a:rPr spc="-15" dirty="0">
                <a:latin typeface="Bookman Old Style" pitchFamily="18" charset="0"/>
                <a:cs typeface="Arial"/>
              </a:rPr>
              <a:t> </a:t>
            </a:r>
            <a:r>
              <a:rPr dirty="0">
                <a:latin typeface="Bookman Old Style" pitchFamily="18" charset="0"/>
                <a:cs typeface="Arial"/>
              </a:rPr>
              <a:t>a</a:t>
            </a:r>
            <a:r>
              <a:rPr spc="-45" dirty="0">
                <a:latin typeface="Bookman Old Style" pitchFamily="18" charset="0"/>
                <a:cs typeface="Arial"/>
              </a:rPr>
              <a:t> Task</a:t>
            </a:r>
            <a:r>
              <a:rPr spc="-10" dirty="0">
                <a:latin typeface="Bookman Old Style" pitchFamily="18" charset="0"/>
                <a:cs typeface="Arial"/>
              </a:rPr>
              <a:t> </a:t>
            </a:r>
            <a:r>
              <a:rPr dirty="0">
                <a:latin typeface="Bookman Old Style" pitchFamily="18" charset="0"/>
                <a:cs typeface="Arial"/>
              </a:rPr>
              <a:t>Set,</a:t>
            </a:r>
            <a:endParaRPr>
              <a:latin typeface="Bookman Old Style" pitchFamily="18" charset="0"/>
              <a:cs typeface="Arial"/>
            </a:endParaRPr>
          </a:p>
          <a:p>
            <a:pPr marL="622935" lvl="1" indent="-154305">
              <a:lnSpc>
                <a:spcPct val="100000"/>
              </a:lnSpc>
              <a:spcBef>
                <a:spcPts val="260"/>
              </a:spcBef>
              <a:buChar char="–"/>
              <a:tabLst>
                <a:tab pos="623570" algn="l"/>
              </a:tabLst>
            </a:pPr>
            <a:r>
              <a:rPr dirty="0">
                <a:latin typeface="Bookman Old Style" pitchFamily="18" charset="0"/>
                <a:cs typeface="Arial"/>
              </a:rPr>
              <a:t>Process</a:t>
            </a:r>
            <a:r>
              <a:rPr spc="-35" dirty="0">
                <a:latin typeface="Bookman Old Style" pitchFamily="18" charset="0"/>
                <a:cs typeface="Arial"/>
              </a:rPr>
              <a:t> </a:t>
            </a:r>
            <a:r>
              <a:rPr dirty="0">
                <a:latin typeface="Bookman Old Style" pitchFamily="18" charset="0"/>
                <a:cs typeface="Arial"/>
              </a:rPr>
              <a:t>Patterns,</a:t>
            </a:r>
            <a:endParaRPr>
              <a:latin typeface="Bookman Old Style" pitchFamily="18" charset="0"/>
              <a:cs typeface="Arial"/>
            </a:endParaRPr>
          </a:p>
          <a:p>
            <a:pPr marL="622935" lvl="1" indent="-154305">
              <a:lnSpc>
                <a:spcPct val="100000"/>
              </a:lnSpc>
              <a:spcBef>
                <a:spcPts val="260"/>
              </a:spcBef>
              <a:buChar char="–"/>
              <a:tabLst>
                <a:tab pos="623570" algn="l"/>
              </a:tabLst>
            </a:pPr>
            <a:r>
              <a:rPr dirty="0">
                <a:latin typeface="Bookman Old Style" pitchFamily="18" charset="0"/>
                <a:cs typeface="Arial"/>
              </a:rPr>
              <a:t>Process</a:t>
            </a:r>
            <a:r>
              <a:rPr spc="-95" dirty="0">
                <a:latin typeface="Bookman Old Style" pitchFamily="18" charset="0"/>
                <a:cs typeface="Arial"/>
              </a:rPr>
              <a:t> </a:t>
            </a:r>
            <a:r>
              <a:rPr dirty="0">
                <a:latin typeface="Bookman Old Style" pitchFamily="18" charset="0"/>
                <a:cs typeface="Arial"/>
              </a:rPr>
              <a:t>Assessment</a:t>
            </a:r>
            <a:r>
              <a:rPr spc="-5" dirty="0">
                <a:latin typeface="Bookman Old Style" pitchFamily="18" charset="0"/>
                <a:cs typeface="Arial"/>
              </a:rPr>
              <a:t> </a:t>
            </a:r>
            <a:r>
              <a:rPr dirty="0">
                <a:latin typeface="Bookman Old Style" pitchFamily="18" charset="0"/>
                <a:cs typeface="Arial"/>
              </a:rPr>
              <a:t>and</a:t>
            </a:r>
            <a:r>
              <a:rPr spc="-10" dirty="0">
                <a:latin typeface="Bookman Old Style" pitchFamily="18" charset="0"/>
                <a:cs typeface="Arial"/>
              </a:rPr>
              <a:t> </a:t>
            </a:r>
            <a:r>
              <a:rPr dirty="0">
                <a:latin typeface="Bookman Old Style" pitchFamily="18" charset="0"/>
                <a:cs typeface="Arial"/>
              </a:rPr>
              <a:t>Improvement,</a:t>
            </a:r>
            <a:endParaRPr>
              <a:latin typeface="Bookman Old Style" pitchFamily="18" charset="0"/>
              <a:cs typeface="Arial"/>
            </a:endParaRPr>
          </a:p>
          <a:p>
            <a:pPr marL="622935" lvl="1" indent="-154305">
              <a:lnSpc>
                <a:spcPct val="100000"/>
              </a:lnSpc>
              <a:spcBef>
                <a:spcPts val="260"/>
              </a:spcBef>
              <a:buChar char="–"/>
              <a:tabLst>
                <a:tab pos="623570" algn="l"/>
              </a:tabLst>
            </a:pPr>
            <a:r>
              <a:rPr dirty="0">
                <a:latin typeface="Bookman Old Style" pitchFamily="18" charset="0"/>
                <a:cs typeface="Arial"/>
              </a:rPr>
              <a:t>Prescriptive</a:t>
            </a:r>
            <a:r>
              <a:rPr spc="-20" dirty="0">
                <a:latin typeface="Bookman Old Style" pitchFamily="18" charset="0"/>
                <a:cs typeface="Arial"/>
              </a:rPr>
              <a:t> </a:t>
            </a:r>
            <a:r>
              <a:rPr dirty="0">
                <a:latin typeface="Bookman Old Style" pitchFamily="18" charset="0"/>
                <a:cs typeface="Arial"/>
              </a:rPr>
              <a:t>Process</a:t>
            </a:r>
            <a:r>
              <a:rPr spc="-15" dirty="0">
                <a:latin typeface="Bookman Old Style" pitchFamily="18" charset="0"/>
                <a:cs typeface="Arial"/>
              </a:rPr>
              <a:t> </a:t>
            </a:r>
            <a:r>
              <a:rPr dirty="0">
                <a:latin typeface="Bookman Old Style" pitchFamily="18" charset="0"/>
                <a:cs typeface="Arial"/>
              </a:rPr>
              <a:t>Models,</a:t>
            </a:r>
            <a:endParaRPr>
              <a:latin typeface="Bookman Old Style" pitchFamily="18" charset="0"/>
              <a:cs typeface="Arial"/>
            </a:endParaRPr>
          </a:p>
          <a:p>
            <a:pPr marL="622935" lvl="1" indent="-154305">
              <a:lnSpc>
                <a:spcPct val="100000"/>
              </a:lnSpc>
              <a:spcBef>
                <a:spcPts val="265"/>
              </a:spcBef>
              <a:buChar char="–"/>
              <a:tabLst>
                <a:tab pos="623570" algn="l"/>
              </a:tabLst>
            </a:pPr>
            <a:r>
              <a:rPr dirty="0">
                <a:latin typeface="Bookman Old Style" pitchFamily="18" charset="0"/>
                <a:cs typeface="Arial"/>
              </a:rPr>
              <a:t>The</a:t>
            </a:r>
            <a:r>
              <a:rPr spc="-15" dirty="0">
                <a:latin typeface="Bookman Old Style" pitchFamily="18" charset="0"/>
                <a:cs typeface="Arial"/>
              </a:rPr>
              <a:t> </a:t>
            </a:r>
            <a:r>
              <a:rPr spc="-10" dirty="0">
                <a:latin typeface="Bookman Old Style" pitchFamily="18" charset="0"/>
                <a:cs typeface="Arial"/>
              </a:rPr>
              <a:t>Waterfall</a:t>
            </a:r>
            <a:r>
              <a:rPr spc="-15" dirty="0">
                <a:latin typeface="Bookman Old Style" pitchFamily="18" charset="0"/>
                <a:cs typeface="Arial"/>
              </a:rPr>
              <a:t> </a:t>
            </a:r>
            <a:r>
              <a:rPr dirty="0">
                <a:latin typeface="Bookman Old Style" pitchFamily="18" charset="0"/>
                <a:cs typeface="Arial"/>
              </a:rPr>
              <a:t>Model,</a:t>
            </a:r>
            <a:endParaRPr>
              <a:latin typeface="Bookman Old Style" pitchFamily="18" charset="0"/>
              <a:cs typeface="Arial"/>
            </a:endParaRPr>
          </a:p>
          <a:p>
            <a:pPr marL="622935" lvl="1" indent="-154305">
              <a:lnSpc>
                <a:spcPct val="100000"/>
              </a:lnSpc>
              <a:spcBef>
                <a:spcPts val="260"/>
              </a:spcBef>
              <a:buChar char="–"/>
              <a:tabLst>
                <a:tab pos="623570" algn="l"/>
              </a:tabLst>
            </a:pPr>
            <a:r>
              <a:rPr dirty="0">
                <a:latin typeface="Bookman Old Style" pitchFamily="18" charset="0"/>
                <a:cs typeface="Arial"/>
              </a:rPr>
              <a:t>Incremental</a:t>
            </a:r>
            <a:r>
              <a:rPr spc="-20" dirty="0">
                <a:latin typeface="Bookman Old Style" pitchFamily="18" charset="0"/>
                <a:cs typeface="Arial"/>
              </a:rPr>
              <a:t> </a:t>
            </a:r>
            <a:r>
              <a:rPr dirty="0">
                <a:latin typeface="Bookman Old Style" pitchFamily="18" charset="0"/>
                <a:cs typeface="Arial"/>
              </a:rPr>
              <a:t>Process</a:t>
            </a:r>
            <a:r>
              <a:rPr spc="-15" dirty="0">
                <a:latin typeface="Bookman Old Style" pitchFamily="18" charset="0"/>
                <a:cs typeface="Arial"/>
              </a:rPr>
              <a:t> </a:t>
            </a:r>
            <a:r>
              <a:rPr dirty="0">
                <a:latin typeface="Bookman Old Style" pitchFamily="18" charset="0"/>
                <a:cs typeface="Arial"/>
              </a:rPr>
              <a:t>Models,</a:t>
            </a:r>
            <a:endParaRPr>
              <a:latin typeface="Bookman Old Style" pitchFamily="18" charset="0"/>
              <a:cs typeface="Arial"/>
            </a:endParaRPr>
          </a:p>
          <a:p>
            <a:pPr marL="622935" lvl="1" indent="-154305">
              <a:lnSpc>
                <a:spcPct val="100000"/>
              </a:lnSpc>
              <a:spcBef>
                <a:spcPts val="260"/>
              </a:spcBef>
              <a:buChar char="–"/>
              <a:tabLst>
                <a:tab pos="623570" algn="l"/>
              </a:tabLst>
            </a:pPr>
            <a:r>
              <a:rPr dirty="0">
                <a:latin typeface="Bookman Old Style" pitchFamily="18" charset="0"/>
                <a:cs typeface="Arial"/>
              </a:rPr>
              <a:t>Evolutionary</a:t>
            </a:r>
            <a:r>
              <a:rPr spc="-20" dirty="0">
                <a:latin typeface="Bookman Old Style" pitchFamily="18" charset="0"/>
                <a:cs typeface="Arial"/>
              </a:rPr>
              <a:t> </a:t>
            </a:r>
            <a:r>
              <a:rPr dirty="0">
                <a:latin typeface="Bookman Old Style" pitchFamily="18" charset="0"/>
                <a:cs typeface="Arial"/>
              </a:rPr>
              <a:t>Process</a:t>
            </a:r>
            <a:r>
              <a:rPr spc="-15" dirty="0">
                <a:latin typeface="Bookman Old Style" pitchFamily="18" charset="0"/>
                <a:cs typeface="Arial"/>
              </a:rPr>
              <a:t> </a:t>
            </a:r>
            <a:r>
              <a:rPr dirty="0">
                <a:latin typeface="Bookman Old Style" pitchFamily="18" charset="0"/>
                <a:cs typeface="Arial"/>
              </a:rPr>
              <a:t>Models,</a:t>
            </a:r>
            <a:endParaRPr>
              <a:latin typeface="Bookman Old Style" pitchFamily="18" charset="0"/>
              <a:cs typeface="Arial"/>
            </a:endParaRPr>
          </a:p>
          <a:p>
            <a:pPr marL="622935" lvl="1" indent="-154305">
              <a:lnSpc>
                <a:spcPct val="100000"/>
              </a:lnSpc>
              <a:spcBef>
                <a:spcPts val="260"/>
              </a:spcBef>
              <a:buChar char="–"/>
              <a:tabLst>
                <a:tab pos="623570" algn="l"/>
              </a:tabLst>
            </a:pPr>
            <a:r>
              <a:rPr dirty="0">
                <a:latin typeface="Bookman Old Style" pitchFamily="18" charset="0"/>
                <a:cs typeface="Arial"/>
              </a:rPr>
              <a:t>Concurrent</a:t>
            </a:r>
            <a:r>
              <a:rPr spc="-35" dirty="0">
                <a:latin typeface="Bookman Old Style" pitchFamily="18" charset="0"/>
                <a:cs typeface="Arial"/>
              </a:rPr>
              <a:t> </a:t>
            </a:r>
            <a:r>
              <a:rPr dirty="0">
                <a:latin typeface="Bookman Old Style" pitchFamily="18" charset="0"/>
                <a:cs typeface="Arial"/>
              </a:rPr>
              <a:t>Models,</a:t>
            </a:r>
            <a:endParaRPr>
              <a:latin typeface="Bookman Old Style" pitchFamily="18" charset="0"/>
              <a:cs typeface="Arial"/>
            </a:endParaRPr>
          </a:p>
          <a:p>
            <a:pPr marL="622935" lvl="1" indent="-154305">
              <a:lnSpc>
                <a:spcPct val="100000"/>
              </a:lnSpc>
              <a:spcBef>
                <a:spcPts val="260"/>
              </a:spcBef>
              <a:buChar char="–"/>
              <a:tabLst>
                <a:tab pos="623570" algn="l"/>
              </a:tabLst>
            </a:pPr>
            <a:r>
              <a:rPr dirty="0">
                <a:latin typeface="Bookman Old Style" pitchFamily="18" charset="0"/>
                <a:cs typeface="Arial"/>
              </a:rPr>
              <a:t>A</a:t>
            </a:r>
            <a:r>
              <a:rPr spc="-90" dirty="0">
                <a:latin typeface="Bookman Old Style" pitchFamily="18" charset="0"/>
                <a:cs typeface="Arial"/>
              </a:rPr>
              <a:t> </a:t>
            </a:r>
            <a:r>
              <a:rPr dirty="0">
                <a:latin typeface="Bookman Old Style" pitchFamily="18" charset="0"/>
                <a:cs typeface="Arial"/>
              </a:rPr>
              <a:t>Final</a:t>
            </a:r>
            <a:r>
              <a:rPr spc="-5" dirty="0">
                <a:latin typeface="Bookman Old Style" pitchFamily="18" charset="0"/>
                <a:cs typeface="Arial"/>
              </a:rPr>
              <a:t> </a:t>
            </a:r>
            <a:r>
              <a:rPr spc="-10" dirty="0">
                <a:latin typeface="Bookman Old Style" pitchFamily="18" charset="0"/>
                <a:cs typeface="Arial"/>
              </a:rPr>
              <a:t>Word</a:t>
            </a:r>
            <a:r>
              <a:rPr spc="-5" dirty="0">
                <a:latin typeface="Bookman Old Style" pitchFamily="18" charset="0"/>
                <a:cs typeface="Arial"/>
              </a:rPr>
              <a:t> </a:t>
            </a:r>
            <a:r>
              <a:rPr dirty="0">
                <a:latin typeface="Bookman Old Style" pitchFamily="18" charset="0"/>
                <a:cs typeface="Arial"/>
              </a:rPr>
              <a:t>on</a:t>
            </a:r>
            <a:r>
              <a:rPr spc="-5" dirty="0">
                <a:latin typeface="Bookman Old Style" pitchFamily="18" charset="0"/>
                <a:cs typeface="Arial"/>
              </a:rPr>
              <a:t> </a:t>
            </a:r>
            <a:r>
              <a:rPr dirty="0">
                <a:latin typeface="Bookman Old Style" pitchFamily="18" charset="0"/>
                <a:cs typeface="Arial"/>
              </a:rPr>
              <a:t>Evolutionary</a:t>
            </a:r>
            <a:r>
              <a:rPr spc="-5" dirty="0">
                <a:latin typeface="Bookman Old Style" pitchFamily="18" charset="0"/>
                <a:cs typeface="Arial"/>
              </a:rPr>
              <a:t> </a:t>
            </a:r>
            <a:r>
              <a:rPr dirty="0">
                <a:latin typeface="Bookman Old Style" pitchFamily="18" charset="0"/>
                <a:cs typeface="Arial"/>
              </a:rPr>
              <a:t>Processes.</a:t>
            </a:r>
            <a:endParaRPr>
              <a:latin typeface="Bookman Old Style" pitchFamily="18" charset="0"/>
              <a:cs typeface="Arial"/>
            </a:endParaRPr>
          </a:p>
          <a:p>
            <a:pPr marL="622935" lvl="1" indent="-154305">
              <a:lnSpc>
                <a:spcPct val="100000"/>
              </a:lnSpc>
              <a:spcBef>
                <a:spcPts val="265"/>
              </a:spcBef>
              <a:buChar char="–"/>
              <a:tabLst>
                <a:tab pos="623570" algn="l"/>
              </a:tabLst>
            </a:pPr>
            <a:r>
              <a:rPr dirty="0">
                <a:latin typeface="Bookman Old Style" pitchFamily="18" charset="0"/>
                <a:cs typeface="Arial"/>
              </a:rPr>
              <a:t>Unified</a:t>
            </a:r>
            <a:r>
              <a:rPr spc="-35" dirty="0">
                <a:latin typeface="Bookman Old Style" pitchFamily="18" charset="0"/>
                <a:cs typeface="Arial"/>
              </a:rPr>
              <a:t> </a:t>
            </a:r>
            <a:r>
              <a:rPr dirty="0">
                <a:latin typeface="Bookman Old Style" pitchFamily="18" charset="0"/>
                <a:cs typeface="Arial"/>
              </a:rPr>
              <a:t>Process,</a:t>
            </a:r>
            <a:endParaRPr>
              <a:latin typeface="Bookman Old Style" pitchFamily="18" charset="0"/>
              <a:cs typeface="Arial"/>
            </a:endParaRPr>
          </a:p>
          <a:p>
            <a:pPr marL="622935" lvl="1" indent="-154305">
              <a:lnSpc>
                <a:spcPct val="100000"/>
              </a:lnSpc>
              <a:spcBef>
                <a:spcPts val="260"/>
              </a:spcBef>
              <a:buChar char="–"/>
              <a:tabLst>
                <a:tab pos="623570" algn="l"/>
              </a:tabLst>
            </a:pPr>
            <a:r>
              <a:rPr dirty="0">
                <a:latin typeface="Bookman Old Style" pitchFamily="18" charset="0"/>
                <a:cs typeface="Arial"/>
              </a:rPr>
              <a:t>Agile software</a:t>
            </a:r>
            <a:r>
              <a:rPr spc="5" dirty="0">
                <a:latin typeface="Bookman Old Style" pitchFamily="18" charset="0"/>
                <a:cs typeface="Arial"/>
              </a:rPr>
              <a:t> </a:t>
            </a:r>
            <a:r>
              <a:rPr dirty="0">
                <a:latin typeface="Bookman Old Style" pitchFamily="18" charset="0"/>
                <a:cs typeface="Arial"/>
              </a:rPr>
              <a:t>development:</a:t>
            </a:r>
            <a:r>
              <a:rPr spc="-85" dirty="0">
                <a:latin typeface="Bookman Old Style" pitchFamily="18" charset="0"/>
                <a:cs typeface="Arial"/>
              </a:rPr>
              <a:t> </a:t>
            </a:r>
            <a:r>
              <a:rPr dirty="0">
                <a:latin typeface="Bookman Old Style" pitchFamily="18" charset="0"/>
                <a:cs typeface="Arial"/>
              </a:rPr>
              <a:t>Agile</a:t>
            </a:r>
            <a:r>
              <a:rPr spc="5" dirty="0">
                <a:latin typeface="Bookman Old Style" pitchFamily="18" charset="0"/>
                <a:cs typeface="Arial"/>
              </a:rPr>
              <a:t> </a:t>
            </a:r>
            <a:r>
              <a:rPr dirty="0">
                <a:latin typeface="Bookman Old Style" pitchFamily="18" charset="0"/>
                <a:cs typeface="Arial"/>
              </a:rPr>
              <a:t>methods,</a:t>
            </a:r>
            <a:r>
              <a:rPr spc="5" dirty="0">
                <a:latin typeface="Bookman Old Style" pitchFamily="18" charset="0"/>
                <a:cs typeface="Arial"/>
              </a:rPr>
              <a:t> </a:t>
            </a:r>
            <a:r>
              <a:rPr dirty="0">
                <a:latin typeface="Bookman Old Style" pitchFamily="18" charset="0"/>
                <a:cs typeface="Arial"/>
              </a:rPr>
              <a:t>plan driven</a:t>
            </a:r>
            <a:r>
              <a:rPr spc="5" dirty="0">
                <a:latin typeface="Bookman Old Style" pitchFamily="18" charset="0"/>
                <a:cs typeface="Arial"/>
              </a:rPr>
              <a:t> </a:t>
            </a:r>
            <a:r>
              <a:rPr dirty="0">
                <a:latin typeface="Bookman Old Style" pitchFamily="18" charset="0"/>
                <a:cs typeface="Arial"/>
              </a:rPr>
              <a:t>and</a:t>
            </a:r>
            <a:r>
              <a:rPr spc="5" dirty="0">
                <a:latin typeface="Bookman Old Style" pitchFamily="18" charset="0"/>
                <a:cs typeface="Arial"/>
              </a:rPr>
              <a:t> </a:t>
            </a:r>
            <a:r>
              <a:rPr dirty="0">
                <a:latin typeface="Bookman Old Style" pitchFamily="18" charset="0"/>
                <a:cs typeface="Arial"/>
              </a:rPr>
              <a:t>agile</a:t>
            </a:r>
            <a:r>
              <a:rPr spc="5" dirty="0">
                <a:latin typeface="Bookman Old Style" pitchFamily="18" charset="0"/>
                <a:cs typeface="Arial"/>
              </a:rPr>
              <a:t> </a:t>
            </a:r>
            <a:r>
              <a:rPr dirty="0">
                <a:latin typeface="Bookman Old Style" pitchFamily="18" charset="0"/>
                <a:cs typeface="Arial"/>
              </a:rPr>
              <a:t>development.</a:t>
            </a:r>
            <a:endParaRPr>
              <a:latin typeface="Bookman Old Style" pitchFamily="18" charset="0"/>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397" y="0"/>
            <a:ext cx="9154160" cy="6863715"/>
            <a:chOff x="-5397" y="0"/>
            <a:chExt cx="9154160" cy="6863715"/>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9" name="object 9"/>
          <p:cNvSpPr txBox="1">
            <a:spLocks noGrp="1"/>
          </p:cNvSpPr>
          <p:nvPr>
            <p:ph type="title"/>
          </p:nvPr>
        </p:nvSpPr>
        <p:spPr>
          <a:xfrm>
            <a:off x="152400" y="609600"/>
            <a:ext cx="8915400" cy="628377"/>
          </a:xfrm>
          <a:prstGeom prst="rect">
            <a:avLst/>
          </a:prstGeom>
        </p:spPr>
        <p:txBody>
          <a:bodyPr vert="horz" wrap="square" lIns="0" tIns="12700" rIns="0" bIns="0" rtlCol="0">
            <a:spAutoFit/>
          </a:bodyPr>
          <a:lstStyle/>
          <a:p>
            <a:pPr marL="12700">
              <a:lnSpc>
                <a:spcPct val="100000"/>
              </a:lnSpc>
              <a:spcBef>
                <a:spcPts val="100"/>
              </a:spcBef>
              <a:tabLst>
                <a:tab pos="5325745" algn="l"/>
              </a:tabLst>
            </a:pPr>
            <a:r>
              <a:rPr sz="4000" b="1" dirty="0">
                <a:solidFill>
                  <a:schemeClr val="tx1"/>
                </a:solidFill>
                <a:latin typeface="Bookman Old Style" pitchFamily="18" charset="0"/>
              </a:rPr>
              <a:t>I</a:t>
            </a:r>
            <a:r>
              <a:rPr sz="4000" b="1" spc="-40" dirty="0">
                <a:solidFill>
                  <a:schemeClr val="tx1"/>
                </a:solidFill>
                <a:latin typeface="Bookman Old Style" pitchFamily="18" charset="0"/>
              </a:rPr>
              <a:t>n</a:t>
            </a:r>
            <a:r>
              <a:rPr sz="4000" b="1" dirty="0">
                <a:solidFill>
                  <a:schemeClr val="tx1"/>
                </a:solidFill>
                <a:latin typeface="Bookman Old Style" pitchFamily="18" charset="0"/>
              </a:rPr>
              <a:t>t</a:t>
            </a:r>
            <a:r>
              <a:rPr sz="4000" b="1" spc="-75" dirty="0">
                <a:solidFill>
                  <a:schemeClr val="tx1"/>
                </a:solidFill>
                <a:latin typeface="Bookman Old Style" pitchFamily="18" charset="0"/>
              </a:rPr>
              <a:t>r</a:t>
            </a:r>
            <a:r>
              <a:rPr sz="4000" b="1" spc="-5" dirty="0">
                <a:solidFill>
                  <a:schemeClr val="tx1"/>
                </a:solidFill>
                <a:latin typeface="Bookman Old Style" pitchFamily="18" charset="0"/>
              </a:rPr>
              <a:t>o</a:t>
            </a:r>
            <a:r>
              <a:rPr sz="4000" b="1" dirty="0">
                <a:solidFill>
                  <a:schemeClr val="tx1"/>
                </a:solidFill>
                <a:latin typeface="Bookman Old Style" pitchFamily="18" charset="0"/>
              </a:rPr>
              <a:t>ducti</a:t>
            </a:r>
            <a:r>
              <a:rPr sz="4000" b="1" spc="-5" dirty="0">
                <a:solidFill>
                  <a:schemeClr val="tx1"/>
                </a:solidFill>
                <a:latin typeface="Bookman Old Style" pitchFamily="18" charset="0"/>
              </a:rPr>
              <a:t>o</a:t>
            </a:r>
            <a:r>
              <a:rPr sz="4000" b="1" dirty="0">
                <a:solidFill>
                  <a:schemeClr val="tx1"/>
                </a:solidFill>
                <a:latin typeface="Bookman Old Style" pitchFamily="18" charset="0"/>
              </a:rPr>
              <a:t>n </a:t>
            </a:r>
            <a:r>
              <a:rPr sz="4000" b="1">
                <a:solidFill>
                  <a:schemeClr val="tx1"/>
                </a:solidFill>
                <a:latin typeface="Bookman Old Style" pitchFamily="18" charset="0"/>
              </a:rPr>
              <a:t>–</a:t>
            </a:r>
            <a:r>
              <a:rPr sz="4000" b="1" spc="-5">
                <a:solidFill>
                  <a:schemeClr val="tx1"/>
                </a:solidFill>
                <a:latin typeface="Bookman Old Style" pitchFamily="18" charset="0"/>
              </a:rPr>
              <a:t> W</a:t>
            </a:r>
            <a:r>
              <a:rPr sz="4000" b="1">
                <a:solidFill>
                  <a:schemeClr val="tx1"/>
                </a:solidFill>
                <a:latin typeface="Bookman Old Style" pitchFamily="18" charset="0"/>
              </a:rPr>
              <a:t>h</a:t>
            </a:r>
            <a:r>
              <a:rPr sz="4000" b="1" spc="-45">
                <a:solidFill>
                  <a:schemeClr val="tx1"/>
                </a:solidFill>
                <a:latin typeface="Bookman Old Style" pitchFamily="18" charset="0"/>
              </a:rPr>
              <a:t>a</a:t>
            </a:r>
            <a:r>
              <a:rPr sz="4000" b="1">
                <a:solidFill>
                  <a:schemeClr val="tx1"/>
                </a:solidFill>
                <a:latin typeface="Bookman Old Style" pitchFamily="18" charset="0"/>
              </a:rPr>
              <a:t>t is</a:t>
            </a:r>
            <a:r>
              <a:rPr lang="en-US" sz="4000" b="1" dirty="0">
                <a:solidFill>
                  <a:schemeClr val="tx1"/>
                </a:solidFill>
                <a:latin typeface="Bookman Old Style" pitchFamily="18" charset="0"/>
              </a:rPr>
              <a:t> </a:t>
            </a:r>
            <a:r>
              <a:rPr sz="4000" b="1">
                <a:solidFill>
                  <a:schemeClr val="tx1"/>
                </a:solidFill>
                <a:latin typeface="Bookman Old Style" pitchFamily="18" charset="0"/>
              </a:rPr>
              <a:t>S</a:t>
            </a:r>
            <a:r>
              <a:rPr sz="4000" b="1" spc="-5">
                <a:solidFill>
                  <a:schemeClr val="tx1"/>
                </a:solidFill>
                <a:latin typeface="Bookman Old Style" pitchFamily="18" charset="0"/>
              </a:rPr>
              <a:t>o</a:t>
            </a:r>
            <a:r>
              <a:rPr sz="4000" b="1">
                <a:solidFill>
                  <a:schemeClr val="tx1"/>
                </a:solidFill>
                <a:latin typeface="Bookman Old Style" pitchFamily="18" charset="0"/>
              </a:rPr>
              <a:t>ft</a:t>
            </a:r>
            <a:r>
              <a:rPr sz="4000" b="1" spc="-55">
                <a:solidFill>
                  <a:schemeClr val="tx1"/>
                </a:solidFill>
                <a:latin typeface="Bookman Old Style" pitchFamily="18" charset="0"/>
              </a:rPr>
              <a:t>w</a:t>
            </a:r>
            <a:r>
              <a:rPr sz="4000" b="1">
                <a:solidFill>
                  <a:schemeClr val="tx1"/>
                </a:solidFill>
                <a:latin typeface="Bookman Old Style" pitchFamily="18" charset="0"/>
              </a:rPr>
              <a:t>a</a:t>
            </a:r>
            <a:r>
              <a:rPr sz="4000" b="1" spc="-65">
                <a:solidFill>
                  <a:schemeClr val="tx1"/>
                </a:solidFill>
                <a:latin typeface="Bookman Old Style" pitchFamily="18" charset="0"/>
              </a:rPr>
              <a:t>r</a:t>
            </a:r>
            <a:r>
              <a:rPr sz="4000" b="1">
                <a:solidFill>
                  <a:schemeClr val="tx1"/>
                </a:solidFill>
                <a:latin typeface="Bookman Old Style" pitchFamily="18" charset="0"/>
              </a:rPr>
              <a:t>e</a:t>
            </a:r>
            <a:r>
              <a:rPr sz="4000" b="1" dirty="0">
                <a:solidFill>
                  <a:schemeClr val="tx1"/>
                </a:solidFill>
                <a:latin typeface="Bookman Old Style" pitchFamily="18" charset="0"/>
              </a:rPr>
              <a:t>?</a:t>
            </a:r>
            <a:endParaRPr sz="4000" b="1">
              <a:solidFill>
                <a:schemeClr val="tx1"/>
              </a:solidFill>
              <a:latin typeface="Bookman Old Style" pitchFamily="18" charset="0"/>
            </a:endParaRPr>
          </a:p>
        </p:txBody>
      </p:sp>
      <p:sp>
        <p:nvSpPr>
          <p:cNvPr id="11" name="object 11"/>
          <p:cNvSpPr txBox="1"/>
          <p:nvPr/>
        </p:nvSpPr>
        <p:spPr>
          <a:xfrm>
            <a:off x="457200" y="1371600"/>
            <a:ext cx="8075295" cy="4448013"/>
          </a:xfrm>
          <a:prstGeom prst="rect">
            <a:avLst/>
          </a:prstGeom>
        </p:spPr>
        <p:txBody>
          <a:bodyPr vert="horz" wrap="square" lIns="0" tIns="137795" rIns="0" bIns="0" rtlCol="0">
            <a:spAutoFit/>
          </a:bodyPr>
          <a:lstStyle/>
          <a:p>
            <a:pPr marL="287020" indent="-274320">
              <a:spcBef>
                <a:spcPts val="600"/>
              </a:spcBef>
              <a:buClr>
                <a:srgbClr val="0BD0D9"/>
              </a:buClr>
              <a:buSzPct val="94230"/>
              <a:tabLst>
                <a:tab pos="287020" algn="l"/>
              </a:tabLst>
            </a:pPr>
            <a:r>
              <a:rPr sz="2600" spc="-10" dirty="0">
                <a:latin typeface="Bookman Old Style" pitchFamily="18" charset="0"/>
                <a:cs typeface="Book Antiqua"/>
              </a:rPr>
              <a:t>Software</a:t>
            </a:r>
            <a:r>
              <a:rPr sz="2600" spc="-30" dirty="0">
                <a:latin typeface="Bookman Old Style" pitchFamily="18" charset="0"/>
                <a:cs typeface="Book Antiqua"/>
              </a:rPr>
              <a:t> </a:t>
            </a:r>
            <a:r>
              <a:rPr sz="2600" spc="-5" dirty="0">
                <a:latin typeface="Bookman Old Style" pitchFamily="18" charset="0"/>
                <a:cs typeface="Book Antiqua"/>
              </a:rPr>
              <a:t>is:</a:t>
            </a:r>
            <a:endParaRPr sz="2600">
              <a:latin typeface="Bookman Old Style" pitchFamily="18" charset="0"/>
              <a:cs typeface="Book Antiqua"/>
            </a:endParaRPr>
          </a:p>
          <a:p>
            <a:pPr marL="652780" marR="130810" lvl="1" indent="-247015">
              <a:spcBef>
                <a:spcPts val="600"/>
              </a:spcBef>
              <a:buClr>
                <a:srgbClr val="0F6FC6"/>
              </a:buClr>
              <a:buSzPct val="85416"/>
              <a:buFont typeface="Arial"/>
              <a:buChar char="●"/>
              <a:tabLst>
                <a:tab pos="652780" algn="l"/>
              </a:tabLst>
            </a:pPr>
            <a:r>
              <a:rPr sz="2600" spc="-5" dirty="0">
                <a:latin typeface="Bookman Old Style" pitchFamily="18" charset="0"/>
                <a:cs typeface="Book Antiqua"/>
              </a:rPr>
              <a:t>Instructions (computer</a:t>
            </a:r>
            <a:r>
              <a:rPr sz="2600" spc="5" dirty="0">
                <a:latin typeface="Bookman Old Style" pitchFamily="18" charset="0"/>
                <a:cs typeface="Book Antiqua"/>
              </a:rPr>
              <a:t> </a:t>
            </a:r>
            <a:r>
              <a:rPr sz="2600" spc="-10" dirty="0">
                <a:latin typeface="Bookman Old Style" pitchFamily="18" charset="0"/>
                <a:cs typeface="Book Antiqua"/>
              </a:rPr>
              <a:t>programs)</a:t>
            </a:r>
            <a:r>
              <a:rPr sz="2600" spc="5" dirty="0">
                <a:latin typeface="Bookman Old Style" pitchFamily="18" charset="0"/>
                <a:cs typeface="Book Antiqua"/>
              </a:rPr>
              <a:t> </a:t>
            </a:r>
            <a:r>
              <a:rPr sz="2600" spc="-5" dirty="0">
                <a:latin typeface="Bookman Old Style" pitchFamily="18" charset="0"/>
                <a:cs typeface="Book Antiqua"/>
              </a:rPr>
              <a:t>that</a:t>
            </a:r>
            <a:r>
              <a:rPr sz="2600" spc="5" dirty="0">
                <a:latin typeface="Bookman Old Style" pitchFamily="18" charset="0"/>
                <a:cs typeface="Book Antiqua"/>
              </a:rPr>
              <a:t> </a:t>
            </a:r>
            <a:r>
              <a:rPr sz="2600" dirty="0">
                <a:latin typeface="Bookman Old Style" pitchFamily="18" charset="0"/>
                <a:cs typeface="Book Antiqua"/>
              </a:rPr>
              <a:t>when </a:t>
            </a:r>
            <a:r>
              <a:rPr sz="2600" spc="-5" dirty="0">
                <a:latin typeface="Bookman Old Style" pitchFamily="18" charset="0"/>
                <a:cs typeface="Book Antiqua"/>
              </a:rPr>
              <a:t>executed </a:t>
            </a:r>
            <a:r>
              <a:rPr sz="2600" spc="-585" dirty="0">
                <a:latin typeface="Bookman Old Style" pitchFamily="18" charset="0"/>
                <a:cs typeface="Book Antiqua"/>
              </a:rPr>
              <a:t> </a:t>
            </a:r>
            <a:r>
              <a:rPr sz="2600" spc="-10" dirty="0">
                <a:latin typeface="Bookman Old Style" pitchFamily="18" charset="0"/>
                <a:cs typeface="Book Antiqua"/>
              </a:rPr>
              <a:t>provide</a:t>
            </a:r>
            <a:r>
              <a:rPr sz="2600" dirty="0">
                <a:latin typeface="Bookman Old Style" pitchFamily="18" charset="0"/>
                <a:cs typeface="Book Antiqua"/>
              </a:rPr>
              <a:t> </a:t>
            </a:r>
            <a:r>
              <a:rPr sz="2600" spc="-10" dirty="0">
                <a:latin typeface="Bookman Old Style" pitchFamily="18" charset="0"/>
                <a:cs typeface="Book Antiqua"/>
              </a:rPr>
              <a:t>desired</a:t>
            </a:r>
            <a:r>
              <a:rPr sz="2600" dirty="0">
                <a:latin typeface="Bookman Old Style" pitchFamily="18" charset="0"/>
                <a:cs typeface="Book Antiqua"/>
              </a:rPr>
              <a:t> </a:t>
            </a:r>
            <a:r>
              <a:rPr sz="2600" spc="-10" dirty="0">
                <a:latin typeface="Bookman Old Style" pitchFamily="18" charset="0"/>
                <a:cs typeface="Book Antiqua"/>
              </a:rPr>
              <a:t>features,</a:t>
            </a:r>
            <a:r>
              <a:rPr sz="2600" spc="5" dirty="0">
                <a:latin typeface="Bookman Old Style" pitchFamily="18" charset="0"/>
                <a:cs typeface="Book Antiqua"/>
              </a:rPr>
              <a:t> </a:t>
            </a:r>
            <a:r>
              <a:rPr sz="2600" spc="-5" dirty="0">
                <a:latin typeface="Bookman Old Style" pitchFamily="18" charset="0"/>
                <a:cs typeface="Book Antiqua"/>
              </a:rPr>
              <a:t>function,</a:t>
            </a:r>
            <a:r>
              <a:rPr sz="2600" dirty="0">
                <a:latin typeface="Bookman Old Style" pitchFamily="18" charset="0"/>
                <a:cs typeface="Book Antiqua"/>
              </a:rPr>
              <a:t> and </a:t>
            </a:r>
            <a:r>
              <a:rPr sz="2600" spc="-5" dirty="0">
                <a:latin typeface="Bookman Old Style" pitchFamily="18" charset="0"/>
                <a:cs typeface="Book Antiqua"/>
              </a:rPr>
              <a:t>performance</a:t>
            </a:r>
            <a:endParaRPr sz="2600">
              <a:latin typeface="Bookman Old Style" pitchFamily="18" charset="0"/>
              <a:cs typeface="Book Antiqua"/>
            </a:endParaRPr>
          </a:p>
          <a:p>
            <a:pPr marL="652780" marR="5080" lvl="1" indent="-247015">
              <a:spcBef>
                <a:spcPts val="600"/>
              </a:spcBef>
              <a:buClr>
                <a:srgbClr val="0F6FC6"/>
              </a:buClr>
              <a:buSzPct val="85416"/>
              <a:buFont typeface="Arial"/>
              <a:buChar char="●"/>
              <a:tabLst>
                <a:tab pos="652780" algn="l"/>
              </a:tabLst>
            </a:pPr>
            <a:r>
              <a:rPr sz="2600" spc="-5" dirty="0">
                <a:latin typeface="Bookman Old Style" pitchFamily="18" charset="0"/>
                <a:cs typeface="Book Antiqua"/>
              </a:rPr>
              <a:t>Data</a:t>
            </a:r>
            <a:r>
              <a:rPr sz="2600" spc="5" dirty="0">
                <a:latin typeface="Bookman Old Style" pitchFamily="18" charset="0"/>
                <a:cs typeface="Book Antiqua"/>
              </a:rPr>
              <a:t> </a:t>
            </a:r>
            <a:r>
              <a:rPr sz="2600" spc="-10" dirty="0">
                <a:latin typeface="Bookman Old Style" pitchFamily="18" charset="0"/>
                <a:cs typeface="Book Antiqua"/>
              </a:rPr>
              <a:t>structures</a:t>
            </a:r>
            <a:r>
              <a:rPr sz="2600" dirty="0">
                <a:latin typeface="Bookman Old Style" pitchFamily="18" charset="0"/>
                <a:cs typeface="Book Antiqua"/>
              </a:rPr>
              <a:t> </a:t>
            </a:r>
            <a:r>
              <a:rPr sz="2600" spc="-5" dirty="0">
                <a:latin typeface="Bookman Old Style" pitchFamily="18" charset="0"/>
                <a:cs typeface="Book Antiqua"/>
              </a:rPr>
              <a:t>that</a:t>
            </a:r>
            <a:r>
              <a:rPr sz="2600" spc="5" dirty="0">
                <a:latin typeface="Bookman Old Style" pitchFamily="18" charset="0"/>
                <a:cs typeface="Book Antiqua"/>
              </a:rPr>
              <a:t> </a:t>
            </a:r>
            <a:r>
              <a:rPr sz="2600" spc="-5" dirty="0">
                <a:latin typeface="Bookman Old Style" pitchFamily="18" charset="0"/>
                <a:cs typeface="Book Antiqua"/>
              </a:rPr>
              <a:t>enable</a:t>
            </a:r>
            <a:r>
              <a:rPr sz="2600" dirty="0">
                <a:latin typeface="Bookman Old Style" pitchFamily="18" charset="0"/>
                <a:cs typeface="Book Antiqua"/>
              </a:rPr>
              <a:t> </a:t>
            </a:r>
            <a:r>
              <a:rPr sz="2600" spc="-5" dirty="0">
                <a:latin typeface="Bookman Old Style" pitchFamily="18" charset="0"/>
                <a:cs typeface="Book Antiqua"/>
              </a:rPr>
              <a:t>the</a:t>
            </a:r>
            <a:r>
              <a:rPr sz="2600" dirty="0">
                <a:latin typeface="Bookman Old Style" pitchFamily="18" charset="0"/>
                <a:cs typeface="Book Antiqua"/>
              </a:rPr>
              <a:t> </a:t>
            </a:r>
            <a:r>
              <a:rPr sz="2600" spc="-10" dirty="0">
                <a:latin typeface="Bookman Old Style" pitchFamily="18" charset="0"/>
                <a:cs typeface="Book Antiqua"/>
              </a:rPr>
              <a:t>programs</a:t>
            </a:r>
            <a:r>
              <a:rPr sz="2600" dirty="0">
                <a:latin typeface="Bookman Old Style" pitchFamily="18" charset="0"/>
                <a:cs typeface="Book Antiqua"/>
              </a:rPr>
              <a:t> to</a:t>
            </a:r>
            <a:r>
              <a:rPr sz="2600" spc="5" dirty="0">
                <a:latin typeface="Bookman Old Style" pitchFamily="18" charset="0"/>
                <a:cs typeface="Book Antiqua"/>
              </a:rPr>
              <a:t> </a:t>
            </a:r>
            <a:r>
              <a:rPr sz="2600" spc="-5" dirty="0">
                <a:latin typeface="Bookman Old Style" pitchFamily="18" charset="0"/>
                <a:cs typeface="Book Antiqua"/>
              </a:rPr>
              <a:t>adequately </a:t>
            </a:r>
            <a:r>
              <a:rPr sz="2600" spc="-585" dirty="0">
                <a:latin typeface="Bookman Old Style" pitchFamily="18" charset="0"/>
                <a:cs typeface="Book Antiqua"/>
              </a:rPr>
              <a:t> </a:t>
            </a:r>
            <a:r>
              <a:rPr sz="2600" spc="-5" dirty="0">
                <a:latin typeface="Bookman Old Style" pitchFamily="18" charset="0"/>
                <a:cs typeface="Book Antiqua"/>
              </a:rPr>
              <a:t>manipulate information</a:t>
            </a:r>
            <a:endParaRPr sz="2600">
              <a:latin typeface="Bookman Old Style" pitchFamily="18" charset="0"/>
              <a:cs typeface="Book Antiqua"/>
            </a:endParaRPr>
          </a:p>
          <a:p>
            <a:pPr marL="652780" marR="39370" lvl="1" indent="-247015">
              <a:spcBef>
                <a:spcPts val="600"/>
              </a:spcBef>
              <a:buClr>
                <a:srgbClr val="0F6FC6"/>
              </a:buClr>
              <a:buSzPct val="85416"/>
              <a:buFont typeface="Arial"/>
              <a:buChar char="●"/>
              <a:tabLst>
                <a:tab pos="652780" algn="l"/>
              </a:tabLst>
            </a:pPr>
            <a:r>
              <a:rPr sz="2600" spc="-5" dirty="0">
                <a:latin typeface="Bookman Old Style" pitchFamily="18" charset="0"/>
                <a:cs typeface="Book Antiqua"/>
              </a:rPr>
              <a:t>Documentation that</a:t>
            </a:r>
            <a:r>
              <a:rPr sz="2600" spc="5" dirty="0">
                <a:latin typeface="Bookman Old Style" pitchFamily="18" charset="0"/>
                <a:cs typeface="Book Antiqua"/>
              </a:rPr>
              <a:t> </a:t>
            </a:r>
            <a:r>
              <a:rPr sz="2600" spc="-5" dirty="0">
                <a:latin typeface="Bookman Old Style" pitchFamily="18" charset="0"/>
                <a:cs typeface="Book Antiqua"/>
              </a:rPr>
              <a:t>describes</a:t>
            </a:r>
            <a:r>
              <a:rPr sz="2600" dirty="0">
                <a:latin typeface="Bookman Old Style" pitchFamily="18" charset="0"/>
                <a:cs typeface="Book Antiqua"/>
              </a:rPr>
              <a:t> </a:t>
            </a:r>
            <a:r>
              <a:rPr sz="2600" spc="-5" dirty="0">
                <a:latin typeface="Bookman Old Style" pitchFamily="18" charset="0"/>
                <a:cs typeface="Book Antiqua"/>
              </a:rPr>
              <a:t>the</a:t>
            </a:r>
            <a:r>
              <a:rPr sz="2600" dirty="0">
                <a:latin typeface="Bookman Old Style" pitchFamily="18" charset="0"/>
                <a:cs typeface="Book Antiqua"/>
              </a:rPr>
              <a:t> </a:t>
            </a:r>
            <a:r>
              <a:rPr sz="2600" spc="-5" dirty="0">
                <a:latin typeface="Bookman Old Style" pitchFamily="18" charset="0"/>
                <a:cs typeface="Book Antiqua"/>
              </a:rPr>
              <a:t>operation</a:t>
            </a:r>
            <a:r>
              <a:rPr sz="2600" dirty="0">
                <a:latin typeface="Bookman Old Style" pitchFamily="18" charset="0"/>
                <a:cs typeface="Book Antiqua"/>
              </a:rPr>
              <a:t> and </a:t>
            </a:r>
            <a:r>
              <a:rPr sz="2600" spc="-5" dirty="0">
                <a:latin typeface="Bookman Old Style" pitchFamily="18" charset="0"/>
                <a:cs typeface="Book Antiqua"/>
              </a:rPr>
              <a:t>use</a:t>
            </a:r>
            <a:r>
              <a:rPr sz="2600" spc="5" dirty="0">
                <a:latin typeface="Bookman Old Style" pitchFamily="18" charset="0"/>
                <a:cs typeface="Book Antiqua"/>
              </a:rPr>
              <a:t> </a:t>
            </a:r>
            <a:r>
              <a:rPr sz="2600" dirty="0">
                <a:latin typeface="Bookman Old Style" pitchFamily="18" charset="0"/>
                <a:cs typeface="Book Antiqua"/>
              </a:rPr>
              <a:t>of </a:t>
            </a:r>
            <a:r>
              <a:rPr sz="2600" spc="-585" dirty="0">
                <a:latin typeface="Bookman Old Style" pitchFamily="18" charset="0"/>
                <a:cs typeface="Book Antiqua"/>
              </a:rPr>
              <a:t> </a:t>
            </a:r>
            <a:r>
              <a:rPr sz="2600" spc="-5" dirty="0">
                <a:latin typeface="Bookman Old Style" pitchFamily="18" charset="0"/>
                <a:cs typeface="Book Antiqua"/>
              </a:rPr>
              <a:t>the</a:t>
            </a:r>
            <a:r>
              <a:rPr sz="2600" spc="-10" dirty="0">
                <a:latin typeface="Bookman Old Style" pitchFamily="18" charset="0"/>
                <a:cs typeface="Book Antiqua"/>
              </a:rPr>
              <a:t> programs</a:t>
            </a:r>
            <a:endParaRPr sz="2600">
              <a:latin typeface="Bookman Old Style" pitchFamily="18" charset="0"/>
              <a:cs typeface="Book Antiqua"/>
            </a:endParaRPr>
          </a:p>
          <a:p>
            <a:pPr marL="652780" marR="24765" lvl="1" indent="-247015">
              <a:spcBef>
                <a:spcPts val="600"/>
              </a:spcBef>
              <a:buClr>
                <a:srgbClr val="0F6FC6"/>
              </a:buClr>
              <a:buSzPct val="85416"/>
              <a:buFont typeface="Arial"/>
              <a:buChar char="●"/>
              <a:tabLst>
                <a:tab pos="652780" algn="l"/>
              </a:tabLst>
            </a:pPr>
            <a:r>
              <a:rPr sz="2600" spc="-10" dirty="0">
                <a:latin typeface="Bookman Old Style" pitchFamily="18" charset="0"/>
                <a:cs typeface="Book Antiqua"/>
              </a:rPr>
              <a:t>Software</a:t>
            </a:r>
            <a:r>
              <a:rPr sz="2600" dirty="0">
                <a:latin typeface="Bookman Old Style" pitchFamily="18" charset="0"/>
                <a:cs typeface="Book Antiqua"/>
              </a:rPr>
              <a:t> is</a:t>
            </a:r>
            <a:r>
              <a:rPr sz="2600" spc="-5" dirty="0">
                <a:latin typeface="Bookman Old Style" pitchFamily="18" charset="0"/>
                <a:cs typeface="Book Antiqua"/>
              </a:rPr>
              <a:t> both</a:t>
            </a:r>
            <a:r>
              <a:rPr sz="2600" dirty="0">
                <a:latin typeface="Bookman Old Style" pitchFamily="18" charset="0"/>
                <a:cs typeface="Book Antiqua"/>
              </a:rPr>
              <a:t> a </a:t>
            </a:r>
            <a:r>
              <a:rPr sz="2600" spc="-10" dirty="0">
                <a:latin typeface="Bookman Old Style" pitchFamily="18" charset="0"/>
                <a:cs typeface="Book Antiqua"/>
              </a:rPr>
              <a:t>product</a:t>
            </a:r>
            <a:r>
              <a:rPr sz="2600" dirty="0">
                <a:latin typeface="Bookman Old Style" pitchFamily="18" charset="0"/>
                <a:cs typeface="Book Antiqua"/>
              </a:rPr>
              <a:t> and a </a:t>
            </a:r>
            <a:r>
              <a:rPr sz="2600" spc="-5" dirty="0">
                <a:latin typeface="Bookman Old Style" pitchFamily="18" charset="0"/>
                <a:cs typeface="Book Antiqua"/>
              </a:rPr>
              <a:t>vehicle</a:t>
            </a:r>
            <a:r>
              <a:rPr sz="2600" dirty="0">
                <a:latin typeface="Bookman Old Style" pitchFamily="18" charset="0"/>
                <a:cs typeface="Book Antiqua"/>
              </a:rPr>
              <a:t> </a:t>
            </a:r>
            <a:r>
              <a:rPr sz="2600" spc="-5" dirty="0">
                <a:latin typeface="Bookman Old Style" pitchFamily="18" charset="0"/>
                <a:cs typeface="Book Antiqua"/>
              </a:rPr>
              <a:t>that</a:t>
            </a:r>
            <a:r>
              <a:rPr sz="2600" dirty="0">
                <a:latin typeface="Bookman Old Style" pitchFamily="18" charset="0"/>
                <a:cs typeface="Book Antiqua"/>
              </a:rPr>
              <a:t> </a:t>
            </a:r>
            <a:r>
              <a:rPr sz="2600" spc="-5" dirty="0">
                <a:latin typeface="Bookman Old Style" pitchFamily="18" charset="0"/>
                <a:cs typeface="Book Antiqua"/>
              </a:rPr>
              <a:t>delivers </a:t>
            </a:r>
            <a:r>
              <a:rPr sz="2600" dirty="0">
                <a:latin typeface="Bookman Old Style" pitchFamily="18" charset="0"/>
                <a:cs typeface="Book Antiqua"/>
              </a:rPr>
              <a:t>a </a:t>
            </a:r>
            <a:r>
              <a:rPr sz="2600" spc="-585" dirty="0">
                <a:latin typeface="Bookman Old Style" pitchFamily="18" charset="0"/>
                <a:cs typeface="Book Antiqua"/>
              </a:rPr>
              <a:t> </a:t>
            </a:r>
            <a:r>
              <a:rPr sz="2600" spc="-5" dirty="0">
                <a:latin typeface="Bookman Old Style" pitchFamily="18" charset="0"/>
                <a:cs typeface="Book Antiqua"/>
              </a:rPr>
              <a:t>product(e.g. Operating</a:t>
            </a:r>
            <a:r>
              <a:rPr sz="2600" dirty="0">
                <a:latin typeface="Bookman Old Style" pitchFamily="18" charset="0"/>
                <a:cs typeface="Book Antiqua"/>
              </a:rPr>
              <a:t> </a:t>
            </a:r>
            <a:r>
              <a:rPr sz="2600" spc="-5" dirty="0">
                <a:latin typeface="Bookman Old Style" pitchFamily="18" charset="0"/>
                <a:cs typeface="Book Antiqua"/>
              </a:rPr>
              <a:t>System)</a:t>
            </a:r>
            <a:endParaRPr sz="2600">
              <a:latin typeface="Bookman Old Style" pitchFamily="18" charset="0"/>
              <a:cs typeface="Book Antiqua"/>
            </a:endParaRPr>
          </a:p>
        </p:txBody>
      </p:sp>
      <p:sp>
        <p:nvSpPr>
          <p:cNvPr id="12" name="object 12"/>
          <p:cNvSpPr txBox="1"/>
          <p:nvPr/>
        </p:nvSpPr>
        <p:spPr>
          <a:xfrm>
            <a:off x="8589342" y="6524079"/>
            <a:ext cx="110489"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45C75"/>
                </a:solidFill>
                <a:latin typeface="Arial"/>
                <a:cs typeface="Arial"/>
              </a:rPr>
              <a:t>7</a:t>
            </a:r>
            <a:endParaRPr sz="1200">
              <a:latin typeface="Arial"/>
              <a:cs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9" name="object 9"/>
          <p:cNvSpPr txBox="1">
            <a:spLocks noGrp="1"/>
          </p:cNvSpPr>
          <p:nvPr>
            <p:ph type="title"/>
          </p:nvPr>
        </p:nvSpPr>
        <p:spPr>
          <a:xfrm>
            <a:off x="457200" y="762000"/>
            <a:ext cx="5422900" cy="628377"/>
          </a:xfrm>
          <a:prstGeom prst="rect">
            <a:avLst/>
          </a:prstGeom>
        </p:spPr>
        <p:txBody>
          <a:bodyPr vert="horz" wrap="square" lIns="0" tIns="12700" rIns="0" bIns="0" rtlCol="0">
            <a:spAutoFit/>
          </a:bodyPr>
          <a:lstStyle/>
          <a:p>
            <a:pPr marL="12700">
              <a:lnSpc>
                <a:spcPct val="100000"/>
              </a:lnSpc>
              <a:spcBef>
                <a:spcPts val="100"/>
              </a:spcBef>
              <a:tabLst>
                <a:tab pos="2103120" algn="l"/>
              </a:tabLst>
            </a:pPr>
            <a:r>
              <a:rPr sz="4000" b="1" spc="-15" dirty="0">
                <a:solidFill>
                  <a:schemeClr val="tx1"/>
                </a:solidFill>
                <a:latin typeface="Bookman Old Style" pitchFamily="18" charset="0"/>
              </a:rPr>
              <a:t>What</a:t>
            </a:r>
            <a:r>
              <a:rPr sz="4000" b="1" dirty="0">
                <a:solidFill>
                  <a:schemeClr val="tx1"/>
                </a:solidFill>
                <a:latin typeface="Bookman Old Style" pitchFamily="18" charset="0"/>
              </a:rPr>
              <a:t> is	</a:t>
            </a:r>
            <a:r>
              <a:rPr sz="4000" b="1" spc="-20" dirty="0">
                <a:solidFill>
                  <a:schemeClr val="tx1"/>
                </a:solidFill>
                <a:latin typeface="Bookman Old Style" pitchFamily="18" charset="0"/>
              </a:rPr>
              <a:t>Software</a:t>
            </a:r>
            <a:r>
              <a:rPr sz="4000" b="1" spc="-70" dirty="0">
                <a:solidFill>
                  <a:schemeClr val="tx1"/>
                </a:solidFill>
                <a:latin typeface="Bookman Old Style" pitchFamily="18" charset="0"/>
              </a:rPr>
              <a:t> </a:t>
            </a:r>
            <a:r>
              <a:rPr sz="4000" b="1" dirty="0">
                <a:solidFill>
                  <a:schemeClr val="tx1"/>
                </a:solidFill>
                <a:latin typeface="Bookman Old Style" pitchFamily="18" charset="0"/>
              </a:rPr>
              <a:t>?</a:t>
            </a:r>
          </a:p>
        </p:txBody>
      </p:sp>
      <p:sp>
        <p:nvSpPr>
          <p:cNvPr id="10" name="object 10"/>
          <p:cNvSpPr txBox="1"/>
          <p:nvPr/>
        </p:nvSpPr>
        <p:spPr>
          <a:xfrm>
            <a:off x="533400" y="1676400"/>
            <a:ext cx="8272781" cy="4500591"/>
          </a:xfrm>
          <a:prstGeom prst="rect">
            <a:avLst/>
          </a:prstGeom>
        </p:spPr>
        <p:txBody>
          <a:bodyPr vert="horz" wrap="square" lIns="0" tIns="98425" rIns="0" bIns="0" rtlCol="0">
            <a:spAutoFit/>
          </a:bodyPr>
          <a:lstStyle/>
          <a:p>
            <a:pPr>
              <a:lnSpc>
                <a:spcPct val="100000"/>
              </a:lnSpc>
            </a:pPr>
            <a:r>
              <a:rPr sz="2600" b="1" spc="-10" dirty="0">
                <a:latin typeface="Bookman Old Style" pitchFamily="18" charset="0"/>
                <a:cs typeface="Book Antiqua"/>
              </a:rPr>
              <a:t>Software</a:t>
            </a:r>
            <a:r>
              <a:rPr sz="2600" b="1" spc="-15" dirty="0">
                <a:latin typeface="Bookman Old Style" pitchFamily="18" charset="0"/>
                <a:cs typeface="Book Antiqua"/>
              </a:rPr>
              <a:t> </a:t>
            </a:r>
            <a:r>
              <a:rPr sz="2600" b="1" spc="-5" dirty="0">
                <a:latin typeface="Bookman Old Style" pitchFamily="18" charset="0"/>
                <a:cs typeface="Book Antiqua"/>
              </a:rPr>
              <a:t>is</a:t>
            </a:r>
            <a:r>
              <a:rPr sz="2600" b="1" spc="-15" dirty="0">
                <a:latin typeface="Bookman Old Style" pitchFamily="18" charset="0"/>
                <a:cs typeface="Book Antiqua"/>
              </a:rPr>
              <a:t> </a:t>
            </a:r>
            <a:r>
              <a:rPr sz="2600" b="1" dirty="0">
                <a:latin typeface="Bookman Old Style" pitchFamily="18" charset="0"/>
                <a:cs typeface="Book Antiqua"/>
              </a:rPr>
              <a:t>a</a:t>
            </a:r>
            <a:r>
              <a:rPr sz="2600" b="1" spc="-10" dirty="0">
                <a:latin typeface="Bookman Old Style" pitchFamily="18" charset="0"/>
                <a:cs typeface="Book Antiqua"/>
              </a:rPr>
              <a:t> </a:t>
            </a:r>
            <a:r>
              <a:rPr sz="2600" b="1" spc="-15" dirty="0">
                <a:latin typeface="Bookman Old Style" pitchFamily="18" charset="0"/>
                <a:cs typeface="Book Antiqua"/>
              </a:rPr>
              <a:t>product</a:t>
            </a:r>
            <a:endParaRPr sz="2600" b="1">
              <a:latin typeface="Bookman Old Style" pitchFamily="18" charset="0"/>
              <a:cs typeface="Book Antiqua"/>
            </a:endParaRPr>
          </a:p>
          <a:p>
            <a:pPr marR="320040" indent="-266700">
              <a:lnSpc>
                <a:spcPct val="100000"/>
              </a:lnSpc>
              <a:buClr>
                <a:srgbClr val="0BD0D9"/>
              </a:buClr>
              <a:buSzPct val="95833"/>
              <a:buFont typeface="Arial"/>
              <a:buChar char="●"/>
              <a:tabLst>
                <a:tab pos="279400" algn="l"/>
              </a:tabLst>
            </a:pPr>
            <a:r>
              <a:rPr sz="2600" spc="-15" dirty="0">
                <a:latin typeface="Bookman Old Style" pitchFamily="18" charset="0"/>
                <a:cs typeface="Book Antiqua"/>
              </a:rPr>
              <a:t>Transforms</a:t>
            </a:r>
            <a:r>
              <a:rPr sz="2600" spc="10" dirty="0">
                <a:latin typeface="Bookman Old Style" pitchFamily="18" charset="0"/>
                <a:cs typeface="Book Antiqua"/>
              </a:rPr>
              <a:t> information</a:t>
            </a:r>
            <a:r>
              <a:rPr sz="2600" spc="15" dirty="0">
                <a:latin typeface="Bookman Old Style" pitchFamily="18" charset="0"/>
                <a:cs typeface="Book Antiqua"/>
              </a:rPr>
              <a:t> </a:t>
            </a:r>
            <a:r>
              <a:rPr sz="2600" spc="5" dirty="0">
                <a:latin typeface="Bookman Old Style" pitchFamily="18" charset="0"/>
                <a:cs typeface="Book Antiqua"/>
              </a:rPr>
              <a:t>-</a:t>
            </a:r>
            <a:r>
              <a:rPr sz="2600" spc="15" dirty="0">
                <a:latin typeface="Bookman Old Style" pitchFamily="18" charset="0"/>
                <a:cs typeface="Book Antiqua"/>
              </a:rPr>
              <a:t> </a:t>
            </a:r>
            <a:r>
              <a:rPr sz="2600" dirty="0">
                <a:latin typeface="Bookman Old Style" pitchFamily="18" charset="0"/>
                <a:cs typeface="Book Antiqua"/>
              </a:rPr>
              <a:t>produces,</a:t>
            </a:r>
            <a:r>
              <a:rPr sz="2600" spc="15" dirty="0">
                <a:latin typeface="Bookman Old Style" pitchFamily="18" charset="0"/>
                <a:cs typeface="Book Antiqua"/>
              </a:rPr>
              <a:t> </a:t>
            </a:r>
            <a:r>
              <a:rPr sz="2600" spc="10" dirty="0">
                <a:latin typeface="Bookman Old Style" pitchFamily="18" charset="0"/>
                <a:cs typeface="Book Antiqua"/>
              </a:rPr>
              <a:t>manages,</a:t>
            </a:r>
            <a:r>
              <a:rPr sz="2600" spc="15" dirty="0">
                <a:latin typeface="Bookman Old Style" pitchFamily="18" charset="0"/>
                <a:cs typeface="Book Antiqua"/>
              </a:rPr>
              <a:t> </a:t>
            </a:r>
            <a:r>
              <a:rPr sz="2600" dirty="0">
                <a:latin typeface="Bookman Old Style" pitchFamily="18" charset="0"/>
                <a:cs typeface="Book Antiqua"/>
              </a:rPr>
              <a:t>acquires, </a:t>
            </a:r>
            <a:r>
              <a:rPr sz="2600" spc="-585" dirty="0">
                <a:latin typeface="Bookman Old Style" pitchFamily="18" charset="0"/>
                <a:cs typeface="Book Antiqua"/>
              </a:rPr>
              <a:t> </a:t>
            </a:r>
            <a:r>
              <a:rPr sz="2600" spc="10" dirty="0">
                <a:latin typeface="Bookman Old Style" pitchFamily="18" charset="0"/>
                <a:cs typeface="Book Antiqua"/>
              </a:rPr>
              <a:t>modifies,</a:t>
            </a:r>
            <a:r>
              <a:rPr sz="2600" dirty="0">
                <a:latin typeface="Bookman Old Style" pitchFamily="18" charset="0"/>
                <a:cs typeface="Book Antiqua"/>
              </a:rPr>
              <a:t> </a:t>
            </a:r>
            <a:r>
              <a:rPr sz="2600" spc="5" dirty="0">
                <a:latin typeface="Bookman Old Style" pitchFamily="18" charset="0"/>
                <a:cs typeface="Book Antiqua"/>
              </a:rPr>
              <a:t>displays, </a:t>
            </a:r>
            <a:r>
              <a:rPr sz="2600" spc="10" dirty="0">
                <a:latin typeface="Bookman Old Style" pitchFamily="18" charset="0"/>
                <a:cs typeface="Book Antiqua"/>
              </a:rPr>
              <a:t>or</a:t>
            </a:r>
            <a:r>
              <a:rPr sz="2600" spc="5" dirty="0">
                <a:latin typeface="Bookman Old Style" pitchFamily="18" charset="0"/>
                <a:cs typeface="Book Antiqua"/>
              </a:rPr>
              <a:t> </a:t>
            </a:r>
            <a:r>
              <a:rPr sz="2600" spc="10" dirty="0">
                <a:latin typeface="Bookman Old Style" pitchFamily="18" charset="0"/>
                <a:cs typeface="Book Antiqua"/>
              </a:rPr>
              <a:t>transmits</a:t>
            </a:r>
            <a:r>
              <a:rPr sz="2600" dirty="0">
                <a:latin typeface="Bookman Old Style" pitchFamily="18" charset="0"/>
                <a:cs typeface="Book Antiqua"/>
              </a:rPr>
              <a:t> </a:t>
            </a:r>
            <a:r>
              <a:rPr sz="2600" spc="10" dirty="0">
                <a:latin typeface="Bookman Old Style" pitchFamily="18" charset="0"/>
                <a:cs typeface="Book Antiqua"/>
              </a:rPr>
              <a:t>information</a:t>
            </a:r>
            <a:endParaRPr sz="2600">
              <a:latin typeface="Bookman Old Style" pitchFamily="18" charset="0"/>
              <a:cs typeface="Book Antiqua"/>
            </a:endParaRPr>
          </a:p>
          <a:p>
            <a:pPr indent="-266700">
              <a:lnSpc>
                <a:spcPct val="100000"/>
              </a:lnSpc>
              <a:buClr>
                <a:srgbClr val="0BD0D9"/>
              </a:buClr>
              <a:buSzPct val="95833"/>
              <a:buFont typeface="Arial"/>
              <a:buChar char="●"/>
              <a:tabLst>
                <a:tab pos="279400" algn="l"/>
              </a:tabLst>
            </a:pPr>
            <a:r>
              <a:rPr sz="2600" spc="10" dirty="0">
                <a:latin typeface="Bookman Old Style" pitchFamily="18" charset="0"/>
                <a:cs typeface="Book Antiqua"/>
              </a:rPr>
              <a:t>Delivers</a:t>
            </a:r>
            <a:r>
              <a:rPr sz="2600" dirty="0">
                <a:latin typeface="Bookman Old Style" pitchFamily="18" charset="0"/>
                <a:cs typeface="Book Antiqua"/>
              </a:rPr>
              <a:t> </a:t>
            </a:r>
            <a:r>
              <a:rPr sz="2600" spc="10" dirty="0">
                <a:latin typeface="Bookman Old Style" pitchFamily="18" charset="0"/>
                <a:cs typeface="Book Antiqua"/>
              </a:rPr>
              <a:t>computing</a:t>
            </a:r>
            <a:r>
              <a:rPr sz="2600" spc="5" dirty="0">
                <a:latin typeface="Bookman Old Style" pitchFamily="18" charset="0"/>
                <a:cs typeface="Book Antiqua"/>
              </a:rPr>
              <a:t> potential </a:t>
            </a:r>
            <a:r>
              <a:rPr sz="2600" spc="10" dirty="0">
                <a:latin typeface="Bookman Old Style" pitchFamily="18" charset="0"/>
                <a:cs typeface="Book Antiqua"/>
              </a:rPr>
              <a:t>of</a:t>
            </a:r>
            <a:r>
              <a:rPr sz="2600" spc="5" dirty="0">
                <a:latin typeface="Bookman Old Style" pitchFamily="18" charset="0"/>
                <a:cs typeface="Book Antiqua"/>
              </a:rPr>
              <a:t> </a:t>
            </a:r>
            <a:r>
              <a:rPr sz="2600" dirty="0">
                <a:latin typeface="Bookman Old Style" pitchFamily="18" charset="0"/>
                <a:cs typeface="Book Antiqua"/>
              </a:rPr>
              <a:t>hardware </a:t>
            </a:r>
            <a:r>
              <a:rPr sz="2600" spc="10">
                <a:latin typeface="Bookman Old Style" pitchFamily="18" charset="0"/>
                <a:cs typeface="Book Antiqua"/>
              </a:rPr>
              <a:t>and</a:t>
            </a:r>
            <a:r>
              <a:rPr sz="2600" spc="5">
                <a:latin typeface="Bookman Old Style" pitchFamily="18" charset="0"/>
                <a:cs typeface="Book Antiqua"/>
              </a:rPr>
              <a:t> </a:t>
            </a:r>
            <a:r>
              <a:rPr sz="2600" spc="10">
                <a:latin typeface="Bookman Old Style" pitchFamily="18" charset="0"/>
                <a:cs typeface="Book Antiqua"/>
              </a:rPr>
              <a:t>networks</a:t>
            </a:r>
            <a:r>
              <a:rPr lang="en-US" sz="2600" spc="10" dirty="0">
                <a:latin typeface="Bookman Old Style" pitchFamily="18" charset="0"/>
                <a:cs typeface="Book Antiqua"/>
              </a:rPr>
              <a:t> </a:t>
            </a:r>
            <a:r>
              <a:rPr sz="2600" spc="-10">
                <a:latin typeface="Bookman Old Style" pitchFamily="18" charset="0"/>
                <a:cs typeface="Book Antiqua"/>
              </a:rPr>
              <a:t>Software</a:t>
            </a:r>
            <a:r>
              <a:rPr sz="2600">
                <a:latin typeface="Bookman Old Style" pitchFamily="18" charset="0"/>
                <a:cs typeface="Book Antiqua"/>
              </a:rPr>
              <a:t> </a:t>
            </a:r>
            <a:r>
              <a:rPr sz="2600" spc="-5" dirty="0">
                <a:latin typeface="Bookman Old Style" pitchFamily="18" charset="0"/>
                <a:cs typeface="Book Antiqua"/>
              </a:rPr>
              <a:t>is</a:t>
            </a:r>
            <a:r>
              <a:rPr sz="2600" dirty="0">
                <a:latin typeface="Bookman Old Style" pitchFamily="18" charset="0"/>
                <a:cs typeface="Book Antiqua"/>
              </a:rPr>
              <a:t> a</a:t>
            </a:r>
            <a:r>
              <a:rPr sz="2600" spc="5" dirty="0">
                <a:latin typeface="Bookman Old Style" pitchFamily="18" charset="0"/>
                <a:cs typeface="Book Antiqua"/>
              </a:rPr>
              <a:t> </a:t>
            </a:r>
            <a:r>
              <a:rPr sz="2600" spc="-5" dirty="0">
                <a:latin typeface="Bookman Old Style" pitchFamily="18" charset="0"/>
                <a:cs typeface="Book Antiqua"/>
              </a:rPr>
              <a:t>vehicle</a:t>
            </a:r>
            <a:r>
              <a:rPr sz="2600" dirty="0">
                <a:latin typeface="Bookman Old Style" pitchFamily="18" charset="0"/>
                <a:cs typeface="Book Antiqua"/>
              </a:rPr>
              <a:t> </a:t>
            </a:r>
            <a:r>
              <a:rPr sz="2600" spc="-5" dirty="0">
                <a:latin typeface="Bookman Old Style" pitchFamily="18" charset="0"/>
                <a:cs typeface="Book Antiqua"/>
              </a:rPr>
              <a:t>for</a:t>
            </a:r>
            <a:r>
              <a:rPr sz="2600" spc="5" dirty="0">
                <a:latin typeface="Bookman Old Style" pitchFamily="18" charset="0"/>
                <a:cs typeface="Book Antiqua"/>
              </a:rPr>
              <a:t> </a:t>
            </a:r>
            <a:r>
              <a:rPr sz="2600" spc="-5" dirty="0">
                <a:latin typeface="Bookman Old Style" pitchFamily="18" charset="0"/>
                <a:cs typeface="Book Antiqua"/>
              </a:rPr>
              <a:t>delivering</a:t>
            </a:r>
            <a:r>
              <a:rPr sz="2600" spc="5" dirty="0">
                <a:latin typeface="Bookman Old Style" pitchFamily="18" charset="0"/>
                <a:cs typeface="Book Antiqua"/>
              </a:rPr>
              <a:t> </a:t>
            </a:r>
            <a:r>
              <a:rPr sz="2600" dirty="0">
                <a:latin typeface="Bookman Old Style" pitchFamily="18" charset="0"/>
                <a:cs typeface="Book Antiqua"/>
              </a:rPr>
              <a:t>a </a:t>
            </a:r>
            <a:r>
              <a:rPr sz="2600" spc="-15" dirty="0">
                <a:latin typeface="Bookman Old Style" pitchFamily="18" charset="0"/>
                <a:cs typeface="Book Antiqua"/>
              </a:rPr>
              <a:t>product</a:t>
            </a:r>
            <a:endParaRPr sz="2600">
              <a:latin typeface="Bookman Old Style" pitchFamily="18" charset="0"/>
              <a:cs typeface="Book Antiqua"/>
            </a:endParaRPr>
          </a:p>
          <a:p>
            <a:pPr indent="-266700">
              <a:lnSpc>
                <a:spcPct val="100000"/>
              </a:lnSpc>
              <a:buClr>
                <a:srgbClr val="0BD0D9"/>
              </a:buClr>
              <a:buSzPct val="95833"/>
              <a:buFont typeface="Arial"/>
              <a:buChar char="●"/>
              <a:tabLst>
                <a:tab pos="279400" algn="l"/>
              </a:tabLst>
            </a:pPr>
            <a:r>
              <a:rPr sz="2600" spc="5" dirty="0">
                <a:latin typeface="Bookman Old Style" pitchFamily="18" charset="0"/>
                <a:cs typeface="Book Antiqua"/>
              </a:rPr>
              <a:t>Controls</a:t>
            </a:r>
            <a:r>
              <a:rPr sz="2600" spc="-5" dirty="0">
                <a:latin typeface="Bookman Old Style" pitchFamily="18" charset="0"/>
                <a:cs typeface="Book Antiqua"/>
              </a:rPr>
              <a:t> </a:t>
            </a:r>
            <a:r>
              <a:rPr sz="2600" spc="5" dirty="0">
                <a:latin typeface="Bookman Old Style" pitchFamily="18" charset="0"/>
                <a:cs typeface="Book Antiqua"/>
              </a:rPr>
              <a:t>other</a:t>
            </a:r>
            <a:r>
              <a:rPr sz="2600" spc="-5" dirty="0">
                <a:latin typeface="Bookman Old Style" pitchFamily="18" charset="0"/>
                <a:cs typeface="Book Antiqua"/>
              </a:rPr>
              <a:t> </a:t>
            </a:r>
            <a:r>
              <a:rPr sz="2600" spc="5" dirty="0">
                <a:latin typeface="Bookman Old Style" pitchFamily="18" charset="0"/>
                <a:cs typeface="Book Antiqua"/>
              </a:rPr>
              <a:t>programs</a:t>
            </a:r>
            <a:r>
              <a:rPr sz="2600" spc="-5" dirty="0">
                <a:latin typeface="Bookman Old Style" pitchFamily="18" charset="0"/>
                <a:cs typeface="Book Antiqua"/>
              </a:rPr>
              <a:t> </a:t>
            </a:r>
            <a:r>
              <a:rPr sz="2600" spc="10" dirty="0">
                <a:latin typeface="Bookman Old Style" pitchFamily="18" charset="0"/>
                <a:cs typeface="Book Antiqua"/>
              </a:rPr>
              <a:t>(operating</a:t>
            </a:r>
            <a:r>
              <a:rPr sz="2600" spc="-5" dirty="0">
                <a:latin typeface="Bookman Old Style" pitchFamily="18" charset="0"/>
                <a:cs typeface="Book Antiqua"/>
              </a:rPr>
              <a:t> </a:t>
            </a:r>
            <a:r>
              <a:rPr sz="2600" spc="10" dirty="0">
                <a:latin typeface="Bookman Old Style" pitchFamily="18" charset="0"/>
                <a:cs typeface="Book Antiqua"/>
              </a:rPr>
              <a:t>system)</a:t>
            </a:r>
            <a:endParaRPr sz="2600">
              <a:latin typeface="Bookman Old Style" pitchFamily="18" charset="0"/>
              <a:cs typeface="Book Antiqua"/>
            </a:endParaRPr>
          </a:p>
          <a:p>
            <a:pPr indent="-266700">
              <a:lnSpc>
                <a:spcPct val="100000"/>
              </a:lnSpc>
              <a:buClr>
                <a:srgbClr val="0BD0D9"/>
              </a:buClr>
              <a:buSzPct val="95833"/>
              <a:buFont typeface="Arial"/>
              <a:buChar char="●"/>
              <a:tabLst>
                <a:tab pos="279400" algn="l"/>
              </a:tabLst>
            </a:pPr>
            <a:r>
              <a:rPr sz="2600" dirty="0">
                <a:latin typeface="Bookman Old Style" pitchFamily="18" charset="0"/>
                <a:cs typeface="Book Antiqua"/>
              </a:rPr>
              <a:t>Effects</a:t>
            </a:r>
            <a:r>
              <a:rPr sz="2600" spc="-5" dirty="0">
                <a:latin typeface="Bookman Old Style" pitchFamily="18" charset="0"/>
                <a:cs typeface="Book Antiqua"/>
              </a:rPr>
              <a:t> </a:t>
            </a:r>
            <a:r>
              <a:rPr sz="2600" spc="10" dirty="0">
                <a:latin typeface="Bookman Old Style" pitchFamily="18" charset="0"/>
                <a:cs typeface="Book Antiqua"/>
              </a:rPr>
              <a:t>communications</a:t>
            </a:r>
            <a:r>
              <a:rPr sz="2600" spc="-5" dirty="0">
                <a:latin typeface="Bookman Old Style" pitchFamily="18" charset="0"/>
                <a:cs typeface="Book Antiqua"/>
              </a:rPr>
              <a:t> </a:t>
            </a:r>
            <a:r>
              <a:rPr sz="2600" spc="10" dirty="0">
                <a:latin typeface="Bookman Old Style" pitchFamily="18" charset="0"/>
                <a:cs typeface="Book Antiqua"/>
              </a:rPr>
              <a:t>(networking</a:t>
            </a:r>
            <a:r>
              <a:rPr sz="2600" spc="-5" dirty="0">
                <a:latin typeface="Bookman Old Style" pitchFamily="18" charset="0"/>
                <a:cs typeface="Book Antiqua"/>
              </a:rPr>
              <a:t> </a:t>
            </a:r>
            <a:r>
              <a:rPr sz="2600" spc="5" dirty="0">
                <a:latin typeface="Bookman Old Style" pitchFamily="18" charset="0"/>
                <a:cs typeface="Book Antiqua"/>
              </a:rPr>
              <a:t>software)</a:t>
            </a:r>
            <a:endParaRPr sz="2600">
              <a:latin typeface="Bookman Old Style" pitchFamily="18" charset="0"/>
              <a:cs typeface="Book Antiqua"/>
            </a:endParaRPr>
          </a:p>
          <a:p>
            <a:pPr marR="1740535" indent="-266700">
              <a:lnSpc>
                <a:spcPct val="100000"/>
              </a:lnSpc>
              <a:buClr>
                <a:srgbClr val="0BD0D9"/>
              </a:buClr>
              <a:buSzPct val="95833"/>
              <a:buFont typeface="Arial"/>
              <a:buChar char="●"/>
              <a:tabLst>
                <a:tab pos="279400" algn="l"/>
              </a:tabLst>
            </a:pPr>
            <a:r>
              <a:rPr sz="2600" spc="10" dirty="0">
                <a:latin typeface="Bookman Old Style" pitchFamily="18" charset="0"/>
                <a:cs typeface="Book Antiqua"/>
              </a:rPr>
              <a:t>Helps </a:t>
            </a:r>
            <a:r>
              <a:rPr sz="2600" spc="5" dirty="0">
                <a:latin typeface="Bookman Old Style" pitchFamily="18" charset="0"/>
                <a:cs typeface="Book Antiqua"/>
              </a:rPr>
              <a:t>build other software </a:t>
            </a:r>
            <a:r>
              <a:rPr sz="2600" spc="5">
                <a:latin typeface="Bookman Old Style" pitchFamily="18" charset="0"/>
                <a:cs typeface="Book Antiqua"/>
              </a:rPr>
              <a:t>(software</a:t>
            </a:r>
            <a:r>
              <a:rPr lang="en-US" sz="2600" spc="5" dirty="0">
                <a:latin typeface="Bookman Old Style" pitchFamily="18" charset="0"/>
                <a:cs typeface="Book Antiqua"/>
              </a:rPr>
              <a:t> </a:t>
            </a:r>
            <a:r>
              <a:rPr sz="2600" spc="10">
                <a:latin typeface="Bookman Old Style" pitchFamily="18" charset="0"/>
                <a:cs typeface="Book Antiqua"/>
              </a:rPr>
              <a:t>tools </a:t>
            </a:r>
            <a:r>
              <a:rPr sz="2600" spc="15" dirty="0">
                <a:latin typeface="Bookman Old Style" pitchFamily="18" charset="0"/>
                <a:cs typeface="Book Antiqua"/>
              </a:rPr>
              <a:t>&amp; </a:t>
            </a:r>
            <a:r>
              <a:rPr sz="2600" spc="-585" dirty="0">
                <a:latin typeface="Bookman Old Style" pitchFamily="18" charset="0"/>
                <a:cs typeface="Book Antiqua"/>
              </a:rPr>
              <a:t> </a:t>
            </a:r>
            <a:r>
              <a:rPr sz="2600" spc="5" dirty="0">
                <a:latin typeface="Bookman Old Style" pitchFamily="18" charset="0"/>
                <a:cs typeface="Book Antiqua"/>
              </a:rPr>
              <a:t>environments)</a:t>
            </a:r>
            <a:endParaRPr sz="2600">
              <a:latin typeface="Bookman Old Style" pitchFamily="18" charset="0"/>
              <a:cs typeface="Book Antiqua"/>
            </a:endParaRPr>
          </a:p>
        </p:txBody>
      </p:sp>
      <p:sp>
        <p:nvSpPr>
          <p:cNvPr id="11" name="object 11"/>
          <p:cNvSpPr txBox="1"/>
          <p:nvPr/>
        </p:nvSpPr>
        <p:spPr>
          <a:xfrm>
            <a:off x="8589342" y="6524079"/>
            <a:ext cx="110489"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45C75"/>
                </a:solidFill>
                <a:latin typeface="Arial"/>
                <a:cs typeface="Arial"/>
              </a:rPr>
              <a:t>8</a:t>
            </a:r>
            <a:endParaRPr sz="1200">
              <a:latin typeface="Arial"/>
              <a:cs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9" name="object 9"/>
          <p:cNvSpPr txBox="1">
            <a:spLocks noGrp="1"/>
          </p:cNvSpPr>
          <p:nvPr>
            <p:ph type="title"/>
          </p:nvPr>
        </p:nvSpPr>
        <p:spPr>
          <a:xfrm>
            <a:off x="381000" y="762000"/>
            <a:ext cx="6184900" cy="628377"/>
          </a:xfrm>
          <a:prstGeom prst="rect">
            <a:avLst/>
          </a:prstGeom>
        </p:spPr>
        <p:txBody>
          <a:bodyPr vert="horz" wrap="square" lIns="0" tIns="12700" rIns="0" bIns="0" rtlCol="0">
            <a:spAutoFit/>
          </a:bodyPr>
          <a:lstStyle/>
          <a:p>
            <a:pPr marL="12700">
              <a:lnSpc>
                <a:spcPct val="100000"/>
              </a:lnSpc>
              <a:spcBef>
                <a:spcPts val="100"/>
              </a:spcBef>
              <a:tabLst>
                <a:tab pos="2103120" algn="l"/>
              </a:tabLst>
            </a:pPr>
            <a:r>
              <a:rPr sz="4000" b="1" spc="-15" dirty="0">
                <a:solidFill>
                  <a:schemeClr val="tx1"/>
                </a:solidFill>
                <a:latin typeface="Bookman Old Style" pitchFamily="18" charset="0"/>
              </a:rPr>
              <a:t>What</a:t>
            </a:r>
            <a:r>
              <a:rPr sz="4000" b="1" dirty="0">
                <a:solidFill>
                  <a:schemeClr val="tx1"/>
                </a:solidFill>
                <a:latin typeface="Bookman Old Style" pitchFamily="18" charset="0"/>
              </a:rPr>
              <a:t> is	</a:t>
            </a:r>
            <a:r>
              <a:rPr sz="4000" b="1" spc="-20" dirty="0">
                <a:solidFill>
                  <a:schemeClr val="tx1"/>
                </a:solidFill>
                <a:latin typeface="Bookman Old Style" pitchFamily="18" charset="0"/>
              </a:rPr>
              <a:t>Software</a:t>
            </a:r>
            <a:r>
              <a:rPr sz="4000" b="1" spc="-70" dirty="0">
                <a:solidFill>
                  <a:schemeClr val="tx1"/>
                </a:solidFill>
                <a:latin typeface="Bookman Old Style" pitchFamily="18" charset="0"/>
              </a:rPr>
              <a:t> </a:t>
            </a:r>
            <a:r>
              <a:rPr sz="4000" b="1" dirty="0">
                <a:solidFill>
                  <a:schemeClr val="tx1"/>
                </a:solidFill>
                <a:latin typeface="Bookman Old Style" pitchFamily="18" charset="0"/>
              </a:rPr>
              <a:t>?</a:t>
            </a:r>
          </a:p>
        </p:txBody>
      </p:sp>
      <p:sp>
        <p:nvSpPr>
          <p:cNvPr id="10" name="object 10"/>
          <p:cNvSpPr txBox="1"/>
          <p:nvPr/>
        </p:nvSpPr>
        <p:spPr>
          <a:xfrm>
            <a:off x="381000" y="1600200"/>
            <a:ext cx="8534400" cy="4177939"/>
          </a:xfrm>
          <a:prstGeom prst="rect">
            <a:avLst/>
          </a:prstGeom>
        </p:spPr>
        <p:txBody>
          <a:bodyPr vert="horz" wrap="square" lIns="0" tIns="12700" rIns="0" bIns="0" rtlCol="0">
            <a:spAutoFit/>
          </a:bodyPr>
          <a:lstStyle/>
          <a:p>
            <a:pPr marL="25400" marR="17780">
              <a:lnSpc>
                <a:spcPct val="108300"/>
              </a:lnSpc>
              <a:spcBef>
                <a:spcPts val="100"/>
              </a:spcBef>
            </a:pPr>
            <a:r>
              <a:rPr sz="2600" spc="-5" dirty="0">
                <a:latin typeface="Bookman Old Style" pitchFamily="18" charset="0"/>
                <a:cs typeface="Book Antiqua"/>
              </a:rPr>
              <a:t>Software</a:t>
            </a:r>
            <a:r>
              <a:rPr sz="2600" dirty="0">
                <a:latin typeface="Bookman Old Style" pitchFamily="18" charset="0"/>
                <a:cs typeface="Book Antiqua"/>
              </a:rPr>
              <a:t> </a:t>
            </a:r>
            <a:r>
              <a:rPr sz="2600" spc="-10" dirty="0">
                <a:latin typeface="Bookman Old Style" pitchFamily="18" charset="0"/>
                <a:cs typeface="Book Antiqua"/>
              </a:rPr>
              <a:t>products</a:t>
            </a:r>
            <a:r>
              <a:rPr sz="2600" spc="-5" dirty="0">
                <a:latin typeface="Bookman Old Style" pitchFamily="18" charset="0"/>
                <a:cs typeface="Book Antiqua"/>
              </a:rPr>
              <a:t> </a:t>
            </a:r>
            <a:r>
              <a:rPr sz="2600" dirty="0">
                <a:latin typeface="Bookman Old Style" pitchFamily="18" charset="0"/>
                <a:cs typeface="Book Antiqua"/>
              </a:rPr>
              <a:t>may</a:t>
            </a:r>
            <a:r>
              <a:rPr sz="2600" spc="5" dirty="0">
                <a:latin typeface="Bookman Old Style" pitchFamily="18" charset="0"/>
                <a:cs typeface="Book Antiqua"/>
              </a:rPr>
              <a:t> </a:t>
            </a:r>
            <a:r>
              <a:rPr sz="2600" dirty="0">
                <a:latin typeface="Bookman Old Style" pitchFamily="18" charset="0"/>
                <a:cs typeface="Book Antiqua"/>
              </a:rPr>
              <a:t>be </a:t>
            </a:r>
            <a:r>
              <a:rPr sz="2600" spc="-5" dirty="0">
                <a:latin typeface="Bookman Old Style" pitchFamily="18" charset="0"/>
                <a:cs typeface="Book Antiqua"/>
              </a:rPr>
              <a:t>developed for</a:t>
            </a:r>
            <a:r>
              <a:rPr sz="2600" dirty="0">
                <a:latin typeface="Bookman Old Style" pitchFamily="18" charset="0"/>
                <a:cs typeface="Book Antiqua"/>
              </a:rPr>
              <a:t> a </a:t>
            </a:r>
            <a:r>
              <a:rPr sz="2600" spc="-5" dirty="0">
                <a:latin typeface="Bookman Old Style" pitchFamily="18" charset="0"/>
                <a:cs typeface="Book Antiqua"/>
              </a:rPr>
              <a:t>particular</a:t>
            </a:r>
            <a:r>
              <a:rPr sz="2600" dirty="0">
                <a:latin typeface="Bookman Old Style" pitchFamily="18" charset="0"/>
                <a:cs typeface="Book Antiqua"/>
              </a:rPr>
              <a:t> </a:t>
            </a:r>
            <a:r>
              <a:rPr sz="2600" spc="-5" dirty="0">
                <a:latin typeface="Bookman Old Style" pitchFamily="18" charset="0"/>
                <a:cs typeface="Book Antiqua"/>
              </a:rPr>
              <a:t>customer</a:t>
            </a:r>
            <a:r>
              <a:rPr sz="2600" dirty="0">
                <a:latin typeface="Bookman Old Style" pitchFamily="18" charset="0"/>
                <a:cs typeface="Book Antiqua"/>
              </a:rPr>
              <a:t> or</a:t>
            </a:r>
            <a:r>
              <a:rPr sz="2600" spc="-5" dirty="0">
                <a:latin typeface="Bookman Old Style" pitchFamily="18" charset="0"/>
                <a:cs typeface="Book Antiqua"/>
              </a:rPr>
              <a:t> </a:t>
            </a:r>
            <a:r>
              <a:rPr sz="2600" dirty="0">
                <a:latin typeface="Bookman Old Style" pitchFamily="18" charset="0"/>
                <a:cs typeface="Book Antiqua"/>
              </a:rPr>
              <a:t>may </a:t>
            </a:r>
            <a:r>
              <a:rPr sz="2600" spc="-484" dirty="0">
                <a:latin typeface="Bookman Old Style" pitchFamily="18" charset="0"/>
                <a:cs typeface="Book Antiqua"/>
              </a:rPr>
              <a:t> </a:t>
            </a:r>
            <a:r>
              <a:rPr sz="2600" dirty="0">
                <a:latin typeface="Bookman Old Style" pitchFamily="18" charset="0"/>
                <a:cs typeface="Book Antiqua"/>
              </a:rPr>
              <a:t>be</a:t>
            </a:r>
            <a:r>
              <a:rPr sz="2600" spc="-5" dirty="0">
                <a:latin typeface="Bookman Old Style" pitchFamily="18" charset="0"/>
                <a:cs typeface="Book Antiqua"/>
              </a:rPr>
              <a:t> developed for </a:t>
            </a:r>
            <a:r>
              <a:rPr sz="2600" dirty="0">
                <a:latin typeface="Bookman Old Style" pitchFamily="18" charset="0"/>
                <a:cs typeface="Book Antiqua"/>
              </a:rPr>
              <a:t>a general market.</a:t>
            </a:r>
            <a:endParaRPr sz="2600">
              <a:latin typeface="Bookman Old Style" pitchFamily="18" charset="0"/>
              <a:cs typeface="Book Antiqua"/>
            </a:endParaRPr>
          </a:p>
          <a:p>
            <a:pPr marL="735330">
              <a:lnSpc>
                <a:spcPct val="100000"/>
              </a:lnSpc>
              <a:spcBef>
                <a:spcPts val="1265"/>
              </a:spcBef>
              <a:tabLst>
                <a:tab pos="982344" algn="l"/>
              </a:tabLst>
            </a:pPr>
            <a:r>
              <a:rPr sz="2600" spc="-5">
                <a:latin typeface="Bookman Old Style" pitchFamily="18" charset="0"/>
                <a:cs typeface="Book Antiqua"/>
              </a:rPr>
              <a:t>Software</a:t>
            </a:r>
            <a:r>
              <a:rPr sz="2600" spc="-30">
                <a:latin typeface="Bookman Old Style" pitchFamily="18" charset="0"/>
                <a:cs typeface="Book Antiqua"/>
              </a:rPr>
              <a:t> </a:t>
            </a:r>
            <a:r>
              <a:rPr sz="2600" spc="-10" dirty="0">
                <a:latin typeface="Bookman Old Style" pitchFamily="18" charset="0"/>
                <a:cs typeface="Book Antiqua"/>
              </a:rPr>
              <a:t>products</a:t>
            </a:r>
            <a:r>
              <a:rPr sz="2600" spc="-25" dirty="0">
                <a:latin typeface="Bookman Old Style" pitchFamily="18" charset="0"/>
                <a:cs typeface="Book Antiqua"/>
              </a:rPr>
              <a:t> </a:t>
            </a:r>
            <a:r>
              <a:rPr sz="2600">
                <a:latin typeface="Bookman Old Style" pitchFamily="18" charset="0"/>
                <a:cs typeface="Book Antiqua"/>
              </a:rPr>
              <a:t>may</a:t>
            </a:r>
            <a:r>
              <a:rPr sz="2600" spc="-25">
                <a:latin typeface="Bookman Old Style" pitchFamily="18" charset="0"/>
                <a:cs typeface="Book Antiqua"/>
              </a:rPr>
              <a:t> </a:t>
            </a:r>
            <a:r>
              <a:rPr sz="2600">
                <a:latin typeface="Bookman Old Style" pitchFamily="18" charset="0"/>
                <a:cs typeface="Book Antiqua"/>
              </a:rPr>
              <a:t>be</a:t>
            </a:r>
            <a:endParaRPr lang="en-US" sz="2600" dirty="0">
              <a:latin typeface="Bookman Old Style" pitchFamily="18" charset="0"/>
              <a:cs typeface="Book Antiqua"/>
            </a:endParaRPr>
          </a:p>
          <a:p>
            <a:pPr marL="1192530" indent="-457200">
              <a:lnSpc>
                <a:spcPct val="100000"/>
              </a:lnSpc>
              <a:spcBef>
                <a:spcPts val="1265"/>
              </a:spcBef>
              <a:buFont typeface="+mj-lt"/>
              <a:buAutoNum type="arabicPeriod"/>
              <a:tabLst>
                <a:tab pos="982344" algn="l"/>
              </a:tabLst>
            </a:pPr>
            <a:r>
              <a:rPr lang="en-US" sz="2600" b="1" spc="-5" dirty="0">
                <a:latin typeface="Bookman Old Style" pitchFamily="18" charset="0"/>
                <a:cs typeface="Palatino Linotype"/>
              </a:rPr>
              <a:t>Generic </a:t>
            </a:r>
            <a:r>
              <a:rPr lang="en-US" sz="2600" dirty="0">
                <a:latin typeface="Bookman Old Style" pitchFamily="18" charset="0"/>
                <a:cs typeface="Book Antiqua"/>
              </a:rPr>
              <a:t>- </a:t>
            </a:r>
            <a:r>
              <a:rPr lang="en-US" sz="2600" spc="-5" dirty="0">
                <a:latin typeface="Bookman Old Style" pitchFamily="18" charset="0"/>
                <a:cs typeface="Book Antiqua"/>
              </a:rPr>
              <a:t>developed </a:t>
            </a:r>
            <a:r>
              <a:rPr lang="en-US" sz="2600" dirty="0">
                <a:latin typeface="Bookman Old Style" pitchFamily="18" charset="0"/>
                <a:cs typeface="Book Antiqua"/>
              </a:rPr>
              <a:t>to be </a:t>
            </a:r>
            <a:r>
              <a:rPr lang="en-US" sz="2600" spc="-5" dirty="0">
                <a:latin typeface="Bookman Old Style" pitchFamily="18" charset="0"/>
                <a:cs typeface="Book Antiqua"/>
              </a:rPr>
              <a:t>sold </a:t>
            </a:r>
            <a:r>
              <a:rPr lang="en-US" sz="2600" dirty="0">
                <a:latin typeface="Bookman Old Style" pitchFamily="18" charset="0"/>
                <a:cs typeface="Book Antiqua"/>
              </a:rPr>
              <a:t>to a range of </a:t>
            </a:r>
            <a:r>
              <a:rPr lang="en-US" sz="2600" spc="-10" dirty="0">
                <a:latin typeface="Bookman Old Style" pitchFamily="18" charset="0"/>
                <a:cs typeface="Book Antiqua"/>
              </a:rPr>
              <a:t>different </a:t>
            </a:r>
            <a:r>
              <a:rPr lang="en-US" sz="2600" spc="-484" dirty="0">
                <a:latin typeface="Bookman Old Style" pitchFamily="18" charset="0"/>
                <a:cs typeface="Book Antiqua"/>
              </a:rPr>
              <a:t> </a:t>
            </a:r>
            <a:r>
              <a:rPr lang="en-US" sz="2600" spc="-5" dirty="0">
                <a:latin typeface="Bookman Old Style" pitchFamily="18" charset="0"/>
                <a:cs typeface="Book Antiqua"/>
              </a:rPr>
              <a:t>customers </a:t>
            </a:r>
            <a:r>
              <a:rPr lang="en-US" sz="2600" dirty="0">
                <a:latin typeface="Bookman Old Style" pitchFamily="18" charset="0"/>
                <a:cs typeface="Book Antiqua"/>
              </a:rPr>
              <a:t>e.g. PC </a:t>
            </a:r>
            <a:r>
              <a:rPr lang="en-US" sz="2600" spc="-10" dirty="0">
                <a:latin typeface="Bookman Old Style" pitchFamily="18" charset="0"/>
                <a:cs typeface="Book Antiqua"/>
              </a:rPr>
              <a:t>software</a:t>
            </a:r>
            <a:r>
              <a:rPr lang="en-US" sz="2600" dirty="0">
                <a:latin typeface="Bookman Old Style" pitchFamily="18" charset="0"/>
                <a:cs typeface="Book Antiqua"/>
              </a:rPr>
              <a:t> </a:t>
            </a:r>
            <a:r>
              <a:rPr lang="en-US" sz="2600" spc="-5" dirty="0">
                <a:latin typeface="Bookman Old Style" pitchFamily="18" charset="0"/>
                <a:cs typeface="Book Antiqua"/>
              </a:rPr>
              <a:t>such </a:t>
            </a:r>
            <a:r>
              <a:rPr lang="en-US" sz="2600" dirty="0">
                <a:latin typeface="Bookman Old Style" pitchFamily="18" charset="0"/>
                <a:cs typeface="Book Antiqua"/>
              </a:rPr>
              <a:t>as</a:t>
            </a:r>
            <a:r>
              <a:rPr lang="en-US" sz="2600" spc="-5" dirty="0">
                <a:latin typeface="Bookman Old Style" pitchFamily="18" charset="0"/>
                <a:cs typeface="Book Antiqua"/>
              </a:rPr>
              <a:t> Excel</a:t>
            </a:r>
            <a:r>
              <a:rPr lang="en-US" sz="2600" dirty="0">
                <a:latin typeface="Bookman Old Style" pitchFamily="18" charset="0"/>
                <a:cs typeface="Book Antiqua"/>
              </a:rPr>
              <a:t> or</a:t>
            </a:r>
            <a:r>
              <a:rPr lang="en-US" sz="2600" spc="-5" dirty="0">
                <a:latin typeface="Bookman Old Style" pitchFamily="18" charset="0"/>
                <a:cs typeface="Book Antiqua"/>
              </a:rPr>
              <a:t> </a:t>
            </a:r>
            <a:r>
              <a:rPr lang="en-US" sz="2600" spc="-50" dirty="0">
                <a:latin typeface="Bookman Old Style" pitchFamily="18" charset="0"/>
                <a:cs typeface="Book Antiqua"/>
              </a:rPr>
              <a:t>Word.</a:t>
            </a:r>
          </a:p>
          <a:p>
            <a:pPr marL="1192530" indent="-457200">
              <a:lnSpc>
                <a:spcPct val="100000"/>
              </a:lnSpc>
              <a:spcBef>
                <a:spcPts val="1265"/>
              </a:spcBef>
              <a:buFont typeface="+mj-lt"/>
              <a:buAutoNum type="arabicPeriod"/>
              <a:tabLst>
                <a:tab pos="982344" algn="l"/>
              </a:tabLst>
            </a:pPr>
            <a:r>
              <a:rPr lang="en-US" sz="2600" b="1" spc="-5" dirty="0">
                <a:latin typeface="Bookman Old Style" pitchFamily="18" charset="0"/>
                <a:cs typeface="Palatino Linotype"/>
              </a:rPr>
              <a:t>Bespoke</a:t>
            </a:r>
            <a:r>
              <a:rPr lang="en-US" sz="2600" b="1" dirty="0">
                <a:latin typeface="Bookman Old Style" pitchFamily="18" charset="0"/>
                <a:cs typeface="Palatino Linotype"/>
              </a:rPr>
              <a:t> </a:t>
            </a:r>
            <a:r>
              <a:rPr lang="en-US" sz="2600" spc="-5" dirty="0">
                <a:latin typeface="Bookman Old Style" pitchFamily="18" charset="0"/>
                <a:cs typeface="Book Antiqua"/>
              </a:rPr>
              <a:t>(</a:t>
            </a:r>
            <a:r>
              <a:rPr lang="en-US" sz="2600" b="1" spc="-5" dirty="0">
                <a:latin typeface="Bookman Old Style" pitchFamily="18" charset="0"/>
                <a:cs typeface="Palatino Linotype"/>
              </a:rPr>
              <a:t>custom</a:t>
            </a:r>
            <a:r>
              <a:rPr lang="en-US" sz="2600" spc="-5" dirty="0">
                <a:latin typeface="Bookman Old Style" pitchFamily="18" charset="0"/>
                <a:cs typeface="Book Antiqua"/>
              </a:rPr>
              <a:t>)</a:t>
            </a:r>
            <a:r>
              <a:rPr lang="en-US" sz="2600" dirty="0">
                <a:latin typeface="Bookman Old Style" pitchFamily="18" charset="0"/>
                <a:cs typeface="Book Antiqua"/>
              </a:rPr>
              <a:t> -</a:t>
            </a:r>
            <a:r>
              <a:rPr lang="en-US" sz="2600" spc="5" dirty="0">
                <a:latin typeface="Bookman Old Style" pitchFamily="18" charset="0"/>
                <a:cs typeface="Book Antiqua"/>
              </a:rPr>
              <a:t> </a:t>
            </a:r>
            <a:r>
              <a:rPr lang="en-US" sz="2600" spc="-5" dirty="0">
                <a:latin typeface="Bookman Old Style" pitchFamily="18" charset="0"/>
                <a:cs typeface="Book Antiqua"/>
              </a:rPr>
              <a:t>developed for</a:t>
            </a:r>
            <a:r>
              <a:rPr lang="en-US" sz="2600" dirty="0">
                <a:latin typeface="Bookman Old Style" pitchFamily="18" charset="0"/>
                <a:cs typeface="Book Antiqua"/>
              </a:rPr>
              <a:t> a </a:t>
            </a:r>
            <a:r>
              <a:rPr lang="en-US" sz="2600" spc="-5" dirty="0">
                <a:latin typeface="Bookman Old Style" pitchFamily="18" charset="0"/>
                <a:cs typeface="Book Antiqua"/>
              </a:rPr>
              <a:t>single</a:t>
            </a:r>
            <a:r>
              <a:rPr lang="en-US" sz="2600" dirty="0">
                <a:latin typeface="Bookman Old Style" pitchFamily="18" charset="0"/>
                <a:cs typeface="Book Antiqua"/>
              </a:rPr>
              <a:t> </a:t>
            </a:r>
            <a:r>
              <a:rPr lang="en-US" sz="2600" spc="-5" dirty="0">
                <a:latin typeface="Bookman Old Style" pitchFamily="18" charset="0"/>
                <a:cs typeface="Book Antiqua"/>
              </a:rPr>
              <a:t>customer </a:t>
            </a:r>
            <a:r>
              <a:rPr lang="en-US" sz="2600" dirty="0">
                <a:latin typeface="Bookman Old Style" pitchFamily="18" charset="0"/>
                <a:cs typeface="Book Antiqua"/>
              </a:rPr>
              <a:t> </a:t>
            </a:r>
            <a:r>
              <a:rPr lang="en-US" sz="2600" spc="-10" dirty="0">
                <a:latin typeface="Bookman Old Style" pitchFamily="18" charset="0"/>
                <a:cs typeface="Book Antiqua"/>
              </a:rPr>
              <a:t>according</a:t>
            </a:r>
            <a:r>
              <a:rPr lang="en-US" sz="2600" spc="5" dirty="0">
                <a:latin typeface="Bookman Old Style" pitchFamily="18" charset="0"/>
                <a:cs typeface="Book Antiqua"/>
              </a:rPr>
              <a:t> </a:t>
            </a:r>
            <a:r>
              <a:rPr lang="en-US" sz="2600" dirty="0">
                <a:latin typeface="Bookman Old Style" pitchFamily="18" charset="0"/>
                <a:cs typeface="Book Antiqua"/>
              </a:rPr>
              <a:t>to</a:t>
            </a:r>
            <a:r>
              <a:rPr lang="en-US" sz="2600" spc="10" dirty="0">
                <a:latin typeface="Bookman Old Style" pitchFamily="18" charset="0"/>
                <a:cs typeface="Book Antiqua"/>
              </a:rPr>
              <a:t> </a:t>
            </a:r>
            <a:r>
              <a:rPr lang="en-US" sz="2600" spc="-5" dirty="0">
                <a:latin typeface="Bookman Old Style" pitchFamily="18" charset="0"/>
                <a:cs typeface="Book Antiqua"/>
              </a:rPr>
              <a:t>their</a:t>
            </a:r>
            <a:r>
              <a:rPr lang="en-US" sz="2600" spc="5" dirty="0">
                <a:latin typeface="Bookman Old Style" pitchFamily="18" charset="0"/>
                <a:cs typeface="Book Antiqua"/>
              </a:rPr>
              <a:t> </a:t>
            </a:r>
            <a:r>
              <a:rPr lang="en-US" sz="2600" spc="-5" dirty="0">
                <a:latin typeface="Bookman Old Style" pitchFamily="18" charset="0"/>
                <a:cs typeface="Book Antiqua"/>
              </a:rPr>
              <a:t>specification.</a:t>
            </a:r>
            <a:r>
              <a:rPr lang="en-US" sz="2600" spc="25" dirty="0">
                <a:latin typeface="Bookman Old Style" pitchFamily="18" charset="0"/>
                <a:cs typeface="Book Antiqua"/>
              </a:rPr>
              <a:t> </a:t>
            </a:r>
            <a:r>
              <a:rPr lang="en-US" sz="2600" spc="-5" dirty="0">
                <a:latin typeface="Bookman Old Style" pitchFamily="18" charset="0"/>
                <a:cs typeface="Book Antiqua"/>
              </a:rPr>
              <a:t>E.g.</a:t>
            </a:r>
            <a:r>
              <a:rPr lang="en-US" sz="2600" spc="10" dirty="0">
                <a:latin typeface="Bookman Old Style" pitchFamily="18" charset="0"/>
                <a:cs typeface="Book Antiqua"/>
              </a:rPr>
              <a:t> </a:t>
            </a:r>
            <a:r>
              <a:rPr lang="en-US" sz="2600" dirty="0">
                <a:latin typeface="Bookman Old Style" pitchFamily="18" charset="0"/>
                <a:cs typeface="Book Antiqua"/>
              </a:rPr>
              <a:t>air</a:t>
            </a:r>
            <a:r>
              <a:rPr lang="en-US" sz="2600" spc="10" dirty="0">
                <a:latin typeface="Bookman Old Style" pitchFamily="18" charset="0"/>
                <a:cs typeface="Book Antiqua"/>
              </a:rPr>
              <a:t> </a:t>
            </a:r>
            <a:r>
              <a:rPr lang="en-US" sz="2600" spc="-10" dirty="0">
                <a:latin typeface="Bookman Old Style" pitchFamily="18" charset="0"/>
                <a:cs typeface="Book Antiqua"/>
              </a:rPr>
              <a:t>traffic</a:t>
            </a:r>
            <a:r>
              <a:rPr lang="en-US" sz="2600" dirty="0">
                <a:latin typeface="Bookman Old Style" pitchFamily="18" charset="0"/>
                <a:cs typeface="Book Antiqua"/>
              </a:rPr>
              <a:t> </a:t>
            </a:r>
            <a:r>
              <a:rPr lang="en-US" sz="2600" spc="-5" dirty="0">
                <a:latin typeface="Bookman Old Style" pitchFamily="18" charset="0"/>
                <a:cs typeface="Book Antiqua"/>
              </a:rPr>
              <a:t>monitoring</a:t>
            </a:r>
            <a:endParaRPr sz="2600">
              <a:latin typeface="Bookman Old Style" pitchFamily="18" charset="0"/>
              <a:cs typeface="Book Antiqu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9" name="object 9"/>
          <p:cNvSpPr txBox="1">
            <a:spLocks noGrp="1"/>
          </p:cNvSpPr>
          <p:nvPr>
            <p:ph type="title"/>
          </p:nvPr>
        </p:nvSpPr>
        <p:spPr>
          <a:xfrm>
            <a:off x="444500" y="1040190"/>
            <a:ext cx="6718300" cy="628377"/>
          </a:xfrm>
          <a:prstGeom prst="rect">
            <a:avLst/>
          </a:prstGeom>
        </p:spPr>
        <p:txBody>
          <a:bodyPr vert="horz" wrap="square" lIns="0" tIns="12700" rIns="0" bIns="0" rtlCol="0">
            <a:spAutoFit/>
          </a:bodyPr>
          <a:lstStyle/>
          <a:p>
            <a:pPr marL="12700">
              <a:lnSpc>
                <a:spcPct val="100000"/>
              </a:lnSpc>
              <a:spcBef>
                <a:spcPts val="100"/>
              </a:spcBef>
            </a:pPr>
            <a:r>
              <a:rPr sz="4000" b="1" spc="-10" dirty="0">
                <a:solidFill>
                  <a:schemeClr val="tx1"/>
                </a:solidFill>
                <a:latin typeface="Bookman Old Style" pitchFamily="18" charset="0"/>
              </a:rPr>
              <a:t>Definition</a:t>
            </a:r>
            <a:r>
              <a:rPr sz="4000" b="1" spc="-15" dirty="0">
                <a:solidFill>
                  <a:schemeClr val="tx1"/>
                </a:solidFill>
                <a:latin typeface="Bookman Old Style" pitchFamily="18" charset="0"/>
              </a:rPr>
              <a:t> </a:t>
            </a:r>
            <a:r>
              <a:rPr sz="4000" b="1" spc="-5" dirty="0">
                <a:solidFill>
                  <a:schemeClr val="tx1"/>
                </a:solidFill>
                <a:latin typeface="Bookman Old Style" pitchFamily="18" charset="0"/>
              </a:rPr>
              <a:t>of</a:t>
            </a:r>
            <a:r>
              <a:rPr sz="4000" b="1" spc="-15" dirty="0">
                <a:solidFill>
                  <a:schemeClr val="tx1"/>
                </a:solidFill>
                <a:latin typeface="Bookman Old Style" pitchFamily="18" charset="0"/>
              </a:rPr>
              <a:t> </a:t>
            </a:r>
            <a:r>
              <a:rPr sz="4000" b="1" spc="-20" dirty="0">
                <a:solidFill>
                  <a:schemeClr val="tx1"/>
                </a:solidFill>
                <a:latin typeface="Bookman Old Style" pitchFamily="18" charset="0"/>
              </a:rPr>
              <a:t>software</a:t>
            </a: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dirty="0"/>
              <a:pPr marL="38100">
                <a:lnSpc>
                  <a:spcPts val="1425"/>
                </a:lnSpc>
              </a:pPr>
              <a:t>10</a:t>
            </a:fld>
            <a:endParaRPr dirty="0"/>
          </a:p>
        </p:txBody>
      </p:sp>
      <p:sp>
        <p:nvSpPr>
          <p:cNvPr id="10" name="object 10"/>
          <p:cNvSpPr txBox="1"/>
          <p:nvPr/>
        </p:nvSpPr>
        <p:spPr>
          <a:xfrm>
            <a:off x="490218" y="1853119"/>
            <a:ext cx="8272781" cy="3586238"/>
          </a:xfrm>
          <a:prstGeom prst="rect">
            <a:avLst/>
          </a:prstGeom>
        </p:spPr>
        <p:txBody>
          <a:bodyPr vert="horz" wrap="square" lIns="0" tIns="137795" rIns="0" bIns="0" rtlCol="0">
            <a:spAutoFit/>
          </a:bodyPr>
          <a:lstStyle/>
          <a:p>
            <a:pPr marL="287020" indent="-274320">
              <a:buClr>
                <a:srgbClr val="0BD0D9"/>
              </a:buClr>
              <a:buSzPct val="94230"/>
              <a:tabLst>
                <a:tab pos="287020" algn="l"/>
              </a:tabLst>
            </a:pPr>
            <a:r>
              <a:rPr sz="2600" b="1" spc="-10" dirty="0">
                <a:latin typeface="Bookman Old Style" pitchFamily="18" charset="0"/>
                <a:cs typeface="Book Antiqua"/>
              </a:rPr>
              <a:t>Software</a:t>
            </a:r>
            <a:r>
              <a:rPr sz="2600" b="1" spc="-25" dirty="0">
                <a:latin typeface="Bookman Old Style" pitchFamily="18" charset="0"/>
                <a:cs typeface="Book Antiqua"/>
              </a:rPr>
              <a:t> </a:t>
            </a:r>
            <a:r>
              <a:rPr sz="2600" b="1">
                <a:latin typeface="Bookman Old Style" pitchFamily="18" charset="0"/>
                <a:cs typeface="Book Antiqua"/>
              </a:rPr>
              <a:t>is</a:t>
            </a:r>
            <a:r>
              <a:rPr sz="2600" b="1" spc="-25">
                <a:latin typeface="Bookman Old Style" pitchFamily="18" charset="0"/>
                <a:cs typeface="Book Antiqua"/>
              </a:rPr>
              <a:t> </a:t>
            </a:r>
            <a:r>
              <a:rPr sz="2600" b="1">
                <a:latin typeface="Bookman Old Style" pitchFamily="18" charset="0"/>
                <a:cs typeface="Book Antiqua"/>
              </a:rPr>
              <a:t>..</a:t>
            </a:r>
            <a:endParaRPr lang="en-US" sz="2600" b="1" dirty="0">
              <a:latin typeface="Bookman Old Style" pitchFamily="18" charset="0"/>
              <a:cs typeface="Book Antiqua"/>
            </a:endParaRPr>
          </a:p>
          <a:p>
            <a:pPr marL="287020" indent="-274320">
              <a:buClr>
                <a:srgbClr val="0BD0D9"/>
              </a:buClr>
              <a:buSzPct val="94230"/>
              <a:tabLst>
                <a:tab pos="287020" algn="l"/>
              </a:tabLst>
            </a:pPr>
            <a:endParaRPr sz="1400">
              <a:latin typeface="Bookman Old Style" pitchFamily="18" charset="0"/>
              <a:cs typeface="Book Antiqua"/>
            </a:endParaRPr>
          </a:p>
          <a:p>
            <a:pPr marL="652780" marR="412115" lvl="1" indent="-247015">
              <a:buClr>
                <a:srgbClr val="0F6FC6"/>
              </a:buClr>
              <a:buSzPct val="85416"/>
              <a:buFont typeface="Arial"/>
              <a:buChar char="●"/>
              <a:tabLst>
                <a:tab pos="652780" algn="l"/>
              </a:tabLst>
            </a:pPr>
            <a:r>
              <a:rPr sz="2600" spc="-5" dirty="0">
                <a:latin typeface="Bookman Old Style" pitchFamily="18" charset="0"/>
                <a:cs typeface="Palatino Linotype"/>
              </a:rPr>
              <a:t>Instructions</a:t>
            </a:r>
            <a:r>
              <a:rPr sz="2600" dirty="0">
                <a:latin typeface="Bookman Old Style" pitchFamily="18" charset="0"/>
                <a:cs typeface="Palatino Linotype"/>
              </a:rPr>
              <a:t> </a:t>
            </a:r>
            <a:r>
              <a:rPr sz="2600" spc="-5" dirty="0">
                <a:latin typeface="Bookman Old Style" pitchFamily="18" charset="0"/>
                <a:cs typeface="Palatino Linotype"/>
              </a:rPr>
              <a:t>that</a:t>
            </a:r>
            <a:r>
              <a:rPr sz="2600" spc="10" dirty="0">
                <a:latin typeface="Bookman Old Style" pitchFamily="18" charset="0"/>
                <a:cs typeface="Palatino Linotype"/>
              </a:rPr>
              <a:t> </a:t>
            </a:r>
            <a:r>
              <a:rPr sz="2600" spc="-5" dirty="0">
                <a:latin typeface="Bookman Old Style" pitchFamily="18" charset="0"/>
                <a:cs typeface="Palatino Linotype"/>
              </a:rPr>
              <a:t>when</a:t>
            </a:r>
            <a:r>
              <a:rPr sz="2600" spc="5" dirty="0">
                <a:latin typeface="Bookman Old Style" pitchFamily="18" charset="0"/>
                <a:cs typeface="Palatino Linotype"/>
              </a:rPr>
              <a:t> </a:t>
            </a:r>
            <a:r>
              <a:rPr sz="2600" spc="-5" dirty="0">
                <a:latin typeface="Bookman Old Style" pitchFamily="18" charset="0"/>
                <a:cs typeface="Palatino Linotype"/>
              </a:rPr>
              <a:t>executed</a:t>
            </a:r>
            <a:r>
              <a:rPr sz="2600" spc="5" dirty="0">
                <a:latin typeface="Bookman Old Style" pitchFamily="18" charset="0"/>
                <a:cs typeface="Palatino Linotype"/>
              </a:rPr>
              <a:t> </a:t>
            </a:r>
            <a:r>
              <a:rPr sz="2600" spc="-5" dirty="0">
                <a:latin typeface="Bookman Old Style" pitchFamily="18" charset="0"/>
                <a:cs typeface="Palatino Linotype"/>
              </a:rPr>
              <a:t>provide</a:t>
            </a:r>
            <a:r>
              <a:rPr sz="2600" spc="5" dirty="0">
                <a:latin typeface="Bookman Old Style" pitchFamily="18" charset="0"/>
                <a:cs typeface="Palatino Linotype"/>
              </a:rPr>
              <a:t> </a:t>
            </a:r>
            <a:r>
              <a:rPr sz="2600" spc="-5" dirty="0">
                <a:latin typeface="Bookman Old Style" pitchFamily="18" charset="0"/>
                <a:cs typeface="Palatino Linotype"/>
              </a:rPr>
              <a:t>desired </a:t>
            </a:r>
            <a:r>
              <a:rPr sz="2600" spc="-585" dirty="0">
                <a:latin typeface="Bookman Old Style" pitchFamily="18" charset="0"/>
                <a:cs typeface="Palatino Linotype"/>
              </a:rPr>
              <a:t> </a:t>
            </a:r>
            <a:r>
              <a:rPr sz="2600" spc="-5" dirty="0">
                <a:latin typeface="Bookman Old Style" pitchFamily="18" charset="0"/>
                <a:cs typeface="Palatino Linotype"/>
              </a:rPr>
              <a:t>features,</a:t>
            </a:r>
            <a:r>
              <a:rPr sz="2600" dirty="0">
                <a:latin typeface="Bookman Old Style" pitchFamily="18" charset="0"/>
                <a:cs typeface="Palatino Linotype"/>
              </a:rPr>
              <a:t> </a:t>
            </a:r>
            <a:r>
              <a:rPr sz="2600" spc="-5" dirty="0">
                <a:latin typeface="Bookman Old Style" pitchFamily="18" charset="0"/>
                <a:cs typeface="Palatino Linotype"/>
              </a:rPr>
              <a:t>function and performance</a:t>
            </a:r>
            <a:endParaRPr sz="2600">
              <a:latin typeface="Bookman Old Style" pitchFamily="18" charset="0"/>
              <a:cs typeface="Palatino Linotype"/>
            </a:endParaRPr>
          </a:p>
          <a:p>
            <a:pPr marL="652780" marR="1266825" lvl="1" indent="-247015">
              <a:buClr>
                <a:srgbClr val="0F6FC6"/>
              </a:buClr>
              <a:buSzPct val="85416"/>
              <a:buFont typeface="Arial"/>
              <a:buChar char="●"/>
              <a:tabLst>
                <a:tab pos="652780" algn="l"/>
              </a:tabLst>
            </a:pPr>
            <a:r>
              <a:rPr sz="2600" dirty="0">
                <a:latin typeface="Bookman Old Style" pitchFamily="18" charset="0"/>
                <a:cs typeface="Palatino Linotype"/>
              </a:rPr>
              <a:t>Data </a:t>
            </a:r>
            <a:r>
              <a:rPr sz="2600" spc="-5" dirty="0">
                <a:latin typeface="Bookman Old Style" pitchFamily="18" charset="0"/>
                <a:cs typeface="Palatino Linotype"/>
              </a:rPr>
              <a:t>structures that</a:t>
            </a:r>
            <a:r>
              <a:rPr sz="2600" spc="5" dirty="0">
                <a:latin typeface="Bookman Old Style" pitchFamily="18" charset="0"/>
                <a:cs typeface="Palatino Linotype"/>
              </a:rPr>
              <a:t> </a:t>
            </a:r>
            <a:r>
              <a:rPr sz="2600" spc="-5" dirty="0">
                <a:latin typeface="Bookman Old Style" pitchFamily="18" charset="0"/>
                <a:cs typeface="Palatino Linotype"/>
              </a:rPr>
              <a:t>enable</a:t>
            </a:r>
            <a:r>
              <a:rPr sz="2600" dirty="0">
                <a:latin typeface="Bookman Old Style" pitchFamily="18" charset="0"/>
                <a:cs typeface="Palatino Linotype"/>
              </a:rPr>
              <a:t> </a:t>
            </a:r>
            <a:r>
              <a:rPr sz="2600" spc="-5" dirty="0">
                <a:latin typeface="Bookman Old Style" pitchFamily="18" charset="0"/>
                <a:cs typeface="Palatino Linotype"/>
              </a:rPr>
              <a:t>the</a:t>
            </a:r>
            <a:r>
              <a:rPr sz="2600" dirty="0">
                <a:latin typeface="Bookman Old Style" pitchFamily="18" charset="0"/>
                <a:cs typeface="Palatino Linotype"/>
              </a:rPr>
              <a:t> </a:t>
            </a:r>
            <a:r>
              <a:rPr sz="2600" spc="-5" dirty="0">
                <a:latin typeface="Bookman Old Style" pitchFamily="18" charset="0"/>
                <a:cs typeface="Palatino Linotype"/>
              </a:rPr>
              <a:t>program</a:t>
            </a:r>
            <a:r>
              <a:rPr sz="2600" spc="5" dirty="0">
                <a:latin typeface="Bookman Old Style" pitchFamily="18" charset="0"/>
                <a:cs typeface="Palatino Linotype"/>
              </a:rPr>
              <a:t> </a:t>
            </a:r>
            <a:r>
              <a:rPr sz="2600" dirty="0">
                <a:latin typeface="Bookman Old Style" pitchFamily="18" charset="0"/>
                <a:cs typeface="Palatino Linotype"/>
              </a:rPr>
              <a:t>to </a:t>
            </a:r>
            <a:r>
              <a:rPr sz="2600" spc="-585" dirty="0">
                <a:latin typeface="Bookman Old Style" pitchFamily="18" charset="0"/>
                <a:cs typeface="Palatino Linotype"/>
              </a:rPr>
              <a:t> </a:t>
            </a:r>
            <a:r>
              <a:rPr sz="2600" spc="-5" dirty="0">
                <a:latin typeface="Bookman Old Style" pitchFamily="18" charset="0"/>
                <a:cs typeface="Palatino Linotype"/>
              </a:rPr>
              <a:t>manipulate information.</a:t>
            </a:r>
            <a:endParaRPr sz="2600">
              <a:latin typeface="Bookman Old Style" pitchFamily="18" charset="0"/>
              <a:cs typeface="Palatino Linotype"/>
            </a:endParaRPr>
          </a:p>
          <a:p>
            <a:pPr marL="652780" marR="5080" lvl="1" indent="-247015" algn="just">
              <a:buClr>
                <a:srgbClr val="0F6FC6"/>
              </a:buClr>
              <a:buSzPct val="85416"/>
              <a:buFont typeface="Arial"/>
              <a:buChar char="●"/>
              <a:tabLst>
                <a:tab pos="652780" algn="l"/>
              </a:tabLst>
            </a:pPr>
            <a:r>
              <a:rPr sz="2600" spc="-5" dirty="0">
                <a:latin typeface="Bookman Old Style" pitchFamily="18" charset="0"/>
                <a:cs typeface="Palatino Linotype"/>
              </a:rPr>
              <a:t>Documentations </a:t>
            </a:r>
            <a:r>
              <a:rPr sz="2600" dirty="0">
                <a:latin typeface="Bookman Old Style" pitchFamily="18" charset="0"/>
                <a:cs typeface="Palatino Linotype"/>
              </a:rPr>
              <a:t>or </a:t>
            </a:r>
            <a:r>
              <a:rPr sz="2600" spc="-5" dirty="0">
                <a:latin typeface="Bookman Old Style" pitchFamily="18" charset="0"/>
                <a:cs typeface="Palatino Linotype"/>
              </a:rPr>
              <a:t>descriptive information </a:t>
            </a:r>
            <a:r>
              <a:rPr sz="2600" dirty="0">
                <a:latin typeface="Bookman Old Style" pitchFamily="18" charset="0"/>
                <a:cs typeface="Palatino Linotype"/>
              </a:rPr>
              <a:t>in </a:t>
            </a:r>
            <a:r>
              <a:rPr sz="2600" spc="-5" dirty="0">
                <a:latin typeface="Bookman Old Style" pitchFamily="18" charset="0"/>
                <a:cs typeface="Palatino Linotype"/>
              </a:rPr>
              <a:t>hard </a:t>
            </a:r>
            <a:r>
              <a:rPr sz="2600" spc="-585" dirty="0">
                <a:latin typeface="Bookman Old Style" pitchFamily="18" charset="0"/>
                <a:cs typeface="Palatino Linotype"/>
              </a:rPr>
              <a:t> </a:t>
            </a:r>
            <a:r>
              <a:rPr sz="2600" spc="-5" dirty="0">
                <a:latin typeface="Bookman Old Style" pitchFamily="18" charset="0"/>
                <a:cs typeface="Palatino Linotype"/>
              </a:rPr>
              <a:t>copy and virtual </a:t>
            </a:r>
            <a:r>
              <a:rPr sz="2600" dirty="0">
                <a:latin typeface="Bookman Old Style" pitchFamily="18" charset="0"/>
                <a:cs typeface="Palatino Linotype"/>
              </a:rPr>
              <a:t>forms </a:t>
            </a:r>
            <a:r>
              <a:rPr sz="2600" spc="-5" dirty="0">
                <a:latin typeface="Bookman Old Style" pitchFamily="18" charset="0"/>
                <a:cs typeface="Palatino Linotype"/>
              </a:rPr>
              <a:t>that describes the operation </a:t>
            </a:r>
            <a:r>
              <a:rPr sz="2600" spc="-585" dirty="0">
                <a:latin typeface="Bookman Old Style" pitchFamily="18" charset="0"/>
                <a:cs typeface="Palatino Linotype"/>
              </a:rPr>
              <a:t> </a:t>
            </a:r>
            <a:r>
              <a:rPr sz="2600" spc="-5" dirty="0">
                <a:latin typeface="Bookman Old Style" pitchFamily="18" charset="0"/>
                <a:cs typeface="Palatino Linotype"/>
              </a:rPr>
              <a:t>and</a:t>
            </a:r>
            <a:r>
              <a:rPr sz="2600" spc="-10" dirty="0">
                <a:latin typeface="Bookman Old Style" pitchFamily="18" charset="0"/>
                <a:cs typeface="Palatino Linotype"/>
              </a:rPr>
              <a:t> </a:t>
            </a:r>
            <a:r>
              <a:rPr sz="2600" spc="-5" dirty="0">
                <a:latin typeface="Bookman Old Style" pitchFamily="18" charset="0"/>
                <a:cs typeface="Palatino Linotype"/>
              </a:rPr>
              <a:t>use</a:t>
            </a:r>
            <a:r>
              <a:rPr sz="2600" dirty="0">
                <a:latin typeface="Bookman Old Style" pitchFamily="18" charset="0"/>
                <a:cs typeface="Palatino Linotype"/>
              </a:rPr>
              <a:t> of </a:t>
            </a:r>
            <a:r>
              <a:rPr sz="2600" spc="-5" dirty="0">
                <a:latin typeface="Bookman Old Style" pitchFamily="18" charset="0"/>
                <a:cs typeface="Palatino Linotype"/>
              </a:rPr>
              <a:t>programs</a:t>
            </a:r>
            <a:endParaRPr sz="2600">
              <a:latin typeface="Bookman Old Style" pitchFamily="18" charset="0"/>
              <a:cs typeface="Palatino Linotype"/>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9" name="object 9"/>
          <p:cNvSpPr txBox="1">
            <a:spLocks noGrp="1"/>
          </p:cNvSpPr>
          <p:nvPr>
            <p:ph type="title"/>
          </p:nvPr>
        </p:nvSpPr>
        <p:spPr>
          <a:xfrm>
            <a:off x="444500" y="609600"/>
            <a:ext cx="8699500" cy="628377"/>
          </a:xfrm>
          <a:prstGeom prst="rect">
            <a:avLst/>
          </a:prstGeom>
        </p:spPr>
        <p:txBody>
          <a:bodyPr vert="horz" wrap="square" lIns="0" tIns="12700" rIns="0" bIns="0" rtlCol="0">
            <a:spAutoFit/>
          </a:bodyPr>
          <a:lstStyle/>
          <a:p>
            <a:pPr marL="12700">
              <a:lnSpc>
                <a:spcPct val="100000"/>
              </a:lnSpc>
              <a:spcBef>
                <a:spcPts val="100"/>
              </a:spcBef>
            </a:pPr>
            <a:r>
              <a:rPr sz="4000" b="1" spc="-20" dirty="0">
                <a:solidFill>
                  <a:srgbClr val="262626"/>
                </a:solidFill>
                <a:latin typeface="Bookman Old Style" pitchFamily="18" charset="0"/>
              </a:rPr>
              <a:t>Software</a:t>
            </a:r>
            <a:r>
              <a:rPr sz="4000" b="1" spc="5" dirty="0">
                <a:solidFill>
                  <a:srgbClr val="262626"/>
                </a:solidFill>
                <a:latin typeface="Bookman Old Style" pitchFamily="18" charset="0"/>
              </a:rPr>
              <a:t> </a:t>
            </a:r>
            <a:r>
              <a:rPr sz="4000" b="1" spc="-5" dirty="0">
                <a:solidFill>
                  <a:srgbClr val="262626"/>
                </a:solidFill>
                <a:latin typeface="Bookman Old Style" pitchFamily="18" charset="0"/>
              </a:rPr>
              <a:t>Engineering</a:t>
            </a:r>
            <a:r>
              <a:rPr sz="4000" b="1" spc="10" dirty="0">
                <a:solidFill>
                  <a:srgbClr val="262626"/>
                </a:solidFill>
                <a:latin typeface="Bookman Old Style" pitchFamily="18" charset="0"/>
              </a:rPr>
              <a:t> </a:t>
            </a:r>
            <a:r>
              <a:rPr sz="4000" b="1" spc="-10" dirty="0">
                <a:solidFill>
                  <a:srgbClr val="262626"/>
                </a:solidFill>
                <a:latin typeface="Bookman Old Style" pitchFamily="18" charset="0"/>
              </a:rPr>
              <a:t>Definition</a:t>
            </a:r>
          </a:p>
        </p:txBody>
      </p:sp>
      <p:sp>
        <p:nvSpPr>
          <p:cNvPr id="19" name="object 19"/>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dirty="0"/>
              <a:pPr marL="38100">
                <a:lnSpc>
                  <a:spcPts val="1425"/>
                </a:lnSpc>
              </a:pPr>
              <a:t>11</a:t>
            </a:fld>
            <a:endParaRPr dirty="0"/>
          </a:p>
        </p:txBody>
      </p:sp>
      <p:sp>
        <p:nvSpPr>
          <p:cNvPr id="10" name="object 10"/>
          <p:cNvSpPr txBox="1"/>
          <p:nvPr/>
        </p:nvSpPr>
        <p:spPr>
          <a:xfrm>
            <a:off x="457200" y="1295400"/>
            <a:ext cx="8305800" cy="5315558"/>
          </a:xfrm>
          <a:prstGeom prst="rect">
            <a:avLst/>
          </a:prstGeom>
        </p:spPr>
        <p:txBody>
          <a:bodyPr vert="horz" wrap="square" lIns="0" tIns="113030" rIns="0" bIns="0" rtlCol="0">
            <a:spAutoFit/>
          </a:bodyPr>
          <a:lstStyle/>
          <a:p>
            <a:pPr marL="25400"/>
            <a:r>
              <a:rPr sz="2600" b="1" spc="-5">
                <a:latin typeface="Bookman Old Style" pitchFamily="18" charset="0"/>
                <a:cs typeface="Book Antiqua"/>
              </a:rPr>
              <a:t>The </a:t>
            </a:r>
            <a:r>
              <a:rPr sz="2600" b="1" spc="-5" dirty="0">
                <a:latin typeface="Bookman Old Style" pitchFamily="18" charset="0"/>
                <a:cs typeface="Book Antiqua"/>
              </a:rPr>
              <a:t>IEEE definition:</a:t>
            </a:r>
            <a:endParaRPr sz="2600" b="1" spc="-5">
              <a:latin typeface="Bookman Old Style" pitchFamily="18" charset="0"/>
              <a:cs typeface="Book Antiqua"/>
            </a:endParaRPr>
          </a:p>
          <a:p>
            <a:pPr marL="665480" marR="55880" indent="-274320">
              <a:buFont typeface="Arial" pitchFamily="34" charset="0"/>
              <a:buChar char="•"/>
            </a:pPr>
            <a:r>
              <a:rPr sz="2600" spc="-5">
                <a:latin typeface="Bookman Old Style" pitchFamily="18" charset="0"/>
                <a:cs typeface="Book Antiqua"/>
              </a:rPr>
              <a:t>Software</a:t>
            </a:r>
            <a:r>
              <a:rPr sz="2600">
                <a:latin typeface="Bookman Old Style" pitchFamily="18" charset="0"/>
                <a:cs typeface="Book Antiqua"/>
              </a:rPr>
              <a:t> </a:t>
            </a:r>
            <a:r>
              <a:rPr sz="2600" spc="-5" dirty="0">
                <a:latin typeface="Bookman Old Style" pitchFamily="18" charset="0"/>
                <a:cs typeface="Book Antiqua"/>
              </a:rPr>
              <a:t>Engineering:</a:t>
            </a:r>
            <a:r>
              <a:rPr sz="2600" dirty="0">
                <a:latin typeface="Bookman Old Style" pitchFamily="18" charset="0"/>
                <a:cs typeface="Book Antiqua"/>
              </a:rPr>
              <a:t> </a:t>
            </a:r>
            <a:r>
              <a:rPr sz="2600" spc="-5" dirty="0">
                <a:latin typeface="Bookman Old Style" pitchFamily="18" charset="0"/>
                <a:cs typeface="Book Antiqua"/>
              </a:rPr>
              <a:t>The</a:t>
            </a:r>
            <a:r>
              <a:rPr sz="2600" dirty="0">
                <a:latin typeface="Bookman Old Style" pitchFamily="18" charset="0"/>
                <a:cs typeface="Book Antiqua"/>
              </a:rPr>
              <a:t> </a:t>
            </a:r>
            <a:r>
              <a:rPr sz="2600" spc="-5" dirty="0">
                <a:latin typeface="Bookman Old Style" pitchFamily="18" charset="0"/>
                <a:cs typeface="Book Antiqua"/>
              </a:rPr>
              <a:t>application</a:t>
            </a:r>
            <a:r>
              <a:rPr sz="2600" dirty="0">
                <a:latin typeface="Bookman Old Style" pitchFamily="18" charset="0"/>
                <a:cs typeface="Book Antiqua"/>
              </a:rPr>
              <a:t> of</a:t>
            </a:r>
            <a:r>
              <a:rPr sz="2600" spc="5" dirty="0">
                <a:latin typeface="Bookman Old Style" pitchFamily="18" charset="0"/>
                <a:cs typeface="Book Antiqua"/>
              </a:rPr>
              <a:t> </a:t>
            </a:r>
            <a:r>
              <a:rPr sz="2600" dirty="0">
                <a:latin typeface="Bookman Old Style" pitchFamily="18" charset="0"/>
                <a:cs typeface="Book Antiqua"/>
              </a:rPr>
              <a:t>a</a:t>
            </a:r>
            <a:r>
              <a:rPr sz="2600" spc="5" dirty="0">
                <a:latin typeface="Bookman Old Style" pitchFamily="18" charset="0"/>
                <a:cs typeface="Book Antiqua"/>
              </a:rPr>
              <a:t> </a:t>
            </a:r>
            <a:r>
              <a:rPr sz="2600" spc="-5" dirty="0">
                <a:latin typeface="Bookman Old Style" pitchFamily="18" charset="0"/>
                <a:cs typeface="Book Antiqua"/>
              </a:rPr>
              <a:t>systematic,</a:t>
            </a:r>
            <a:r>
              <a:rPr sz="2600" dirty="0">
                <a:latin typeface="Bookman Old Style" pitchFamily="18" charset="0"/>
                <a:cs typeface="Book Antiqua"/>
              </a:rPr>
              <a:t> </a:t>
            </a:r>
            <a:r>
              <a:rPr sz="2600" spc="-5" dirty="0">
                <a:latin typeface="Bookman Old Style" pitchFamily="18" charset="0"/>
                <a:cs typeface="Book Antiqua"/>
              </a:rPr>
              <a:t>disciplined, </a:t>
            </a:r>
            <a:r>
              <a:rPr sz="2600" spc="-434" dirty="0">
                <a:latin typeface="Bookman Old Style" pitchFamily="18" charset="0"/>
                <a:cs typeface="Book Antiqua"/>
              </a:rPr>
              <a:t> </a:t>
            </a:r>
            <a:r>
              <a:rPr sz="2600" spc="-5" dirty="0">
                <a:latin typeface="Bookman Old Style" pitchFamily="18" charset="0"/>
                <a:cs typeface="Book Antiqua"/>
              </a:rPr>
              <a:t>quantifiable approach </a:t>
            </a:r>
            <a:r>
              <a:rPr sz="2600" dirty="0">
                <a:latin typeface="Bookman Old Style" pitchFamily="18" charset="0"/>
                <a:cs typeface="Book Antiqua"/>
              </a:rPr>
              <a:t>to </a:t>
            </a:r>
            <a:r>
              <a:rPr sz="2600" spc="-5" dirty="0">
                <a:latin typeface="Bookman Old Style" pitchFamily="18" charset="0"/>
                <a:cs typeface="Book Antiqua"/>
              </a:rPr>
              <a:t>the development, operation, </a:t>
            </a:r>
            <a:r>
              <a:rPr sz="2600" dirty="0">
                <a:latin typeface="Bookman Old Style" pitchFamily="18" charset="0"/>
                <a:cs typeface="Book Antiqua"/>
              </a:rPr>
              <a:t>and </a:t>
            </a:r>
            <a:r>
              <a:rPr sz="2600" spc="-5" dirty="0">
                <a:latin typeface="Bookman Old Style" pitchFamily="18" charset="0"/>
                <a:cs typeface="Book Antiqua"/>
              </a:rPr>
              <a:t>maintenance </a:t>
            </a:r>
            <a:r>
              <a:rPr sz="2600" dirty="0">
                <a:latin typeface="Bookman Old Style" pitchFamily="18" charset="0"/>
                <a:cs typeface="Book Antiqua"/>
              </a:rPr>
              <a:t>of </a:t>
            </a:r>
            <a:r>
              <a:rPr sz="2600" spc="5" dirty="0">
                <a:latin typeface="Bookman Old Style" pitchFamily="18" charset="0"/>
                <a:cs typeface="Book Antiqua"/>
              </a:rPr>
              <a:t> </a:t>
            </a:r>
            <a:r>
              <a:rPr sz="2600" spc="-5" dirty="0">
                <a:latin typeface="Bookman Old Style" pitchFamily="18" charset="0"/>
                <a:cs typeface="Book Antiqua"/>
              </a:rPr>
              <a:t>software; that</a:t>
            </a:r>
            <a:r>
              <a:rPr sz="2600" dirty="0">
                <a:latin typeface="Bookman Old Style" pitchFamily="18" charset="0"/>
                <a:cs typeface="Book Antiqua"/>
              </a:rPr>
              <a:t> </a:t>
            </a:r>
            <a:r>
              <a:rPr sz="2600" spc="-5" dirty="0">
                <a:latin typeface="Bookman Old Style" pitchFamily="18" charset="0"/>
                <a:cs typeface="Book Antiqua"/>
              </a:rPr>
              <a:t>is,</a:t>
            </a:r>
            <a:r>
              <a:rPr sz="2600" dirty="0">
                <a:latin typeface="Bookman Old Style" pitchFamily="18" charset="0"/>
                <a:cs typeface="Book Antiqua"/>
              </a:rPr>
              <a:t> </a:t>
            </a:r>
            <a:r>
              <a:rPr sz="2600" spc="-5" dirty="0">
                <a:latin typeface="Bookman Old Style" pitchFamily="18" charset="0"/>
                <a:cs typeface="Book Antiqua"/>
              </a:rPr>
              <a:t>the application </a:t>
            </a:r>
            <a:r>
              <a:rPr sz="2600" dirty="0">
                <a:latin typeface="Bookman Old Style" pitchFamily="18" charset="0"/>
                <a:cs typeface="Book Antiqua"/>
              </a:rPr>
              <a:t>of engineering to </a:t>
            </a:r>
            <a:r>
              <a:rPr sz="2600" spc="-5">
                <a:latin typeface="Bookman Old Style" pitchFamily="18" charset="0"/>
                <a:cs typeface="Book Antiqua"/>
              </a:rPr>
              <a:t>software.</a:t>
            </a:r>
            <a:endParaRPr lang="en-US" sz="2600" spc="-5" dirty="0">
              <a:latin typeface="Bookman Old Style" pitchFamily="18" charset="0"/>
              <a:cs typeface="Book Antiqua"/>
            </a:endParaRPr>
          </a:p>
          <a:p>
            <a:pPr marL="665480" marR="55880" indent="-274320" algn="just">
              <a:buFont typeface="Arial" pitchFamily="34" charset="0"/>
              <a:buChar char="•"/>
            </a:pPr>
            <a:r>
              <a:rPr sz="2600" spc="-5">
                <a:latin typeface="Bookman Old Style" pitchFamily="18" charset="0"/>
                <a:cs typeface="Book Antiqua"/>
              </a:rPr>
              <a:t>Engineering </a:t>
            </a:r>
            <a:r>
              <a:rPr sz="2600" spc="-5" dirty="0">
                <a:latin typeface="Bookman Old Style" pitchFamily="18" charset="0"/>
                <a:cs typeface="Book Antiqua"/>
              </a:rPr>
              <a:t>approach</a:t>
            </a:r>
            <a:r>
              <a:rPr sz="2600" spc="-10" dirty="0">
                <a:latin typeface="Bookman Old Style" pitchFamily="18" charset="0"/>
                <a:cs typeface="Book Antiqua"/>
              </a:rPr>
              <a:t> </a:t>
            </a:r>
            <a:r>
              <a:rPr sz="2600">
                <a:latin typeface="Bookman Old Style" pitchFamily="18" charset="0"/>
                <a:cs typeface="Book Antiqua"/>
              </a:rPr>
              <a:t>to </a:t>
            </a:r>
            <a:endParaRPr lang="en-US" sz="2600" dirty="0">
              <a:latin typeface="Bookman Old Style" pitchFamily="18" charset="0"/>
              <a:cs typeface="Book Antiqua"/>
            </a:endParaRPr>
          </a:p>
          <a:p>
            <a:pPr marL="1122680" marR="55880" lvl="1" indent="-274320" algn="just">
              <a:buFont typeface="Arial" pitchFamily="34" charset="0"/>
              <a:buChar char="•"/>
            </a:pPr>
            <a:r>
              <a:rPr lang="en-US" sz="2600" spc="-5" dirty="0">
                <a:latin typeface="Bookman Old Style" pitchFamily="18" charset="0"/>
                <a:cs typeface="Book Antiqua"/>
              </a:rPr>
              <a:t>D</a:t>
            </a:r>
            <a:r>
              <a:rPr sz="2600" spc="-5">
                <a:latin typeface="Bookman Old Style" pitchFamily="18" charset="0"/>
                <a:cs typeface="Book Antiqua"/>
              </a:rPr>
              <a:t>evelop software.</a:t>
            </a:r>
            <a:endParaRPr lang="en-US" sz="2600" spc="-5" dirty="0">
              <a:latin typeface="Bookman Old Style" pitchFamily="18" charset="0"/>
              <a:cs typeface="Book Antiqua"/>
            </a:endParaRPr>
          </a:p>
          <a:p>
            <a:pPr marL="1122680" marR="55880" lvl="1" indent="-274320" algn="just">
              <a:buFont typeface="Arial" pitchFamily="34" charset="0"/>
              <a:buChar char="•"/>
            </a:pPr>
            <a:r>
              <a:rPr lang="en-US" sz="2600" spc="-5" dirty="0">
                <a:latin typeface="Bookman Old Style" pitchFamily="18" charset="0"/>
                <a:cs typeface="Book Antiqua"/>
              </a:rPr>
              <a:t>Building</a:t>
            </a:r>
            <a:r>
              <a:rPr lang="en-US" sz="2600" spc="-10" dirty="0">
                <a:latin typeface="Bookman Old Style" pitchFamily="18" charset="0"/>
                <a:cs typeface="Book Antiqua"/>
              </a:rPr>
              <a:t> </a:t>
            </a:r>
            <a:r>
              <a:rPr lang="en-US" sz="2600" spc="-5" dirty="0">
                <a:latin typeface="Bookman Old Style" pitchFamily="18" charset="0"/>
                <a:cs typeface="Book Antiqua"/>
              </a:rPr>
              <a:t>Construction</a:t>
            </a:r>
            <a:r>
              <a:rPr lang="en-US" sz="2600" spc="-65" dirty="0">
                <a:latin typeface="Bookman Old Style" pitchFamily="18" charset="0"/>
                <a:cs typeface="Book Antiqua"/>
              </a:rPr>
              <a:t> </a:t>
            </a:r>
            <a:r>
              <a:rPr lang="en-US" sz="2600" spc="-30" dirty="0">
                <a:latin typeface="Bookman Old Style" pitchFamily="18" charset="0"/>
                <a:cs typeface="Book Antiqua"/>
              </a:rPr>
              <a:t>Analogy.</a:t>
            </a:r>
          </a:p>
          <a:p>
            <a:pPr marL="391160" algn="just">
              <a:buFont typeface="Arial" pitchFamily="34" charset="0"/>
              <a:buChar char="•"/>
            </a:pPr>
            <a:r>
              <a:rPr lang="en-US" sz="2600" spc="-5" dirty="0">
                <a:latin typeface="Bookman Old Style" pitchFamily="18" charset="0"/>
                <a:cs typeface="Book Antiqua"/>
              </a:rPr>
              <a:t> Systematic</a:t>
            </a:r>
            <a:r>
              <a:rPr lang="en-US" sz="2600" dirty="0">
                <a:latin typeface="Bookman Old Style" pitchFamily="18" charset="0"/>
                <a:cs typeface="Book Antiqua"/>
              </a:rPr>
              <a:t> </a:t>
            </a:r>
            <a:r>
              <a:rPr lang="en-US" sz="2600" spc="-5" dirty="0">
                <a:latin typeface="Bookman Old Style" pitchFamily="18" charset="0"/>
                <a:cs typeface="Book Antiqua"/>
              </a:rPr>
              <a:t>collection</a:t>
            </a:r>
            <a:r>
              <a:rPr lang="en-US" sz="2600" dirty="0">
                <a:latin typeface="Bookman Old Style" pitchFamily="18" charset="0"/>
                <a:cs typeface="Book Antiqua"/>
              </a:rPr>
              <a:t> of</a:t>
            </a:r>
            <a:r>
              <a:rPr lang="en-US" sz="2600" spc="10" dirty="0">
                <a:latin typeface="Bookman Old Style" pitchFamily="18" charset="0"/>
                <a:cs typeface="Book Antiqua"/>
              </a:rPr>
              <a:t> </a:t>
            </a:r>
            <a:r>
              <a:rPr lang="en-US" sz="2600" spc="-5" dirty="0">
                <a:latin typeface="Bookman Old Style" pitchFamily="18" charset="0"/>
                <a:cs typeface="Book Antiqua"/>
              </a:rPr>
              <a:t>past</a:t>
            </a:r>
            <a:r>
              <a:rPr lang="en-US" sz="2600" spc="5" dirty="0">
                <a:latin typeface="Bookman Old Style" pitchFamily="18" charset="0"/>
                <a:cs typeface="Book Antiqua"/>
              </a:rPr>
              <a:t> </a:t>
            </a:r>
            <a:r>
              <a:rPr lang="en-US" sz="2600" spc="-5" dirty="0">
                <a:latin typeface="Bookman Old Style" pitchFamily="18" charset="0"/>
                <a:cs typeface="Book Antiqua"/>
              </a:rPr>
              <a:t>experience:</a:t>
            </a:r>
          </a:p>
          <a:p>
            <a:pPr marL="848360" lvl="1" algn="just">
              <a:buFont typeface="Arial" pitchFamily="34" charset="0"/>
              <a:buChar char="•"/>
            </a:pPr>
            <a:r>
              <a:rPr lang="en-US" sz="2600" spc="-5" dirty="0">
                <a:latin typeface="Bookman Old Style" pitchFamily="18" charset="0"/>
                <a:cs typeface="Book Antiqua"/>
              </a:rPr>
              <a:t> Techniques, </a:t>
            </a:r>
            <a:r>
              <a:rPr lang="en-US" sz="2600" dirty="0">
                <a:latin typeface="Bookman Old Style" pitchFamily="18" charset="0"/>
                <a:cs typeface="Book Antiqua"/>
              </a:rPr>
              <a:t> </a:t>
            </a:r>
          </a:p>
          <a:p>
            <a:pPr marL="848360" lvl="1" algn="just">
              <a:buFont typeface="Arial" pitchFamily="34" charset="0"/>
              <a:buChar char="•"/>
            </a:pPr>
            <a:r>
              <a:rPr lang="en-US" sz="2600" dirty="0">
                <a:latin typeface="Bookman Old Style" pitchFamily="18" charset="0"/>
                <a:cs typeface="Book Antiqua"/>
              </a:rPr>
              <a:t> Met</a:t>
            </a:r>
            <a:r>
              <a:rPr lang="en-US" sz="2600" spc="-5" dirty="0">
                <a:latin typeface="Bookman Old Style" pitchFamily="18" charset="0"/>
                <a:cs typeface="Book Antiqua"/>
              </a:rPr>
              <a:t>hod</a:t>
            </a:r>
            <a:r>
              <a:rPr lang="en-US" sz="2600" dirty="0">
                <a:latin typeface="Bookman Old Style" pitchFamily="18" charset="0"/>
                <a:cs typeface="Book Antiqua"/>
              </a:rPr>
              <a:t>ol</a:t>
            </a:r>
            <a:r>
              <a:rPr lang="en-US" sz="2600" spc="-5" dirty="0">
                <a:latin typeface="Bookman Old Style" pitchFamily="18" charset="0"/>
                <a:cs typeface="Book Antiqua"/>
              </a:rPr>
              <a:t>o</a:t>
            </a:r>
            <a:r>
              <a:rPr lang="en-US" sz="2600" dirty="0">
                <a:latin typeface="Bookman Old Style" pitchFamily="18" charset="0"/>
                <a:cs typeface="Book Antiqua"/>
              </a:rPr>
              <a:t>gie</a:t>
            </a:r>
            <a:r>
              <a:rPr lang="en-US" sz="2600" spc="-5" dirty="0">
                <a:latin typeface="Bookman Old Style" pitchFamily="18" charset="0"/>
                <a:cs typeface="Book Antiqua"/>
              </a:rPr>
              <a:t>s</a:t>
            </a:r>
            <a:r>
              <a:rPr lang="en-US" sz="2600" dirty="0">
                <a:latin typeface="Bookman Old Style" pitchFamily="18" charset="0"/>
                <a:cs typeface="Book Antiqua"/>
              </a:rPr>
              <a:t>,  </a:t>
            </a:r>
          </a:p>
          <a:p>
            <a:pPr marL="848360" lvl="1" algn="just">
              <a:buFont typeface="Arial" pitchFamily="34" charset="0"/>
              <a:buChar char="•"/>
            </a:pPr>
            <a:r>
              <a:rPr lang="en-US" sz="2600" spc="-5" dirty="0">
                <a:latin typeface="Bookman Old Style" pitchFamily="18" charset="0"/>
                <a:cs typeface="Book Antiqua"/>
              </a:rPr>
              <a:t> Guidelines.</a:t>
            </a:r>
            <a:endParaRPr sz="2600">
              <a:latin typeface="Bookman Old Style" pitchFamily="18" charset="0"/>
              <a:cs typeface="Book Antiqu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9" name="object 9"/>
          <p:cNvSpPr txBox="1">
            <a:spLocks noGrp="1"/>
          </p:cNvSpPr>
          <p:nvPr>
            <p:ph type="title"/>
          </p:nvPr>
        </p:nvSpPr>
        <p:spPr>
          <a:xfrm>
            <a:off x="381000" y="304800"/>
            <a:ext cx="6054090" cy="628377"/>
          </a:xfrm>
          <a:prstGeom prst="rect">
            <a:avLst/>
          </a:prstGeom>
        </p:spPr>
        <p:txBody>
          <a:bodyPr vert="horz" wrap="square" lIns="0" tIns="12700" rIns="0" bIns="0" rtlCol="0">
            <a:spAutoFit/>
          </a:bodyPr>
          <a:lstStyle/>
          <a:p>
            <a:pPr marL="12700">
              <a:lnSpc>
                <a:spcPct val="100000"/>
              </a:lnSpc>
              <a:spcBef>
                <a:spcPts val="100"/>
              </a:spcBef>
            </a:pPr>
            <a:r>
              <a:rPr sz="4000" b="1" dirty="0">
                <a:solidFill>
                  <a:schemeClr val="tx1"/>
                </a:solidFill>
                <a:latin typeface="Bookman Old Style" pitchFamily="18" charset="0"/>
              </a:rPr>
              <a:t>A</a:t>
            </a:r>
            <a:r>
              <a:rPr sz="4000" b="1" spc="-40" dirty="0">
                <a:solidFill>
                  <a:schemeClr val="tx1"/>
                </a:solidFill>
                <a:latin typeface="Bookman Old Style" pitchFamily="18" charset="0"/>
              </a:rPr>
              <a:t> </a:t>
            </a:r>
            <a:r>
              <a:rPr sz="4000" b="1" spc="-35" dirty="0">
                <a:solidFill>
                  <a:schemeClr val="tx1"/>
                </a:solidFill>
                <a:latin typeface="Bookman Old Style" pitchFamily="18" charset="0"/>
              </a:rPr>
              <a:t>Layered</a:t>
            </a:r>
            <a:r>
              <a:rPr sz="4000" b="1" spc="-30" dirty="0">
                <a:solidFill>
                  <a:schemeClr val="tx1"/>
                </a:solidFill>
                <a:latin typeface="Bookman Old Style" pitchFamily="18" charset="0"/>
              </a:rPr>
              <a:t> </a:t>
            </a:r>
            <a:r>
              <a:rPr sz="4000" b="1" spc="-50" dirty="0">
                <a:solidFill>
                  <a:schemeClr val="tx1"/>
                </a:solidFill>
                <a:latin typeface="Bookman Old Style" pitchFamily="18" charset="0"/>
              </a:rPr>
              <a:t>Technology</a:t>
            </a:r>
            <a:endParaRPr sz="4000" b="1">
              <a:solidFill>
                <a:schemeClr val="tx1"/>
              </a:solidFill>
              <a:latin typeface="Bookman Old Style" pitchFamily="18" charset="0"/>
            </a:endParaRPr>
          </a:p>
        </p:txBody>
      </p:sp>
      <p:sp>
        <p:nvSpPr>
          <p:cNvPr id="11" name="object 11"/>
          <p:cNvSpPr txBox="1"/>
          <p:nvPr/>
        </p:nvSpPr>
        <p:spPr>
          <a:xfrm>
            <a:off x="152400" y="2895600"/>
            <a:ext cx="8991600" cy="3772186"/>
          </a:xfrm>
          <a:prstGeom prst="rect">
            <a:avLst/>
          </a:prstGeom>
        </p:spPr>
        <p:txBody>
          <a:bodyPr vert="horz" wrap="square" lIns="0" tIns="47625" rIns="0" bIns="0" rtlCol="0">
            <a:spAutoFit/>
          </a:bodyPr>
          <a:lstStyle/>
          <a:p>
            <a:pPr marL="278765" marR="650875" indent="-266700">
              <a:buClr>
                <a:srgbClr val="0BD0D9"/>
              </a:buClr>
              <a:buSzPct val="95238"/>
              <a:buFont typeface="Arial"/>
              <a:buChar char="●"/>
              <a:tabLst>
                <a:tab pos="279400" algn="l"/>
              </a:tabLst>
            </a:pPr>
            <a:r>
              <a:rPr lang="en-US" sz="2200" spc="10" dirty="0">
                <a:latin typeface="Bookman Old Style" pitchFamily="18" charset="0"/>
                <a:cs typeface="Book Antiqua"/>
              </a:rPr>
              <a:t>Software</a:t>
            </a:r>
            <a:r>
              <a:rPr lang="en-US" sz="2200" dirty="0">
                <a:latin typeface="Bookman Old Style" pitchFamily="18" charset="0"/>
                <a:cs typeface="Book Antiqua"/>
              </a:rPr>
              <a:t> </a:t>
            </a:r>
            <a:r>
              <a:rPr lang="en-US" sz="2200" spc="15" dirty="0">
                <a:latin typeface="Bookman Old Style" pitchFamily="18" charset="0"/>
                <a:cs typeface="Book Antiqua"/>
              </a:rPr>
              <a:t>engineering</a:t>
            </a:r>
            <a:r>
              <a:rPr lang="en-US" sz="2200" dirty="0">
                <a:latin typeface="Bookman Old Style" pitchFamily="18" charset="0"/>
                <a:cs typeface="Book Antiqua"/>
              </a:rPr>
              <a:t> </a:t>
            </a:r>
            <a:r>
              <a:rPr lang="en-US" sz="2200" spc="10" dirty="0">
                <a:latin typeface="Bookman Old Style" pitchFamily="18" charset="0"/>
                <a:cs typeface="Book Antiqua"/>
              </a:rPr>
              <a:t>is</a:t>
            </a:r>
            <a:r>
              <a:rPr lang="en-US" sz="2200" dirty="0">
                <a:latin typeface="Bookman Old Style" pitchFamily="18" charset="0"/>
                <a:cs typeface="Book Antiqua"/>
              </a:rPr>
              <a:t> </a:t>
            </a:r>
            <a:r>
              <a:rPr lang="en-US" sz="2200" spc="15" dirty="0">
                <a:latin typeface="Bookman Old Style" pitchFamily="18" charset="0"/>
                <a:cs typeface="Book Antiqua"/>
              </a:rPr>
              <a:t>a</a:t>
            </a:r>
            <a:r>
              <a:rPr lang="en-US" sz="2200" dirty="0">
                <a:latin typeface="Bookman Old Style" pitchFamily="18" charset="0"/>
                <a:cs typeface="Book Antiqua"/>
              </a:rPr>
              <a:t> </a:t>
            </a:r>
            <a:r>
              <a:rPr lang="en-US" sz="2200" spc="10" dirty="0">
                <a:latin typeface="Bookman Old Style" pitchFamily="18" charset="0"/>
                <a:cs typeface="Book Antiqua"/>
              </a:rPr>
              <a:t>layered</a:t>
            </a:r>
            <a:r>
              <a:rPr lang="en-US" sz="2200" spc="5" dirty="0">
                <a:latin typeface="Bookman Old Style" pitchFamily="18" charset="0"/>
                <a:cs typeface="Book Antiqua"/>
              </a:rPr>
              <a:t> </a:t>
            </a:r>
            <a:r>
              <a:rPr lang="en-US" sz="2200" spc="10" dirty="0">
                <a:latin typeface="Bookman Old Style" pitchFamily="18" charset="0"/>
                <a:cs typeface="Book Antiqua"/>
              </a:rPr>
              <a:t>technology</a:t>
            </a:r>
            <a:endParaRPr lang="en-US" sz="2200" dirty="0">
              <a:latin typeface="Bookman Old Style" pitchFamily="18" charset="0"/>
              <a:cs typeface="Book Antiqua"/>
            </a:endParaRPr>
          </a:p>
          <a:p>
            <a:pPr marL="278765" marR="650875" indent="-266700">
              <a:buClr>
                <a:srgbClr val="0BD0D9"/>
              </a:buClr>
              <a:buSzPct val="95238"/>
              <a:buFont typeface="Arial"/>
              <a:buChar char="●"/>
              <a:tabLst>
                <a:tab pos="279400" algn="l"/>
              </a:tabLst>
            </a:pPr>
            <a:r>
              <a:rPr sz="2200" spc="15">
                <a:latin typeface="Bookman Old Style" pitchFamily="18" charset="0"/>
                <a:cs typeface="Book Antiqua"/>
              </a:rPr>
              <a:t>Any </a:t>
            </a:r>
            <a:r>
              <a:rPr sz="2200" spc="15" dirty="0">
                <a:latin typeface="Bookman Old Style" pitchFamily="18" charset="0"/>
                <a:cs typeface="Book Antiqua"/>
              </a:rPr>
              <a:t>engineering </a:t>
            </a:r>
            <a:r>
              <a:rPr sz="2200" spc="10" dirty="0">
                <a:latin typeface="Bookman Old Style" pitchFamily="18" charset="0"/>
                <a:cs typeface="Book Antiqua"/>
              </a:rPr>
              <a:t>approach (</a:t>
            </a:r>
            <a:r>
              <a:rPr sz="2200" spc="10">
                <a:latin typeface="Bookman Old Style" pitchFamily="18" charset="0"/>
                <a:cs typeface="Book Antiqua"/>
              </a:rPr>
              <a:t>including software</a:t>
            </a:r>
            <a:endParaRPr lang="en-US" sz="2200" spc="10" dirty="0">
              <a:latin typeface="Bookman Old Style" pitchFamily="18" charset="0"/>
              <a:cs typeface="Book Antiqua"/>
            </a:endParaRPr>
          </a:p>
          <a:p>
            <a:pPr marL="278765" marR="650875" indent="-266700">
              <a:buClr>
                <a:srgbClr val="0BD0D9"/>
              </a:buClr>
              <a:buSzPct val="95238"/>
              <a:tabLst>
                <a:tab pos="279400" algn="l"/>
              </a:tabLst>
            </a:pPr>
            <a:r>
              <a:rPr lang="en-US" sz="2200" spc="10" dirty="0">
                <a:latin typeface="Bookman Old Style" pitchFamily="18" charset="0"/>
                <a:cs typeface="Book Antiqua"/>
              </a:rPr>
              <a:t>   Engineering) </a:t>
            </a:r>
            <a:r>
              <a:rPr sz="2200" spc="-509">
                <a:latin typeface="Bookman Old Style" pitchFamily="18" charset="0"/>
                <a:cs typeface="Book Antiqua"/>
              </a:rPr>
              <a:t> </a:t>
            </a:r>
            <a:r>
              <a:rPr sz="2200" spc="15" dirty="0">
                <a:latin typeface="Bookman Old Style" pitchFamily="18" charset="0"/>
                <a:cs typeface="Book Antiqua"/>
              </a:rPr>
              <a:t>must</a:t>
            </a:r>
            <a:r>
              <a:rPr sz="2200" spc="5" dirty="0">
                <a:latin typeface="Bookman Old Style" pitchFamily="18" charset="0"/>
                <a:cs typeface="Book Antiqua"/>
              </a:rPr>
              <a:t> </a:t>
            </a:r>
            <a:r>
              <a:rPr sz="2200" dirty="0">
                <a:latin typeface="Bookman Old Style" pitchFamily="18" charset="0"/>
                <a:cs typeface="Book Antiqua"/>
              </a:rPr>
              <a:t>rest</a:t>
            </a:r>
            <a:r>
              <a:rPr sz="2200" spc="5" dirty="0">
                <a:latin typeface="Bookman Old Style" pitchFamily="18" charset="0"/>
                <a:cs typeface="Book Antiqua"/>
              </a:rPr>
              <a:t> </a:t>
            </a:r>
            <a:r>
              <a:rPr sz="2200" spc="15" dirty="0">
                <a:latin typeface="Bookman Old Style" pitchFamily="18" charset="0"/>
                <a:cs typeface="Book Antiqua"/>
              </a:rPr>
              <a:t>on</a:t>
            </a:r>
            <a:r>
              <a:rPr sz="2200" spc="5" dirty="0">
                <a:latin typeface="Bookman Old Style" pitchFamily="18" charset="0"/>
                <a:cs typeface="Book Antiqua"/>
              </a:rPr>
              <a:t> </a:t>
            </a:r>
            <a:r>
              <a:rPr sz="2200" spc="15" dirty="0">
                <a:latin typeface="Bookman Old Style" pitchFamily="18" charset="0"/>
                <a:cs typeface="Book Antiqua"/>
              </a:rPr>
              <a:t>an</a:t>
            </a:r>
            <a:r>
              <a:rPr sz="2200" spc="5" dirty="0">
                <a:latin typeface="Bookman Old Style" pitchFamily="18" charset="0"/>
                <a:cs typeface="Book Antiqua"/>
              </a:rPr>
              <a:t> </a:t>
            </a:r>
            <a:r>
              <a:rPr sz="2200" spc="10" dirty="0">
                <a:latin typeface="Bookman Old Style" pitchFamily="18" charset="0"/>
                <a:cs typeface="Book Antiqua"/>
              </a:rPr>
              <a:t>organizational</a:t>
            </a:r>
            <a:r>
              <a:rPr sz="2200" spc="5" dirty="0">
                <a:latin typeface="Bookman Old Style" pitchFamily="18" charset="0"/>
                <a:cs typeface="Book Antiqua"/>
              </a:rPr>
              <a:t> </a:t>
            </a:r>
            <a:r>
              <a:rPr sz="2200" spc="15" dirty="0">
                <a:latin typeface="Bookman Old Style" pitchFamily="18" charset="0"/>
                <a:cs typeface="Book Antiqua"/>
              </a:rPr>
              <a:t>commitment</a:t>
            </a:r>
            <a:r>
              <a:rPr sz="2200" spc="10" dirty="0">
                <a:latin typeface="Bookman Old Style" pitchFamily="18" charset="0"/>
                <a:cs typeface="Book Antiqua"/>
              </a:rPr>
              <a:t> to</a:t>
            </a:r>
            <a:r>
              <a:rPr sz="2200" spc="5" dirty="0">
                <a:latin typeface="Bookman Old Style" pitchFamily="18" charset="0"/>
                <a:cs typeface="Book Antiqua"/>
              </a:rPr>
              <a:t> </a:t>
            </a:r>
            <a:r>
              <a:rPr sz="2200" spc="-20" dirty="0">
                <a:latin typeface="Bookman Old Style" pitchFamily="18" charset="0"/>
                <a:cs typeface="Book Antiqua"/>
              </a:rPr>
              <a:t>quality.</a:t>
            </a:r>
            <a:endParaRPr sz="2200">
              <a:latin typeface="Bookman Old Style" pitchFamily="18" charset="0"/>
              <a:cs typeface="Book Antiqua"/>
            </a:endParaRPr>
          </a:p>
          <a:p>
            <a:pPr marL="278765" marR="5080" indent="-266700">
              <a:buClr>
                <a:srgbClr val="0BD0D9"/>
              </a:buClr>
              <a:buSzPct val="95238"/>
              <a:buFont typeface="Arial"/>
              <a:buChar char="●"/>
              <a:tabLst>
                <a:tab pos="279400" algn="l"/>
              </a:tabLst>
            </a:pPr>
            <a:r>
              <a:rPr sz="2200" spc="20" dirty="0">
                <a:latin typeface="Bookman Old Style" pitchFamily="18" charset="0"/>
                <a:cs typeface="Book Antiqua"/>
              </a:rPr>
              <a:t>TQM, </a:t>
            </a:r>
            <a:r>
              <a:rPr sz="2200" spc="15" dirty="0">
                <a:latin typeface="Bookman Old Style" pitchFamily="18" charset="0"/>
                <a:cs typeface="Book Antiqua"/>
              </a:rPr>
              <a:t>Six Sigma or any </a:t>
            </a:r>
            <a:r>
              <a:rPr sz="2200" spc="10" dirty="0">
                <a:latin typeface="Bookman Old Style" pitchFamily="18" charset="0"/>
                <a:cs typeface="Book Antiqua"/>
              </a:rPr>
              <a:t>similar philosophies foster </a:t>
            </a:r>
            <a:r>
              <a:rPr sz="2200" spc="15" dirty="0">
                <a:latin typeface="Bookman Old Style" pitchFamily="18" charset="0"/>
                <a:cs typeface="Book Antiqua"/>
              </a:rPr>
              <a:t>a </a:t>
            </a:r>
            <a:r>
              <a:rPr sz="2200" spc="10" dirty="0">
                <a:latin typeface="Bookman Old Style" pitchFamily="18" charset="0"/>
                <a:cs typeface="Book Antiqua"/>
              </a:rPr>
              <a:t>continuous </a:t>
            </a:r>
            <a:r>
              <a:rPr sz="2200" spc="15" dirty="0">
                <a:latin typeface="Bookman Old Style" pitchFamily="18" charset="0"/>
                <a:cs typeface="Book Antiqua"/>
              </a:rPr>
              <a:t> </a:t>
            </a:r>
            <a:r>
              <a:rPr sz="2200" spc="5" dirty="0">
                <a:latin typeface="Bookman Old Style" pitchFamily="18" charset="0"/>
                <a:cs typeface="Book Antiqua"/>
              </a:rPr>
              <a:t>process</a:t>
            </a:r>
            <a:r>
              <a:rPr sz="2200" spc="10" dirty="0">
                <a:latin typeface="Bookman Old Style" pitchFamily="18" charset="0"/>
                <a:cs typeface="Book Antiqua"/>
              </a:rPr>
              <a:t> improvement </a:t>
            </a:r>
            <a:r>
              <a:rPr sz="2200" spc="5" dirty="0">
                <a:latin typeface="Bookman Old Style" pitchFamily="18" charset="0"/>
                <a:cs typeface="Book Antiqua"/>
              </a:rPr>
              <a:t>culture,</a:t>
            </a:r>
            <a:r>
              <a:rPr sz="2200" spc="15" dirty="0">
                <a:latin typeface="Bookman Old Style" pitchFamily="18" charset="0"/>
                <a:cs typeface="Book Antiqua"/>
              </a:rPr>
              <a:t> and</a:t>
            </a:r>
            <a:r>
              <a:rPr sz="2200" spc="10" dirty="0">
                <a:latin typeface="Bookman Old Style" pitchFamily="18" charset="0"/>
                <a:cs typeface="Book Antiqua"/>
              </a:rPr>
              <a:t> it</a:t>
            </a:r>
            <a:r>
              <a:rPr sz="2200" spc="15" dirty="0">
                <a:latin typeface="Bookman Old Style" pitchFamily="18" charset="0"/>
                <a:cs typeface="Book Antiqua"/>
              </a:rPr>
              <a:t> </a:t>
            </a:r>
            <a:r>
              <a:rPr sz="2200" spc="10" dirty="0">
                <a:latin typeface="Bookman Old Style" pitchFamily="18" charset="0"/>
                <a:cs typeface="Book Antiqua"/>
              </a:rPr>
              <a:t>is this</a:t>
            </a:r>
            <a:r>
              <a:rPr sz="2200" spc="15" dirty="0">
                <a:latin typeface="Bookman Old Style" pitchFamily="18" charset="0"/>
                <a:cs typeface="Book Antiqua"/>
              </a:rPr>
              <a:t> </a:t>
            </a:r>
            <a:r>
              <a:rPr sz="2200" spc="5" dirty="0">
                <a:latin typeface="Bookman Old Style" pitchFamily="18" charset="0"/>
                <a:cs typeface="Book Antiqua"/>
              </a:rPr>
              <a:t>culture</a:t>
            </a:r>
            <a:r>
              <a:rPr sz="2200" spc="10" dirty="0">
                <a:latin typeface="Bookman Old Style" pitchFamily="18" charset="0"/>
                <a:cs typeface="Book Antiqua"/>
              </a:rPr>
              <a:t> that ultimately </a:t>
            </a:r>
            <a:r>
              <a:rPr sz="2200" spc="-509" dirty="0">
                <a:latin typeface="Bookman Old Style" pitchFamily="18" charset="0"/>
                <a:cs typeface="Book Antiqua"/>
              </a:rPr>
              <a:t> </a:t>
            </a:r>
            <a:r>
              <a:rPr sz="2200" spc="10" dirty="0">
                <a:latin typeface="Bookman Old Style" pitchFamily="18" charset="0"/>
                <a:cs typeface="Book Antiqua"/>
              </a:rPr>
              <a:t>leads to the </a:t>
            </a:r>
            <a:r>
              <a:rPr sz="2200" spc="15">
                <a:latin typeface="Bookman Old Style" pitchFamily="18" charset="0"/>
                <a:cs typeface="Book Antiqua"/>
              </a:rPr>
              <a:t>development </a:t>
            </a:r>
            <a:r>
              <a:rPr sz="2200" spc="10">
                <a:latin typeface="Bookman Old Style" pitchFamily="18" charset="0"/>
                <a:cs typeface="Book Antiqua"/>
              </a:rPr>
              <a:t>of</a:t>
            </a:r>
            <a:r>
              <a:rPr lang="en-US" sz="2200" spc="10" dirty="0">
                <a:latin typeface="Bookman Old Style" pitchFamily="18" charset="0"/>
                <a:cs typeface="Book Antiqua"/>
              </a:rPr>
              <a:t> </a:t>
            </a:r>
            <a:r>
              <a:rPr sz="2200" spc="10">
                <a:latin typeface="Bookman Old Style" pitchFamily="18" charset="0"/>
                <a:cs typeface="Book Antiqua"/>
              </a:rPr>
              <a:t>increasingly </a:t>
            </a:r>
            <a:r>
              <a:rPr sz="2200" spc="5" dirty="0">
                <a:latin typeface="Bookman Old Style" pitchFamily="18" charset="0"/>
                <a:cs typeface="Book Antiqua"/>
              </a:rPr>
              <a:t>more effective </a:t>
            </a:r>
            <a:r>
              <a:rPr sz="2200" spc="10" dirty="0">
                <a:latin typeface="Bookman Old Style" pitchFamily="18" charset="0"/>
                <a:cs typeface="Book Antiqua"/>
              </a:rPr>
              <a:t> approaches</a:t>
            </a:r>
            <a:r>
              <a:rPr sz="2200" dirty="0">
                <a:latin typeface="Bookman Old Style" pitchFamily="18" charset="0"/>
                <a:cs typeface="Book Antiqua"/>
              </a:rPr>
              <a:t> </a:t>
            </a:r>
            <a:r>
              <a:rPr sz="2200" spc="10" dirty="0">
                <a:latin typeface="Bookman Old Style" pitchFamily="18" charset="0"/>
                <a:cs typeface="Book Antiqua"/>
              </a:rPr>
              <a:t>to</a:t>
            </a:r>
            <a:r>
              <a:rPr sz="2200" spc="5" dirty="0">
                <a:latin typeface="Bookman Old Style" pitchFamily="18" charset="0"/>
                <a:cs typeface="Book Antiqua"/>
              </a:rPr>
              <a:t> </a:t>
            </a:r>
            <a:r>
              <a:rPr sz="2200" spc="10" dirty="0">
                <a:latin typeface="Bookman Old Style" pitchFamily="18" charset="0"/>
                <a:cs typeface="Book Antiqua"/>
              </a:rPr>
              <a:t>software</a:t>
            </a:r>
            <a:r>
              <a:rPr sz="2200" spc="5" dirty="0">
                <a:latin typeface="Bookman Old Style" pitchFamily="18" charset="0"/>
                <a:cs typeface="Book Antiqua"/>
              </a:rPr>
              <a:t> </a:t>
            </a:r>
            <a:r>
              <a:rPr sz="2200" spc="15" dirty="0">
                <a:latin typeface="Bookman Old Style" pitchFamily="18" charset="0"/>
                <a:cs typeface="Book Antiqua"/>
              </a:rPr>
              <a:t>engineering.</a:t>
            </a:r>
            <a:endParaRPr sz="2200">
              <a:latin typeface="Bookman Old Style" pitchFamily="18" charset="0"/>
              <a:cs typeface="Book Antiqua"/>
            </a:endParaRPr>
          </a:p>
          <a:p>
            <a:pPr marL="278765" indent="-266700">
              <a:buClr>
                <a:srgbClr val="0BD0D9"/>
              </a:buClr>
              <a:buSzPct val="95238"/>
              <a:buFont typeface="Arial"/>
              <a:buChar char="●"/>
              <a:tabLst>
                <a:tab pos="279400" algn="l"/>
              </a:tabLst>
            </a:pPr>
            <a:r>
              <a:rPr sz="2200" spc="15" dirty="0">
                <a:latin typeface="Bookman Old Style" pitchFamily="18" charset="0"/>
                <a:cs typeface="Book Antiqua"/>
              </a:rPr>
              <a:t>The</a:t>
            </a:r>
            <a:r>
              <a:rPr sz="2200" dirty="0">
                <a:latin typeface="Bookman Old Style" pitchFamily="18" charset="0"/>
                <a:cs typeface="Book Antiqua"/>
              </a:rPr>
              <a:t> </a:t>
            </a:r>
            <a:r>
              <a:rPr sz="2200" spc="10" dirty="0">
                <a:latin typeface="Bookman Old Style" pitchFamily="18" charset="0"/>
                <a:cs typeface="Book Antiqua"/>
              </a:rPr>
              <a:t>bedrock</a:t>
            </a:r>
            <a:r>
              <a:rPr sz="2200" dirty="0">
                <a:latin typeface="Bookman Old Style" pitchFamily="18" charset="0"/>
                <a:cs typeface="Book Antiqua"/>
              </a:rPr>
              <a:t> </a:t>
            </a:r>
            <a:r>
              <a:rPr sz="2200" spc="10" dirty="0">
                <a:latin typeface="Bookman Old Style" pitchFamily="18" charset="0"/>
                <a:cs typeface="Book Antiqua"/>
              </a:rPr>
              <a:t>that</a:t>
            </a:r>
            <a:r>
              <a:rPr sz="2200" spc="5" dirty="0">
                <a:latin typeface="Bookman Old Style" pitchFamily="18" charset="0"/>
                <a:cs typeface="Book Antiqua"/>
              </a:rPr>
              <a:t> </a:t>
            </a:r>
            <a:r>
              <a:rPr sz="2200" spc="15" dirty="0">
                <a:latin typeface="Bookman Old Style" pitchFamily="18" charset="0"/>
                <a:cs typeface="Book Antiqua"/>
              </a:rPr>
              <a:t>supports</a:t>
            </a:r>
            <a:r>
              <a:rPr sz="2200" dirty="0">
                <a:latin typeface="Bookman Old Style" pitchFamily="18" charset="0"/>
                <a:cs typeface="Book Antiqua"/>
              </a:rPr>
              <a:t> </a:t>
            </a:r>
            <a:r>
              <a:rPr sz="2200" spc="10" dirty="0">
                <a:latin typeface="Bookman Old Style" pitchFamily="18" charset="0"/>
                <a:cs typeface="Book Antiqua"/>
              </a:rPr>
              <a:t>software</a:t>
            </a:r>
            <a:r>
              <a:rPr sz="2200" spc="5" dirty="0">
                <a:latin typeface="Bookman Old Style" pitchFamily="18" charset="0"/>
                <a:cs typeface="Book Antiqua"/>
              </a:rPr>
              <a:t> </a:t>
            </a:r>
            <a:r>
              <a:rPr sz="2200" spc="15" dirty="0">
                <a:latin typeface="Bookman Old Style" pitchFamily="18" charset="0"/>
                <a:cs typeface="Book Antiqua"/>
              </a:rPr>
              <a:t>engineering</a:t>
            </a:r>
            <a:r>
              <a:rPr sz="2200" dirty="0">
                <a:latin typeface="Bookman Old Style" pitchFamily="18" charset="0"/>
                <a:cs typeface="Book Antiqua"/>
              </a:rPr>
              <a:t> </a:t>
            </a:r>
            <a:r>
              <a:rPr sz="2200" spc="10" dirty="0">
                <a:latin typeface="Bookman Old Style" pitchFamily="18" charset="0"/>
                <a:cs typeface="Book Antiqua"/>
              </a:rPr>
              <a:t>is</a:t>
            </a:r>
            <a:r>
              <a:rPr sz="2200" spc="5" dirty="0">
                <a:latin typeface="Bookman Old Style" pitchFamily="18" charset="0"/>
                <a:cs typeface="Book Antiqua"/>
              </a:rPr>
              <a:t> </a:t>
            </a:r>
            <a:r>
              <a:rPr sz="2200" spc="15" dirty="0">
                <a:latin typeface="Bookman Old Style" pitchFamily="18" charset="0"/>
                <a:cs typeface="Book Antiqua"/>
              </a:rPr>
              <a:t>a</a:t>
            </a:r>
            <a:r>
              <a:rPr sz="2200" dirty="0">
                <a:latin typeface="Bookman Old Style" pitchFamily="18" charset="0"/>
                <a:cs typeface="Book Antiqua"/>
              </a:rPr>
              <a:t> </a:t>
            </a:r>
            <a:r>
              <a:rPr sz="2200" spc="10">
                <a:latin typeface="Bookman Old Style" pitchFamily="18" charset="0"/>
                <a:cs typeface="Book Antiqua"/>
              </a:rPr>
              <a:t>quality</a:t>
            </a:r>
            <a:r>
              <a:rPr sz="2200" spc="5">
                <a:latin typeface="Bookman Old Style" pitchFamily="18" charset="0"/>
                <a:cs typeface="Book Antiqua"/>
              </a:rPr>
              <a:t> </a:t>
            </a:r>
            <a:r>
              <a:rPr sz="2200" spc="10">
                <a:latin typeface="Bookman Old Style" pitchFamily="18" charset="0"/>
                <a:cs typeface="Book Antiqua"/>
              </a:rPr>
              <a:t>focus</a:t>
            </a:r>
            <a:r>
              <a:rPr lang="en-US" sz="2200" spc="10" dirty="0">
                <a:latin typeface="Bookman Old Style" pitchFamily="18" charset="0"/>
                <a:cs typeface="Book Antiqua"/>
              </a:rPr>
              <a:t>.</a:t>
            </a:r>
            <a:endParaRPr sz="2200">
              <a:latin typeface="Bookman Old Style" pitchFamily="18" charset="0"/>
              <a:cs typeface="Book Antiqua"/>
            </a:endParaRPr>
          </a:p>
        </p:txBody>
      </p:sp>
      <p:pic>
        <p:nvPicPr>
          <p:cNvPr id="12" name="object 12"/>
          <p:cNvPicPr/>
          <p:nvPr/>
        </p:nvPicPr>
        <p:blipFill>
          <a:blip r:embed="rId5" cstate="print"/>
          <a:stretch>
            <a:fillRect/>
          </a:stretch>
        </p:blipFill>
        <p:spPr>
          <a:xfrm>
            <a:off x="1828800" y="914400"/>
            <a:ext cx="5133975" cy="2057400"/>
          </a:xfrm>
          <a:prstGeom prst="rect">
            <a:avLst/>
          </a:prstGeom>
        </p:spPr>
      </p:pic>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dirty="0"/>
              <a:pPr marL="38100">
                <a:lnSpc>
                  <a:spcPts val="1425"/>
                </a:lnSpc>
              </a:pPr>
              <a:t>12</a:t>
            </a:fld>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9" name="object 9"/>
          <p:cNvSpPr txBox="1">
            <a:spLocks noGrp="1"/>
          </p:cNvSpPr>
          <p:nvPr>
            <p:ph type="title"/>
          </p:nvPr>
        </p:nvSpPr>
        <p:spPr>
          <a:xfrm>
            <a:off x="558772" y="609600"/>
            <a:ext cx="5613428" cy="628377"/>
          </a:xfrm>
          <a:prstGeom prst="rect">
            <a:avLst/>
          </a:prstGeom>
        </p:spPr>
        <p:txBody>
          <a:bodyPr vert="horz" wrap="square" lIns="0" tIns="12700" rIns="0" bIns="0" rtlCol="0">
            <a:spAutoFit/>
          </a:bodyPr>
          <a:lstStyle/>
          <a:p>
            <a:pPr marL="12700">
              <a:lnSpc>
                <a:spcPct val="100000"/>
              </a:lnSpc>
              <a:spcBef>
                <a:spcPts val="100"/>
              </a:spcBef>
            </a:pPr>
            <a:r>
              <a:rPr sz="4000" b="1" spc="-40" dirty="0">
                <a:solidFill>
                  <a:schemeClr val="tx1"/>
                </a:solidFill>
                <a:latin typeface="Bookman Old Style" pitchFamily="18" charset="0"/>
              </a:rPr>
              <a:t>Layered</a:t>
            </a:r>
            <a:r>
              <a:rPr sz="4000" b="1" spc="-35" dirty="0">
                <a:solidFill>
                  <a:schemeClr val="tx1"/>
                </a:solidFill>
                <a:latin typeface="Bookman Old Style" pitchFamily="18" charset="0"/>
              </a:rPr>
              <a:t> </a:t>
            </a:r>
            <a:r>
              <a:rPr sz="4000" b="1" spc="-50" dirty="0">
                <a:solidFill>
                  <a:schemeClr val="tx1"/>
                </a:solidFill>
                <a:latin typeface="Bookman Old Style" pitchFamily="18" charset="0"/>
              </a:rPr>
              <a:t>Technology</a:t>
            </a:r>
          </a:p>
        </p:txBody>
      </p:sp>
      <p:sp>
        <p:nvSpPr>
          <p:cNvPr id="10" name="object 10"/>
          <p:cNvSpPr txBox="1"/>
          <p:nvPr/>
        </p:nvSpPr>
        <p:spPr>
          <a:xfrm>
            <a:off x="228600" y="1391404"/>
            <a:ext cx="8610600" cy="4780796"/>
          </a:xfrm>
          <a:prstGeom prst="rect">
            <a:avLst/>
          </a:prstGeom>
        </p:spPr>
        <p:txBody>
          <a:bodyPr vert="horz" wrap="square" lIns="0" tIns="40640" rIns="0" bIns="0" rtlCol="0">
            <a:spAutoFit/>
          </a:bodyPr>
          <a:lstStyle/>
          <a:p>
            <a:pPr marL="273050" indent="-260985">
              <a:buClr>
                <a:srgbClr val="0BD0D9"/>
              </a:buClr>
              <a:buSzPct val="92857"/>
              <a:tabLst>
                <a:tab pos="273685" algn="l"/>
              </a:tabLst>
            </a:pPr>
            <a:r>
              <a:rPr sz="2200" spc="-10" dirty="0">
                <a:latin typeface="Bookman Old Style" pitchFamily="18" charset="0"/>
                <a:cs typeface="Book Antiqua"/>
              </a:rPr>
              <a:t>Foundation </a:t>
            </a:r>
            <a:r>
              <a:rPr sz="2200" spc="-5" dirty="0">
                <a:latin typeface="Bookman Old Style" pitchFamily="18" charset="0"/>
                <a:cs typeface="Book Antiqua"/>
              </a:rPr>
              <a:t>layer</a:t>
            </a:r>
            <a:r>
              <a:rPr sz="2200" spc="-10" dirty="0">
                <a:latin typeface="Bookman Old Style" pitchFamily="18" charset="0"/>
                <a:cs typeface="Book Antiqua"/>
              </a:rPr>
              <a:t> </a:t>
            </a:r>
            <a:r>
              <a:rPr sz="2200" spc="-5" dirty="0">
                <a:latin typeface="Bookman Old Style" pitchFamily="18" charset="0"/>
                <a:cs typeface="Book Antiqua"/>
              </a:rPr>
              <a:t>is</a:t>
            </a:r>
            <a:r>
              <a:rPr sz="2200" spc="-10" dirty="0">
                <a:latin typeface="Bookman Old Style" pitchFamily="18" charset="0"/>
                <a:cs typeface="Book Antiqua"/>
              </a:rPr>
              <a:t> </a:t>
            </a:r>
            <a:r>
              <a:rPr sz="2200" spc="-15" dirty="0">
                <a:latin typeface="Bookman Old Style" pitchFamily="18" charset="0"/>
                <a:cs typeface="Book Antiqua"/>
              </a:rPr>
              <a:t>Process</a:t>
            </a:r>
            <a:r>
              <a:rPr sz="2200" spc="-10" dirty="0">
                <a:latin typeface="Bookman Old Style" pitchFamily="18" charset="0"/>
                <a:cs typeface="Book Antiqua"/>
              </a:rPr>
              <a:t> Layer</a:t>
            </a:r>
            <a:endParaRPr sz="2200">
              <a:latin typeface="Bookman Old Style" pitchFamily="18" charset="0"/>
              <a:cs typeface="Book Antiqua"/>
            </a:endParaRPr>
          </a:p>
          <a:p>
            <a:pPr marL="273050" marR="245110" indent="-260985">
              <a:buClr>
                <a:srgbClr val="0BD0D9"/>
              </a:buClr>
              <a:buSzPct val="92857"/>
              <a:buFont typeface="Arial"/>
              <a:buChar char="●"/>
              <a:tabLst>
                <a:tab pos="273685" algn="l"/>
              </a:tabLst>
            </a:pPr>
            <a:r>
              <a:rPr sz="2200" b="1" spc="-10" dirty="0">
                <a:latin typeface="Bookman Old Style" pitchFamily="18" charset="0"/>
                <a:cs typeface="Book Antiqua"/>
              </a:rPr>
              <a:t>Definition</a:t>
            </a:r>
            <a:r>
              <a:rPr sz="2200" b="1" spc="-5" dirty="0">
                <a:latin typeface="Bookman Old Style" pitchFamily="18" charset="0"/>
                <a:cs typeface="Book Antiqua"/>
              </a:rPr>
              <a:t> of</a:t>
            </a:r>
            <a:r>
              <a:rPr sz="2200" b="1" dirty="0">
                <a:latin typeface="Bookman Old Style" pitchFamily="18" charset="0"/>
                <a:cs typeface="Book Antiqua"/>
              </a:rPr>
              <a:t> </a:t>
            </a:r>
            <a:r>
              <a:rPr sz="2200" b="1" spc="-15" dirty="0">
                <a:latin typeface="Bookman Old Style" pitchFamily="18" charset="0"/>
                <a:cs typeface="Book Antiqua"/>
              </a:rPr>
              <a:t>Process</a:t>
            </a:r>
            <a:r>
              <a:rPr sz="2200" b="1" spc="-5" dirty="0">
                <a:latin typeface="Bookman Old Style" pitchFamily="18" charset="0"/>
                <a:cs typeface="Book Antiqua"/>
              </a:rPr>
              <a:t> : </a:t>
            </a:r>
            <a:r>
              <a:rPr sz="2200" spc="-5" dirty="0">
                <a:latin typeface="Bookman Old Style" pitchFamily="18" charset="0"/>
                <a:cs typeface="Book Antiqua"/>
              </a:rPr>
              <a:t>a</a:t>
            </a:r>
            <a:r>
              <a:rPr sz="2200" dirty="0">
                <a:latin typeface="Bookman Old Style" pitchFamily="18" charset="0"/>
                <a:cs typeface="Book Antiqua"/>
              </a:rPr>
              <a:t> </a:t>
            </a:r>
            <a:r>
              <a:rPr sz="2200" spc="-5" dirty="0">
                <a:latin typeface="Bookman Old Style" pitchFamily="18" charset="0"/>
                <a:cs typeface="Book Antiqua"/>
              </a:rPr>
              <a:t>series of</a:t>
            </a:r>
            <a:r>
              <a:rPr sz="2200" dirty="0">
                <a:latin typeface="Bookman Old Style" pitchFamily="18" charset="0"/>
                <a:cs typeface="Book Antiqua"/>
              </a:rPr>
              <a:t> </a:t>
            </a:r>
            <a:r>
              <a:rPr sz="2200" spc="-10" dirty="0">
                <a:latin typeface="Bookman Old Style" pitchFamily="18" charset="0"/>
                <a:cs typeface="Book Antiqua"/>
              </a:rPr>
              <a:t>actions</a:t>
            </a:r>
            <a:r>
              <a:rPr sz="2200" spc="-5" dirty="0">
                <a:latin typeface="Bookman Old Style" pitchFamily="18" charset="0"/>
                <a:cs typeface="Book Antiqua"/>
              </a:rPr>
              <a:t> or</a:t>
            </a:r>
            <a:r>
              <a:rPr sz="2200" dirty="0">
                <a:latin typeface="Bookman Old Style" pitchFamily="18" charset="0"/>
                <a:cs typeface="Book Antiqua"/>
              </a:rPr>
              <a:t> </a:t>
            </a:r>
            <a:r>
              <a:rPr sz="2200" spc="-10" dirty="0">
                <a:latin typeface="Bookman Old Style" pitchFamily="18" charset="0"/>
                <a:cs typeface="Book Antiqua"/>
              </a:rPr>
              <a:t>steps</a:t>
            </a:r>
            <a:r>
              <a:rPr sz="2200" spc="-5" dirty="0">
                <a:latin typeface="Bookman Old Style" pitchFamily="18" charset="0"/>
                <a:cs typeface="Book Antiqua"/>
              </a:rPr>
              <a:t> taken</a:t>
            </a:r>
            <a:r>
              <a:rPr sz="2200" dirty="0">
                <a:latin typeface="Bookman Old Style" pitchFamily="18" charset="0"/>
                <a:cs typeface="Book Antiqua"/>
              </a:rPr>
              <a:t> </a:t>
            </a:r>
            <a:r>
              <a:rPr sz="2200" spc="-10" dirty="0">
                <a:latin typeface="Bookman Old Style" pitchFamily="18" charset="0"/>
                <a:cs typeface="Book Antiqua"/>
              </a:rPr>
              <a:t>in</a:t>
            </a:r>
            <a:r>
              <a:rPr sz="2200" spc="-5" dirty="0">
                <a:latin typeface="Bookman Old Style" pitchFamily="18" charset="0"/>
                <a:cs typeface="Book Antiqua"/>
              </a:rPr>
              <a:t> </a:t>
            </a:r>
            <a:r>
              <a:rPr sz="2200" spc="-15" dirty="0">
                <a:latin typeface="Bookman Old Style" pitchFamily="18" charset="0"/>
                <a:cs typeface="Book Antiqua"/>
              </a:rPr>
              <a:t>order</a:t>
            </a:r>
            <a:r>
              <a:rPr sz="2200" dirty="0">
                <a:latin typeface="Bookman Old Style" pitchFamily="18" charset="0"/>
                <a:cs typeface="Book Antiqua"/>
              </a:rPr>
              <a:t> </a:t>
            </a:r>
            <a:r>
              <a:rPr sz="2200" spc="-5" dirty="0">
                <a:latin typeface="Bookman Old Style" pitchFamily="18" charset="0"/>
                <a:cs typeface="Book Antiqua"/>
              </a:rPr>
              <a:t>to </a:t>
            </a:r>
            <a:r>
              <a:rPr sz="2200" spc="-509" dirty="0">
                <a:latin typeface="Bookman Old Style" pitchFamily="18" charset="0"/>
                <a:cs typeface="Book Antiqua"/>
              </a:rPr>
              <a:t> </a:t>
            </a:r>
            <a:r>
              <a:rPr sz="2200" spc="-10" dirty="0">
                <a:latin typeface="Bookman Old Style" pitchFamily="18" charset="0"/>
                <a:cs typeface="Book Antiqua"/>
              </a:rPr>
              <a:t>achieve </a:t>
            </a:r>
            <a:r>
              <a:rPr sz="2200" spc="-5" dirty="0">
                <a:latin typeface="Bookman Old Style" pitchFamily="18" charset="0"/>
                <a:cs typeface="Book Antiqua"/>
              </a:rPr>
              <a:t>a </a:t>
            </a:r>
            <a:r>
              <a:rPr sz="2200" spc="-10" dirty="0">
                <a:latin typeface="Bookman Old Style" pitchFamily="18" charset="0"/>
                <a:cs typeface="Book Antiqua"/>
              </a:rPr>
              <a:t>particular</a:t>
            </a:r>
            <a:r>
              <a:rPr sz="2200" spc="-5" dirty="0">
                <a:latin typeface="Bookman Old Style" pitchFamily="18" charset="0"/>
                <a:cs typeface="Book Antiqua"/>
              </a:rPr>
              <a:t> end.</a:t>
            </a:r>
            <a:endParaRPr sz="2200">
              <a:latin typeface="Bookman Old Style" pitchFamily="18" charset="0"/>
              <a:cs typeface="Book Antiqua"/>
            </a:endParaRPr>
          </a:p>
          <a:p>
            <a:pPr marL="273050" marR="869950" indent="-260985">
              <a:buClr>
                <a:srgbClr val="0BD0D9"/>
              </a:buClr>
              <a:buSzPct val="92857"/>
              <a:buFont typeface="Arial"/>
              <a:buChar char="●"/>
              <a:tabLst>
                <a:tab pos="273685" algn="l"/>
              </a:tabLst>
            </a:pPr>
            <a:r>
              <a:rPr sz="2200" b="1" spc="-15" dirty="0">
                <a:latin typeface="Bookman Old Style" pitchFamily="18" charset="0"/>
                <a:cs typeface="Book Antiqua"/>
              </a:rPr>
              <a:t>Process </a:t>
            </a:r>
            <a:r>
              <a:rPr sz="2200" b="1" spc="-10" dirty="0">
                <a:latin typeface="Bookman Old Style" pitchFamily="18" charset="0"/>
                <a:cs typeface="Book Antiqua"/>
              </a:rPr>
              <a:t>Model </a:t>
            </a:r>
            <a:r>
              <a:rPr sz="2200" b="1" spc="-5" dirty="0">
                <a:latin typeface="Bookman Old Style" pitchFamily="18" charset="0"/>
                <a:cs typeface="Book Antiqua"/>
              </a:rPr>
              <a:t>: </a:t>
            </a:r>
            <a:r>
              <a:rPr sz="2200" spc="-10" dirty="0">
                <a:latin typeface="Bookman Old Style" pitchFamily="18" charset="0"/>
                <a:cs typeface="Book Antiqua"/>
              </a:rPr>
              <a:t>A framework i.e. </a:t>
            </a:r>
            <a:r>
              <a:rPr sz="2200" spc="-15" dirty="0">
                <a:latin typeface="Bookman Old Style" pitchFamily="18" charset="0"/>
                <a:cs typeface="Book Antiqua"/>
              </a:rPr>
              <a:t>responsible </a:t>
            </a:r>
            <a:r>
              <a:rPr sz="2200" spc="-10" dirty="0">
                <a:latin typeface="Bookman Old Style" pitchFamily="18" charset="0"/>
                <a:cs typeface="Book Antiqua"/>
              </a:rPr>
              <a:t>for milestones, </a:t>
            </a:r>
            <a:r>
              <a:rPr sz="2200" spc="-509" dirty="0">
                <a:latin typeface="Bookman Old Style" pitchFamily="18" charset="0"/>
                <a:cs typeface="Book Antiqua"/>
              </a:rPr>
              <a:t> </a:t>
            </a:r>
            <a:r>
              <a:rPr sz="2200" spc="-40" dirty="0">
                <a:latin typeface="Bookman Old Style" pitchFamily="18" charset="0"/>
                <a:cs typeface="Book Antiqua"/>
              </a:rPr>
              <a:t>quality,</a:t>
            </a:r>
            <a:r>
              <a:rPr sz="2200" spc="-10" dirty="0">
                <a:latin typeface="Bookman Old Style" pitchFamily="18" charset="0"/>
                <a:cs typeface="Book Antiqua"/>
              </a:rPr>
              <a:t> </a:t>
            </a:r>
            <a:r>
              <a:rPr sz="2200" spc="-10">
                <a:latin typeface="Bookman Old Style" pitchFamily="18" charset="0"/>
                <a:cs typeface="Book Antiqua"/>
              </a:rPr>
              <a:t>work</a:t>
            </a:r>
            <a:r>
              <a:rPr sz="2200" spc="-5">
                <a:latin typeface="Bookman Old Style" pitchFamily="18" charset="0"/>
                <a:cs typeface="Book Antiqua"/>
              </a:rPr>
              <a:t> </a:t>
            </a:r>
            <a:r>
              <a:rPr sz="2200" spc="-15">
                <a:latin typeface="Bookman Old Style" pitchFamily="18" charset="0"/>
                <a:cs typeface="Book Antiqua"/>
              </a:rPr>
              <a:t>products</a:t>
            </a:r>
            <a:endParaRPr lang="en-US" sz="2200" spc="-15" dirty="0">
              <a:latin typeface="Bookman Old Style" pitchFamily="18" charset="0"/>
              <a:cs typeface="Book Antiqua"/>
            </a:endParaRPr>
          </a:p>
          <a:p>
            <a:pPr marL="273050" marR="869950" indent="-260985">
              <a:buClr>
                <a:srgbClr val="0BD0D9"/>
              </a:buClr>
              <a:buSzPct val="92857"/>
              <a:buFont typeface="Arial"/>
              <a:buChar char="●"/>
              <a:tabLst>
                <a:tab pos="273685" algn="l"/>
              </a:tabLst>
            </a:pPr>
            <a:r>
              <a:rPr sz="2200" b="1" spc="-10">
                <a:latin typeface="Bookman Old Style" pitchFamily="18" charset="0"/>
                <a:cs typeface="Book Antiqua"/>
              </a:rPr>
              <a:t>Methods</a:t>
            </a:r>
            <a:r>
              <a:rPr sz="2200" b="1" spc="-10" dirty="0">
                <a:latin typeface="Bookman Old Style" pitchFamily="18" charset="0"/>
                <a:cs typeface="Book Antiqua"/>
              </a:rPr>
              <a:t>:</a:t>
            </a:r>
            <a:r>
              <a:rPr sz="2200" b="1" spc="-5" dirty="0">
                <a:latin typeface="Bookman Old Style" pitchFamily="18" charset="0"/>
                <a:cs typeface="Book Antiqua"/>
              </a:rPr>
              <a:t> </a:t>
            </a:r>
            <a:r>
              <a:rPr sz="2200" spc="-30" dirty="0">
                <a:latin typeface="Bookman Old Style" pitchFamily="18" charset="0"/>
                <a:cs typeface="Book Antiqua"/>
              </a:rPr>
              <a:t>Technical</a:t>
            </a:r>
            <a:r>
              <a:rPr sz="2200" spc="-5" dirty="0">
                <a:latin typeface="Bookman Old Style" pitchFamily="18" charset="0"/>
                <a:cs typeface="Book Antiqua"/>
              </a:rPr>
              <a:t> </a:t>
            </a:r>
            <a:r>
              <a:rPr sz="2200" spc="-10" dirty="0">
                <a:latin typeface="Bookman Old Style" pitchFamily="18" charset="0"/>
                <a:cs typeface="Verdana"/>
              </a:rPr>
              <a:t>―</a:t>
            </a:r>
            <a:r>
              <a:rPr sz="2200" spc="-220" dirty="0">
                <a:latin typeface="Bookman Old Style" pitchFamily="18" charset="0"/>
                <a:cs typeface="Verdana"/>
              </a:rPr>
              <a:t> </a:t>
            </a:r>
            <a:r>
              <a:rPr sz="2200" spc="-10" dirty="0">
                <a:latin typeface="Bookman Old Style" pitchFamily="18" charset="0"/>
                <a:cs typeface="Book Antiqua"/>
              </a:rPr>
              <a:t>“how</a:t>
            </a:r>
            <a:r>
              <a:rPr sz="2200" spc="-5" dirty="0">
                <a:latin typeface="Bookman Old Style" pitchFamily="18" charset="0"/>
                <a:cs typeface="Book Antiqua"/>
              </a:rPr>
              <a:t> to” </a:t>
            </a:r>
            <a:r>
              <a:rPr sz="2200" spc="-10" dirty="0">
                <a:latin typeface="Bookman Old Style" pitchFamily="18" charset="0"/>
                <a:cs typeface="Book Antiqua"/>
              </a:rPr>
              <a:t>s.</a:t>
            </a:r>
            <a:r>
              <a:rPr sz="2200" spc="-5" dirty="0">
                <a:latin typeface="Bookman Old Style" pitchFamily="18" charset="0"/>
                <a:cs typeface="Book Antiqua"/>
              </a:rPr>
              <a:t> </a:t>
            </a:r>
            <a:r>
              <a:rPr sz="2200" spc="-10" dirty="0">
                <a:latin typeface="Bookman Old Style" pitchFamily="18" charset="0"/>
                <a:cs typeface="Book Antiqua"/>
              </a:rPr>
              <a:t>Methods</a:t>
            </a:r>
            <a:r>
              <a:rPr sz="2200" spc="-5" dirty="0">
                <a:latin typeface="Bookman Old Style" pitchFamily="18" charset="0"/>
                <a:cs typeface="Book Antiqua"/>
              </a:rPr>
              <a:t> </a:t>
            </a:r>
            <a:r>
              <a:rPr sz="2200" spc="-10" dirty="0">
                <a:latin typeface="Bookman Old Style" pitchFamily="18" charset="0"/>
                <a:cs typeface="Book Antiqua"/>
              </a:rPr>
              <a:t>encompass</a:t>
            </a:r>
            <a:r>
              <a:rPr sz="2200" spc="-5" dirty="0">
                <a:latin typeface="Bookman Old Style" pitchFamily="18" charset="0"/>
                <a:cs typeface="Book Antiqua"/>
              </a:rPr>
              <a:t> a </a:t>
            </a:r>
            <a:r>
              <a:rPr sz="2200" spc="-15" dirty="0">
                <a:latin typeface="Bookman Old Style" pitchFamily="18" charset="0"/>
                <a:cs typeface="Book Antiqua"/>
              </a:rPr>
              <a:t>broad </a:t>
            </a:r>
            <a:r>
              <a:rPr sz="2200" spc="-509" dirty="0">
                <a:latin typeface="Bookman Old Style" pitchFamily="18" charset="0"/>
                <a:cs typeface="Book Antiqua"/>
              </a:rPr>
              <a:t> </a:t>
            </a:r>
            <a:r>
              <a:rPr sz="2200" spc="-5" dirty="0">
                <a:latin typeface="Bookman Old Style" pitchFamily="18" charset="0"/>
                <a:cs typeface="Book Antiqua"/>
              </a:rPr>
              <a:t>array of </a:t>
            </a:r>
            <a:r>
              <a:rPr sz="2200" spc="-10" dirty="0">
                <a:latin typeface="Bookman Old Style" pitchFamily="18" charset="0"/>
                <a:cs typeface="Book Antiqua"/>
              </a:rPr>
              <a:t>tasks</a:t>
            </a:r>
            <a:r>
              <a:rPr sz="2200" spc="-5" dirty="0">
                <a:latin typeface="Bookman Old Style" pitchFamily="18" charset="0"/>
                <a:cs typeface="Book Antiqua"/>
              </a:rPr>
              <a:t> </a:t>
            </a:r>
            <a:r>
              <a:rPr sz="2200" spc="-10" dirty="0">
                <a:latin typeface="Bookman Old Style" pitchFamily="18" charset="0"/>
                <a:cs typeface="Book Antiqua"/>
              </a:rPr>
              <a:t>that</a:t>
            </a:r>
            <a:r>
              <a:rPr sz="2200" dirty="0">
                <a:latin typeface="Bookman Old Style" pitchFamily="18" charset="0"/>
                <a:cs typeface="Book Antiqua"/>
              </a:rPr>
              <a:t> </a:t>
            </a:r>
            <a:r>
              <a:rPr sz="2200" spc="-10" dirty="0">
                <a:latin typeface="Bookman Old Style" pitchFamily="18" charset="0"/>
                <a:cs typeface="Book Antiqua"/>
              </a:rPr>
              <a:t>include</a:t>
            </a:r>
            <a:r>
              <a:rPr sz="2200" spc="-5" dirty="0">
                <a:latin typeface="Bookman Old Style" pitchFamily="18" charset="0"/>
                <a:cs typeface="Book Antiqua"/>
              </a:rPr>
              <a:t> </a:t>
            </a:r>
            <a:r>
              <a:rPr sz="2200" spc="-10" dirty="0">
                <a:latin typeface="Bookman Old Style" pitchFamily="18" charset="0"/>
                <a:cs typeface="Book Antiqua"/>
              </a:rPr>
              <a:t>communication,</a:t>
            </a:r>
            <a:r>
              <a:rPr sz="2200" spc="-5" dirty="0">
                <a:latin typeface="Bookman Old Style" pitchFamily="18" charset="0"/>
                <a:cs typeface="Book Antiqua"/>
              </a:rPr>
              <a:t> </a:t>
            </a:r>
            <a:r>
              <a:rPr sz="2200" spc="-15" dirty="0">
                <a:latin typeface="Bookman Old Style" pitchFamily="18" charset="0"/>
                <a:cs typeface="Book Antiqua"/>
              </a:rPr>
              <a:t>requirements </a:t>
            </a:r>
            <a:r>
              <a:rPr sz="2200" spc="-10" dirty="0">
                <a:latin typeface="Bookman Old Style" pitchFamily="18" charset="0"/>
                <a:cs typeface="Book Antiqua"/>
              </a:rPr>
              <a:t> analysis,</a:t>
            </a:r>
            <a:r>
              <a:rPr sz="2200" dirty="0">
                <a:latin typeface="Bookman Old Style" pitchFamily="18" charset="0"/>
                <a:cs typeface="Book Antiqua"/>
              </a:rPr>
              <a:t> </a:t>
            </a:r>
            <a:r>
              <a:rPr sz="2200" spc="-10" dirty="0">
                <a:latin typeface="Bookman Old Style" pitchFamily="18" charset="0"/>
                <a:cs typeface="Book Antiqua"/>
              </a:rPr>
              <a:t>design</a:t>
            </a:r>
            <a:r>
              <a:rPr sz="2200" dirty="0">
                <a:latin typeface="Bookman Old Style" pitchFamily="18" charset="0"/>
                <a:cs typeface="Book Antiqua"/>
              </a:rPr>
              <a:t> </a:t>
            </a:r>
            <a:r>
              <a:rPr sz="2200" spc="-10" dirty="0">
                <a:latin typeface="Bookman Old Style" pitchFamily="18" charset="0"/>
                <a:cs typeface="Book Antiqua"/>
              </a:rPr>
              <a:t>modeling,</a:t>
            </a:r>
            <a:r>
              <a:rPr sz="2200" spc="5" dirty="0">
                <a:latin typeface="Bookman Old Style" pitchFamily="18" charset="0"/>
                <a:cs typeface="Book Antiqua"/>
              </a:rPr>
              <a:t> </a:t>
            </a:r>
            <a:r>
              <a:rPr sz="2200" spc="-15" dirty="0">
                <a:latin typeface="Bookman Old Style" pitchFamily="18" charset="0"/>
                <a:cs typeface="Book Antiqua"/>
              </a:rPr>
              <a:t>program</a:t>
            </a:r>
            <a:r>
              <a:rPr sz="2200" dirty="0">
                <a:latin typeface="Bookman Old Style" pitchFamily="18" charset="0"/>
                <a:cs typeface="Book Antiqua"/>
              </a:rPr>
              <a:t> </a:t>
            </a:r>
            <a:r>
              <a:rPr sz="2200" spc="-10" dirty="0">
                <a:latin typeface="Bookman Old Style" pitchFamily="18" charset="0"/>
                <a:cs typeface="Book Antiqua"/>
              </a:rPr>
              <a:t>construction,</a:t>
            </a:r>
            <a:r>
              <a:rPr sz="2200" spc="5" dirty="0">
                <a:latin typeface="Bookman Old Style" pitchFamily="18" charset="0"/>
                <a:cs typeface="Book Antiqua"/>
              </a:rPr>
              <a:t> </a:t>
            </a:r>
            <a:r>
              <a:rPr sz="2200" spc="-5" dirty="0">
                <a:latin typeface="Bookman Old Style" pitchFamily="18" charset="0"/>
                <a:cs typeface="Book Antiqua"/>
              </a:rPr>
              <a:t>testing,</a:t>
            </a:r>
            <a:r>
              <a:rPr sz="2200" dirty="0">
                <a:latin typeface="Bookman Old Style" pitchFamily="18" charset="0"/>
                <a:cs typeface="Book Antiqua"/>
              </a:rPr>
              <a:t> </a:t>
            </a:r>
            <a:r>
              <a:rPr sz="2200" spc="-10" dirty="0">
                <a:latin typeface="Bookman Old Style" pitchFamily="18" charset="0"/>
                <a:cs typeface="Book Antiqua"/>
              </a:rPr>
              <a:t>and </a:t>
            </a:r>
            <a:r>
              <a:rPr sz="2200" spc="-5" dirty="0">
                <a:latin typeface="Bookman Old Style" pitchFamily="18" charset="0"/>
                <a:cs typeface="Book Antiqua"/>
              </a:rPr>
              <a:t> </a:t>
            </a:r>
            <a:r>
              <a:rPr sz="2200" spc="-10" dirty="0">
                <a:latin typeface="Bookman Old Style" pitchFamily="18" charset="0"/>
                <a:cs typeface="Book Antiqua"/>
              </a:rPr>
              <a:t>support.</a:t>
            </a:r>
            <a:endParaRPr sz="2200">
              <a:latin typeface="Bookman Old Style" pitchFamily="18" charset="0"/>
              <a:cs typeface="Book Antiqua"/>
            </a:endParaRPr>
          </a:p>
          <a:p>
            <a:pPr marL="273050" marR="284480" indent="-260985">
              <a:buClr>
                <a:srgbClr val="0BD0D9"/>
              </a:buClr>
              <a:buSzPct val="92857"/>
              <a:buFont typeface="Arial"/>
              <a:buChar char="●"/>
              <a:tabLst>
                <a:tab pos="273685" algn="l"/>
              </a:tabLst>
            </a:pPr>
            <a:r>
              <a:rPr sz="2200" b="1" spc="-45" dirty="0">
                <a:latin typeface="Bookman Old Style" pitchFamily="18" charset="0"/>
                <a:cs typeface="Book Antiqua"/>
              </a:rPr>
              <a:t>Tools</a:t>
            </a:r>
            <a:r>
              <a:rPr sz="2200" b="1" spc="-5" dirty="0">
                <a:latin typeface="Bookman Old Style" pitchFamily="18" charset="0"/>
                <a:cs typeface="Book Antiqua"/>
              </a:rPr>
              <a:t> :</a:t>
            </a:r>
            <a:r>
              <a:rPr sz="2200" b="1" spc="-75" dirty="0">
                <a:latin typeface="Bookman Old Style" pitchFamily="18" charset="0"/>
                <a:cs typeface="Book Antiqua"/>
              </a:rPr>
              <a:t> </a:t>
            </a:r>
            <a:r>
              <a:rPr sz="2200" spc="-10" dirty="0">
                <a:latin typeface="Bookman Old Style" pitchFamily="18" charset="0"/>
                <a:cs typeface="Book Antiqua"/>
              </a:rPr>
              <a:t>Automated</a:t>
            </a:r>
            <a:r>
              <a:rPr sz="2200" dirty="0">
                <a:latin typeface="Bookman Old Style" pitchFamily="18" charset="0"/>
                <a:cs typeface="Book Antiqua"/>
              </a:rPr>
              <a:t> </a:t>
            </a:r>
            <a:r>
              <a:rPr sz="2200" spc="-5" dirty="0">
                <a:latin typeface="Bookman Old Style" pitchFamily="18" charset="0"/>
                <a:cs typeface="Book Antiqua"/>
              </a:rPr>
              <a:t>or </a:t>
            </a:r>
            <a:r>
              <a:rPr sz="2200" spc="-10" dirty="0">
                <a:latin typeface="Bookman Old Style" pitchFamily="18" charset="0"/>
                <a:cs typeface="Book Antiqua"/>
              </a:rPr>
              <a:t>simulated</a:t>
            </a:r>
            <a:r>
              <a:rPr sz="2200" dirty="0">
                <a:latin typeface="Bookman Old Style" pitchFamily="18" charset="0"/>
                <a:cs typeface="Book Antiqua"/>
              </a:rPr>
              <a:t> </a:t>
            </a:r>
            <a:r>
              <a:rPr sz="2200" spc="-10" dirty="0">
                <a:latin typeface="Bookman Old Style" pitchFamily="18" charset="0"/>
                <a:cs typeface="Book Antiqua"/>
              </a:rPr>
              <a:t>support</a:t>
            </a:r>
            <a:r>
              <a:rPr sz="2200" dirty="0">
                <a:latin typeface="Bookman Old Style" pitchFamily="18" charset="0"/>
                <a:cs typeface="Book Antiqua"/>
              </a:rPr>
              <a:t> </a:t>
            </a:r>
            <a:r>
              <a:rPr sz="2200" spc="-10" dirty="0">
                <a:latin typeface="Bookman Old Style" pitchFamily="18" charset="0"/>
                <a:cs typeface="Book Antiqua"/>
              </a:rPr>
              <a:t>for</a:t>
            </a:r>
            <a:r>
              <a:rPr sz="2200" dirty="0">
                <a:latin typeface="Bookman Old Style" pitchFamily="18" charset="0"/>
                <a:cs typeface="Book Antiqua"/>
              </a:rPr>
              <a:t> </a:t>
            </a:r>
            <a:r>
              <a:rPr sz="2200" spc="-10" dirty="0">
                <a:latin typeface="Bookman Old Style" pitchFamily="18" charset="0"/>
                <a:cs typeface="Book Antiqua"/>
              </a:rPr>
              <a:t>s/w</a:t>
            </a:r>
            <a:r>
              <a:rPr sz="2200" spc="-5" dirty="0">
                <a:latin typeface="Bookman Old Style" pitchFamily="18" charset="0"/>
                <a:cs typeface="Book Antiqua"/>
              </a:rPr>
              <a:t> </a:t>
            </a:r>
            <a:r>
              <a:rPr sz="2200" spc="-10" dirty="0">
                <a:latin typeface="Bookman Old Style" pitchFamily="18" charset="0"/>
                <a:cs typeface="Book Antiqua"/>
              </a:rPr>
              <a:t>development. </a:t>
            </a:r>
            <a:r>
              <a:rPr sz="2200" spc="-5" dirty="0">
                <a:latin typeface="Bookman Old Style" pitchFamily="18" charset="0"/>
                <a:cs typeface="Book Antiqua"/>
              </a:rPr>
              <a:t> </a:t>
            </a:r>
            <a:r>
              <a:rPr sz="2200" spc="-10" dirty="0">
                <a:latin typeface="Bookman Old Style" pitchFamily="18" charset="0"/>
                <a:cs typeface="Book Antiqua"/>
              </a:rPr>
              <a:t>When</a:t>
            </a:r>
            <a:r>
              <a:rPr sz="2200" spc="-5" dirty="0">
                <a:latin typeface="Bookman Old Style" pitchFamily="18" charset="0"/>
                <a:cs typeface="Book Antiqua"/>
              </a:rPr>
              <a:t> tools</a:t>
            </a:r>
            <a:r>
              <a:rPr sz="2200" dirty="0">
                <a:latin typeface="Bookman Old Style" pitchFamily="18" charset="0"/>
                <a:cs typeface="Book Antiqua"/>
              </a:rPr>
              <a:t> </a:t>
            </a:r>
            <a:r>
              <a:rPr sz="2200" spc="-20" dirty="0">
                <a:latin typeface="Bookman Old Style" pitchFamily="18" charset="0"/>
                <a:cs typeface="Book Antiqua"/>
              </a:rPr>
              <a:t>are</a:t>
            </a:r>
            <a:r>
              <a:rPr sz="2200" dirty="0">
                <a:latin typeface="Bookman Old Style" pitchFamily="18" charset="0"/>
                <a:cs typeface="Book Antiqua"/>
              </a:rPr>
              <a:t> </a:t>
            </a:r>
            <a:r>
              <a:rPr sz="2200" spc="-5" dirty="0">
                <a:latin typeface="Bookman Old Style" pitchFamily="18" charset="0"/>
                <a:cs typeface="Book Antiqua"/>
              </a:rPr>
              <a:t>integrated </a:t>
            </a:r>
            <a:r>
              <a:rPr sz="2200" spc="-10" dirty="0">
                <a:latin typeface="Bookman Old Style" pitchFamily="18" charset="0"/>
                <a:cs typeface="Book Antiqua"/>
              </a:rPr>
              <a:t>so</a:t>
            </a:r>
            <a:r>
              <a:rPr sz="2200" dirty="0">
                <a:latin typeface="Bookman Old Style" pitchFamily="18" charset="0"/>
                <a:cs typeface="Book Antiqua"/>
              </a:rPr>
              <a:t> </a:t>
            </a:r>
            <a:r>
              <a:rPr sz="2200" spc="-10" dirty="0">
                <a:latin typeface="Bookman Old Style" pitchFamily="18" charset="0"/>
                <a:cs typeface="Book Antiqua"/>
              </a:rPr>
              <a:t>that</a:t>
            </a:r>
            <a:r>
              <a:rPr sz="2200" dirty="0">
                <a:latin typeface="Bookman Old Style" pitchFamily="18" charset="0"/>
                <a:cs typeface="Book Antiqua"/>
              </a:rPr>
              <a:t> </a:t>
            </a:r>
            <a:r>
              <a:rPr sz="2200" spc="-10" dirty="0">
                <a:latin typeface="Bookman Old Style" pitchFamily="18" charset="0"/>
                <a:cs typeface="Book Antiqua"/>
              </a:rPr>
              <a:t>information</a:t>
            </a:r>
            <a:r>
              <a:rPr sz="2200" dirty="0">
                <a:latin typeface="Bookman Old Style" pitchFamily="18" charset="0"/>
                <a:cs typeface="Book Antiqua"/>
              </a:rPr>
              <a:t> </a:t>
            </a:r>
            <a:r>
              <a:rPr sz="2200" spc="-15" dirty="0">
                <a:latin typeface="Bookman Old Style" pitchFamily="18" charset="0"/>
                <a:cs typeface="Book Antiqua"/>
              </a:rPr>
              <a:t>created</a:t>
            </a:r>
            <a:r>
              <a:rPr sz="2200" spc="-5" dirty="0">
                <a:latin typeface="Bookman Old Style" pitchFamily="18" charset="0"/>
                <a:cs typeface="Book Antiqua"/>
              </a:rPr>
              <a:t> </a:t>
            </a:r>
            <a:r>
              <a:rPr sz="2200" spc="-10" dirty="0">
                <a:latin typeface="Bookman Old Style" pitchFamily="18" charset="0"/>
                <a:cs typeface="Book Antiqua"/>
              </a:rPr>
              <a:t>by</a:t>
            </a:r>
            <a:r>
              <a:rPr sz="2200" dirty="0">
                <a:latin typeface="Bookman Old Style" pitchFamily="18" charset="0"/>
                <a:cs typeface="Book Antiqua"/>
              </a:rPr>
              <a:t> </a:t>
            </a:r>
            <a:r>
              <a:rPr sz="2200" spc="-10" dirty="0">
                <a:latin typeface="Bookman Old Style" pitchFamily="18" charset="0"/>
                <a:cs typeface="Book Antiqua"/>
              </a:rPr>
              <a:t>one</a:t>
            </a:r>
            <a:r>
              <a:rPr sz="2200" dirty="0">
                <a:latin typeface="Bookman Old Style" pitchFamily="18" charset="0"/>
                <a:cs typeface="Book Antiqua"/>
              </a:rPr>
              <a:t> </a:t>
            </a:r>
            <a:r>
              <a:rPr sz="2200" spc="-5" dirty="0">
                <a:latin typeface="Bookman Old Style" pitchFamily="18" charset="0"/>
                <a:cs typeface="Book Antiqua"/>
              </a:rPr>
              <a:t>tool </a:t>
            </a:r>
            <a:r>
              <a:rPr sz="2200" spc="-509" dirty="0">
                <a:latin typeface="Bookman Old Style" pitchFamily="18" charset="0"/>
                <a:cs typeface="Book Antiqua"/>
              </a:rPr>
              <a:t> </a:t>
            </a:r>
            <a:r>
              <a:rPr sz="2200" spc="-10" dirty="0">
                <a:latin typeface="Bookman Old Style" pitchFamily="18" charset="0"/>
                <a:cs typeface="Book Antiqua"/>
              </a:rPr>
              <a:t>can</a:t>
            </a:r>
            <a:r>
              <a:rPr sz="2200" spc="-5" dirty="0">
                <a:latin typeface="Bookman Old Style" pitchFamily="18" charset="0"/>
                <a:cs typeface="Book Antiqua"/>
              </a:rPr>
              <a:t> </a:t>
            </a:r>
            <a:r>
              <a:rPr sz="2200" spc="-10" dirty="0">
                <a:latin typeface="Bookman Old Style" pitchFamily="18" charset="0"/>
                <a:cs typeface="Book Antiqua"/>
              </a:rPr>
              <a:t>be</a:t>
            </a:r>
            <a:r>
              <a:rPr sz="2200" dirty="0">
                <a:latin typeface="Bookman Old Style" pitchFamily="18" charset="0"/>
                <a:cs typeface="Book Antiqua"/>
              </a:rPr>
              <a:t> </a:t>
            </a:r>
            <a:r>
              <a:rPr sz="2200" spc="-10" dirty="0">
                <a:latin typeface="Bookman Old Style" pitchFamily="18" charset="0"/>
                <a:cs typeface="Book Antiqua"/>
              </a:rPr>
              <a:t>used</a:t>
            </a:r>
            <a:r>
              <a:rPr sz="2200" dirty="0">
                <a:latin typeface="Bookman Old Style" pitchFamily="18" charset="0"/>
                <a:cs typeface="Book Antiqua"/>
              </a:rPr>
              <a:t> </a:t>
            </a:r>
            <a:r>
              <a:rPr sz="2200" spc="-10" dirty="0">
                <a:latin typeface="Bookman Old Style" pitchFamily="18" charset="0"/>
                <a:cs typeface="Book Antiqua"/>
              </a:rPr>
              <a:t>by</a:t>
            </a:r>
            <a:r>
              <a:rPr sz="2200" dirty="0">
                <a:latin typeface="Bookman Old Style" pitchFamily="18" charset="0"/>
                <a:cs typeface="Book Antiqua"/>
              </a:rPr>
              <a:t> </a:t>
            </a:r>
            <a:r>
              <a:rPr sz="2200" spc="-30" dirty="0">
                <a:latin typeface="Bookman Old Style" pitchFamily="18" charset="0"/>
                <a:cs typeface="Book Antiqua"/>
              </a:rPr>
              <a:t>another,</a:t>
            </a:r>
            <a:r>
              <a:rPr sz="2200" spc="-5" dirty="0">
                <a:latin typeface="Bookman Old Style" pitchFamily="18" charset="0"/>
                <a:cs typeface="Book Antiqua"/>
              </a:rPr>
              <a:t> a</a:t>
            </a:r>
            <a:r>
              <a:rPr sz="2200" dirty="0">
                <a:latin typeface="Bookman Old Style" pitchFamily="18" charset="0"/>
                <a:cs typeface="Book Antiqua"/>
              </a:rPr>
              <a:t> </a:t>
            </a:r>
            <a:r>
              <a:rPr sz="2200" spc="-10" dirty="0">
                <a:latin typeface="Bookman Old Style" pitchFamily="18" charset="0"/>
                <a:cs typeface="Book Antiqua"/>
              </a:rPr>
              <a:t>system</a:t>
            </a:r>
            <a:r>
              <a:rPr sz="2200" dirty="0">
                <a:latin typeface="Bookman Old Style" pitchFamily="18" charset="0"/>
                <a:cs typeface="Book Antiqua"/>
              </a:rPr>
              <a:t> </a:t>
            </a:r>
            <a:r>
              <a:rPr sz="2200" spc="-10" dirty="0">
                <a:latin typeface="Bookman Old Style" pitchFamily="18" charset="0"/>
                <a:cs typeface="Book Antiqua"/>
              </a:rPr>
              <a:t>for</a:t>
            </a:r>
            <a:r>
              <a:rPr sz="2200" dirty="0">
                <a:latin typeface="Bookman Old Style" pitchFamily="18" charset="0"/>
                <a:cs typeface="Book Antiqua"/>
              </a:rPr>
              <a:t> </a:t>
            </a:r>
            <a:r>
              <a:rPr sz="2200" spc="-10" dirty="0">
                <a:latin typeface="Bookman Old Style" pitchFamily="18" charset="0"/>
                <a:cs typeface="Book Antiqua"/>
              </a:rPr>
              <a:t>the</a:t>
            </a:r>
            <a:r>
              <a:rPr sz="2200" spc="-5" dirty="0">
                <a:latin typeface="Bookman Old Style" pitchFamily="18" charset="0"/>
                <a:cs typeface="Book Antiqua"/>
              </a:rPr>
              <a:t> </a:t>
            </a:r>
            <a:r>
              <a:rPr sz="2200" spc="-10" dirty="0">
                <a:latin typeface="Bookman Old Style" pitchFamily="18" charset="0"/>
                <a:cs typeface="Book Antiqua"/>
              </a:rPr>
              <a:t>support</a:t>
            </a:r>
            <a:r>
              <a:rPr sz="2200" dirty="0">
                <a:latin typeface="Bookman Old Style" pitchFamily="18" charset="0"/>
                <a:cs typeface="Book Antiqua"/>
              </a:rPr>
              <a:t> </a:t>
            </a:r>
            <a:r>
              <a:rPr sz="2200" spc="-5" dirty="0">
                <a:latin typeface="Bookman Old Style" pitchFamily="18" charset="0"/>
                <a:cs typeface="Book Antiqua"/>
              </a:rPr>
              <a:t>of</a:t>
            </a:r>
            <a:r>
              <a:rPr sz="2200" dirty="0">
                <a:latin typeface="Bookman Old Style" pitchFamily="18" charset="0"/>
                <a:cs typeface="Book Antiqua"/>
              </a:rPr>
              <a:t> </a:t>
            </a:r>
            <a:r>
              <a:rPr sz="2200" spc="-15" dirty="0">
                <a:latin typeface="Bookman Old Style" pitchFamily="18" charset="0"/>
                <a:cs typeface="Book Antiqua"/>
              </a:rPr>
              <a:t>software </a:t>
            </a:r>
            <a:r>
              <a:rPr sz="2200" spc="-10" dirty="0">
                <a:latin typeface="Bookman Old Style" pitchFamily="18" charset="0"/>
                <a:cs typeface="Book Antiqua"/>
              </a:rPr>
              <a:t> development,</a:t>
            </a:r>
            <a:r>
              <a:rPr sz="2200" spc="-5" dirty="0">
                <a:latin typeface="Bookman Old Style" pitchFamily="18" charset="0"/>
                <a:cs typeface="Book Antiqua"/>
              </a:rPr>
              <a:t> </a:t>
            </a:r>
            <a:r>
              <a:rPr sz="2200" spc="-10" dirty="0">
                <a:latin typeface="Bookman Old Style" pitchFamily="18" charset="0"/>
                <a:cs typeface="Book Antiqua"/>
              </a:rPr>
              <a:t>called</a:t>
            </a:r>
            <a:r>
              <a:rPr sz="2200" dirty="0">
                <a:latin typeface="Bookman Old Style" pitchFamily="18" charset="0"/>
                <a:cs typeface="Book Antiqua"/>
              </a:rPr>
              <a:t> </a:t>
            </a:r>
            <a:r>
              <a:rPr sz="2200" i="1" spc="-10" dirty="0">
                <a:latin typeface="Bookman Old Style" pitchFamily="18" charset="0"/>
                <a:cs typeface="Palatino Linotype"/>
              </a:rPr>
              <a:t>computer-aided</a:t>
            </a:r>
            <a:r>
              <a:rPr sz="2200" i="1" dirty="0">
                <a:latin typeface="Bookman Old Style" pitchFamily="18" charset="0"/>
                <a:cs typeface="Palatino Linotype"/>
              </a:rPr>
              <a:t> </a:t>
            </a:r>
            <a:r>
              <a:rPr sz="2200" i="1" spc="-15" dirty="0">
                <a:latin typeface="Bookman Old Style" pitchFamily="18" charset="0"/>
                <a:cs typeface="Palatino Linotype"/>
              </a:rPr>
              <a:t>software</a:t>
            </a:r>
            <a:r>
              <a:rPr sz="2200" i="1" spc="-5" dirty="0">
                <a:latin typeface="Bookman Old Style" pitchFamily="18" charset="0"/>
                <a:cs typeface="Palatino Linotype"/>
              </a:rPr>
              <a:t> engineering,</a:t>
            </a:r>
            <a:r>
              <a:rPr sz="2200" i="1" dirty="0">
                <a:latin typeface="Bookman Old Style" pitchFamily="18" charset="0"/>
                <a:cs typeface="Palatino Linotype"/>
              </a:rPr>
              <a:t> </a:t>
            </a:r>
            <a:r>
              <a:rPr sz="2200" spc="-10">
                <a:latin typeface="Bookman Old Style" pitchFamily="18" charset="0"/>
                <a:cs typeface="Palatino Linotype"/>
              </a:rPr>
              <a:t>is </a:t>
            </a:r>
            <a:r>
              <a:rPr sz="2200" spc="-5">
                <a:latin typeface="Bookman Old Style" pitchFamily="18" charset="0"/>
                <a:cs typeface="Palatino Linotype"/>
              </a:rPr>
              <a:t> </a:t>
            </a:r>
            <a:r>
              <a:rPr sz="2200" spc="-10">
                <a:latin typeface="Bookman Old Style" pitchFamily="18" charset="0"/>
                <a:cs typeface="Palatino Linotype"/>
              </a:rPr>
              <a:t>established</a:t>
            </a:r>
            <a:r>
              <a:rPr sz="2200" i="1" spc="-10">
                <a:latin typeface="Bookman Old Style" pitchFamily="18" charset="0"/>
                <a:cs typeface="Palatino Linotype"/>
              </a:rPr>
              <a:t>.</a:t>
            </a:r>
            <a:endParaRPr sz="2200">
              <a:latin typeface="Bookman Old Style" pitchFamily="18" charset="0"/>
              <a:cs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9" name="object 9"/>
          <p:cNvSpPr txBox="1">
            <a:spLocks noGrp="1"/>
          </p:cNvSpPr>
          <p:nvPr>
            <p:ph type="title"/>
          </p:nvPr>
        </p:nvSpPr>
        <p:spPr>
          <a:xfrm>
            <a:off x="533400" y="533400"/>
            <a:ext cx="5194300" cy="628377"/>
          </a:xfrm>
          <a:prstGeom prst="rect">
            <a:avLst/>
          </a:prstGeom>
        </p:spPr>
        <p:txBody>
          <a:bodyPr vert="horz" wrap="square" lIns="0" tIns="12700" rIns="0" bIns="0" rtlCol="0">
            <a:spAutoFit/>
          </a:bodyPr>
          <a:lstStyle/>
          <a:p>
            <a:pPr marL="12700">
              <a:lnSpc>
                <a:spcPct val="100000"/>
              </a:lnSpc>
              <a:spcBef>
                <a:spcPts val="100"/>
              </a:spcBef>
            </a:pPr>
            <a:r>
              <a:rPr sz="4000" b="1" spc="-20" dirty="0">
                <a:solidFill>
                  <a:schemeClr val="tx1"/>
                </a:solidFill>
                <a:latin typeface="Bookman Old Style" pitchFamily="18" charset="0"/>
              </a:rPr>
              <a:t>Software</a:t>
            </a:r>
            <a:r>
              <a:rPr sz="4000" b="1" spc="-60" dirty="0">
                <a:solidFill>
                  <a:schemeClr val="tx1"/>
                </a:solidFill>
                <a:latin typeface="Bookman Old Style" pitchFamily="18" charset="0"/>
              </a:rPr>
              <a:t> </a:t>
            </a:r>
            <a:r>
              <a:rPr sz="4000" b="1" spc="-15" dirty="0">
                <a:solidFill>
                  <a:schemeClr val="tx1"/>
                </a:solidFill>
                <a:latin typeface="Bookman Old Style" pitchFamily="18" charset="0"/>
              </a:rPr>
              <a:t>Process</a:t>
            </a:r>
          </a:p>
        </p:txBody>
      </p:sp>
      <p:sp>
        <p:nvSpPr>
          <p:cNvPr id="10" name="object 10"/>
          <p:cNvSpPr txBox="1"/>
          <p:nvPr/>
        </p:nvSpPr>
        <p:spPr>
          <a:xfrm>
            <a:off x="457200" y="1524000"/>
            <a:ext cx="8305800" cy="4444165"/>
          </a:xfrm>
          <a:prstGeom prst="rect">
            <a:avLst/>
          </a:prstGeom>
        </p:spPr>
        <p:txBody>
          <a:bodyPr vert="horz" wrap="square" lIns="0" tIns="12065" rIns="0" bIns="0" rtlCol="0">
            <a:spAutoFit/>
          </a:bodyPr>
          <a:lstStyle/>
          <a:p>
            <a:pPr marL="267335" marR="5080" indent="-255270">
              <a:buClr>
                <a:srgbClr val="0BD0D9"/>
              </a:buClr>
              <a:buSzPct val="95454"/>
              <a:tabLst>
                <a:tab pos="267970" algn="l"/>
              </a:tabLst>
            </a:pPr>
            <a:r>
              <a:rPr sz="2400" spc="20" dirty="0">
                <a:latin typeface="Bookman Old Style" pitchFamily="18" charset="0"/>
                <a:cs typeface="Book Antiqua"/>
              </a:rPr>
              <a:t>A</a:t>
            </a:r>
            <a:r>
              <a:rPr sz="2400" spc="-114" dirty="0">
                <a:latin typeface="Bookman Old Style" pitchFamily="18" charset="0"/>
                <a:cs typeface="Book Antiqua"/>
              </a:rPr>
              <a:t> </a:t>
            </a:r>
            <a:r>
              <a:rPr sz="2400" b="1" spc="5" dirty="0">
                <a:latin typeface="Bookman Old Style" pitchFamily="18" charset="0"/>
                <a:cs typeface="Book Antiqua"/>
              </a:rPr>
              <a:t>process</a:t>
            </a:r>
            <a:r>
              <a:rPr sz="2400" spc="5" dirty="0">
                <a:latin typeface="Bookman Old Style" pitchFamily="18" charset="0"/>
                <a:cs typeface="Book Antiqua"/>
              </a:rPr>
              <a:t> </a:t>
            </a:r>
            <a:r>
              <a:rPr sz="2400" spc="10" dirty="0">
                <a:latin typeface="Bookman Old Style" pitchFamily="18" charset="0"/>
                <a:cs typeface="Book Antiqua"/>
              </a:rPr>
              <a:t>is </a:t>
            </a:r>
            <a:r>
              <a:rPr sz="2400" spc="15" dirty="0">
                <a:latin typeface="Bookman Old Style" pitchFamily="18" charset="0"/>
                <a:cs typeface="Book Antiqua"/>
              </a:rPr>
              <a:t>a</a:t>
            </a:r>
            <a:r>
              <a:rPr sz="2400" spc="5" dirty="0">
                <a:latin typeface="Bookman Old Style" pitchFamily="18" charset="0"/>
                <a:cs typeface="Book Antiqua"/>
              </a:rPr>
              <a:t> </a:t>
            </a:r>
            <a:r>
              <a:rPr sz="2400" spc="10" dirty="0">
                <a:latin typeface="Bookman Old Style" pitchFamily="18" charset="0"/>
                <a:cs typeface="Book Antiqua"/>
              </a:rPr>
              <a:t>collection of</a:t>
            </a:r>
            <a:r>
              <a:rPr sz="2400" spc="5" dirty="0">
                <a:latin typeface="Bookman Old Style" pitchFamily="18" charset="0"/>
                <a:cs typeface="Book Antiqua"/>
              </a:rPr>
              <a:t> </a:t>
            </a:r>
            <a:r>
              <a:rPr sz="2400" spc="10" dirty="0">
                <a:latin typeface="Bookman Old Style" pitchFamily="18" charset="0"/>
                <a:cs typeface="Book Antiqua"/>
              </a:rPr>
              <a:t>activities, actions</a:t>
            </a:r>
            <a:r>
              <a:rPr sz="2400" spc="5" dirty="0">
                <a:latin typeface="Bookman Old Style" pitchFamily="18" charset="0"/>
                <a:cs typeface="Book Antiqua"/>
              </a:rPr>
              <a:t> </a:t>
            </a:r>
            <a:r>
              <a:rPr sz="2400" spc="15" dirty="0">
                <a:latin typeface="Bookman Old Style" pitchFamily="18" charset="0"/>
                <a:cs typeface="Book Antiqua"/>
              </a:rPr>
              <a:t>and</a:t>
            </a:r>
            <a:r>
              <a:rPr sz="2400" spc="5" dirty="0">
                <a:latin typeface="Bookman Old Style" pitchFamily="18" charset="0"/>
                <a:cs typeface="Book Antiqua"/>
              </a:rPr>
              <a:t> </a:t>
            </a:r>
            <a:r>
              <a:rPr sz="2400" spc="10" dirty="0">
                <a:latin typeface="Bookman Old Style" pitchFamily="18" charset="0"/>
                <a:cs typeface="Book Antiqua"/>
              </a:rPr>
              <a:t>tasks to</a:t>
            </a:r>
            <a:r>
              <a:rPr sz="2400" spc="5" dirty="0">
                <a:latin typeface="Bookman Old Style" pitchFamily="18" charset="0"/>
                <a:cs typeface="Book Antiqua"/>
              </a:rPr>
              <a:t> create </a:t>
            </a:r>
            <a:r>
              <a:rPr sz="2400" spc="-535" dirty="0">
                <a:latin typeface="Bookman Old Style" pitchFamily="18" charset="0"/>
                <a:cs typeface="Book Antiqua"/>
              </a:rPr>
              <a:t> </a:t>
            </a:r>
            <a:r>
              <a:rPr sz="2400" spc="15" dirty="0">
                <a:latin typeface="Bookman Old Style" pitchFamily="18" charset="0"/>
                <a:cs typeface="Book Antiqua"/>
              </a:rPr>
              <a:t>a</a:t>
            </a:r>
            <a:r>
              <a:rPr sz="2400" dirty="0">
                <a:latin typeface="Bookman Old Style" pitchFamily="18" charset="0"/>
                <a:cs typeface="Book Antiqua"/>
              </a:rPr>
              <a:t> </a:t>
            </a:r>
            <a:r>
              <a:rPr sz="2400" spc="15" dirty="0">
                <a:latin typeface="Bookman Old Style" pitchFamily="18" charset="0"/>
                <a:cs typeface="Book Antiqua"/>
              </a:rPr>
              <a:t>work</a:t>
            </a:r>
            <a:r>
              <a:rPr sz="2400" spc="5" dirty="0">
                <a:latin typeface="Bookman Old Style" pitchFamily="18" charset="0"/>
                <a:cs typeface="Book Antiqua"/>
              </a:rPr>
              <a:t> product.</a:t>
            </a:r>
            <a:endParaRPr sz="2400">
              <a:latin typeface="Bookman Old Style" pitchFamily="18" charset="0"/>
              <a:cs typeface="Book Antiqua"/>
            </a:endParaRPr>
          </a:p>
          <a:p>
            <a:pPr marL="267335" marR="316865" indent="-255270">
              <a:buClr>
                <a:srgbClr val="0BD0D9"/>
              </a:buClr>
              <a:buSzPct val="95454"/>
              <a:buFont typeface="Arial"/>
              <a:buChar char="●"/>
              <a:tabLst>
                <a:tab pos="267970" algn="l"/>
              </a:tabLst>
            </a:pPr>
            <a:r>
              <a:rPr sz="2400" spc="15" dirty="0">
                <a:latin typeface="Bookman Old Style" pitchFamily="18" charset="0"/>
                <a:cs typeface="Book Antiqua"/>
              </a:rPr>
              <a:t>An </a:t>
            </a:r>
            <a:r>
              <a:rPr sz="2400" b="1" i="1" spc="5" dirty="0">
                <a:latin typeface="Bookman Old Style" pitchFamily="18" charset="0"/>
                <a:cs typeface="Palatino Linotype"/>
              </a:rPr>
              <a:t>activity</a:t>
            </a:r>
            <a:r>
              <a:rPr sz="2400" i="1" spc="5" dirty="0">
                <a:latin typeface="Bookman Old Style" pitchFamily="18" charset="0"/>
                <a:cs typeface="Palatino Linotype"/>
              </a:rPr>
              <a:t> </a:t>
            </a:r>
            <a:r>
              <a:rPr sz="2400" i="1" spc="10" dirty="0">
                <a:latin typeface="Bookman Old Style" pitchFamily="18" charset="0"/>
                <a:cs typeface="Palatino Linotype"/>
              </a:rPr>
              <a:t>strives to achieve a </a:t>
            </a:r>
            <a:r>
              <a:rPr sz="2400" i="1" dirty="0">
                <a:latin typeface="Bookman Old Style" pitchFamily="18" charset="0"/>
                <a:cs typeface="Palatino Linotype"/>
              </a:rPr>
              <a:t>broad </a:t>
            </a:r>
            <a:r>
              <a:rPr sz="2400" i="1" spc="10" dirty="0">
                <a:latin typeface="Bookman Old Style" pitchFamily="18" charset="0"/>
                <a:cs typeface="Palatino Linotype"/>
              </a:rPr>
              <a:t>objective </a:t>
            </a:r>
            <a:r>
              <a:rPr sz="2400" spc="10" dirty="0">
                <a:latin typeface="Bookman Old Style" pitchFamily="18" charset="0"/>
                <a:cs typeface="Book Antiqua"/>
              </a:rPr>
              <a:t>(e.g., </a:t>
            </a:r>
            <a:r>
              <a:rPr sz="2400" spc="15" dirty="0">
                <a:latin typeface="Bookman Old Style" pitchFamily="18" charset="0"/>
                <a:cs typeface="Book Antiqua"/>
              </a:rPr>
              <a:t> </a:t>
            </a:r>
            <a:r>
              <a:rPr sz="2400" spc="10" dirty="0">
                <a:latin typeface="Bookman Old Style" pitchFamily="18" charset="0"/>
                <a:cs typeface="Book Antiqua"/>
              </a:rPr>
              <a:t>communication </a:t>
            </a:r>
            <a:r>
              <a:rPr sz="2400" spc="15" dirty="0">
                <a:latin typeface="Bookman Old Style" pitchFamily="18" charset="0"/>
                <a:cs typeface="Book Antiqua"/>
              </a:rPr>
              <a:t>with </a:t>
            </a:r>
            <a:r>
              <a:rPr sz="2400" spc="10" dirty="0">
                <a:latin typeface="Bookman Old Style" pitchFamily="18" charset="0"/>
                <a:cs typeface="Book Antiqua"/>
              </a:rPr>
              <a:t>stakeholders) </a:t>
            </a:r>
            <a:r>
              <a:rPr sz="2400" spc="15" dirty="0">
                <a:latin typeface="Bookman Old Style" pitchFamily="18" charset="0"/>
                <a:cs typeface="Book Antiqua"/>
              </a:rPr>
              <a:t>and </a:t>
            </a:r>
            <a:r>
              <a:rPr sz="2400" spc="10" dirty="0">
                <a:latin typeface="Bookman Old Style" pitchFamily="18" charset="0"/>
                <a:cs typeface="Book Antiqua"/>
              </a:rPr>
              <a:t>is </a:t>
            </a:r>
            <a:r>
              <a:rPr sz="2400" spc="15" dirty="0">
                <a:latin typeface="Bookman Old Style" pitchFamily="18" charset="0"/>
                <a:cs typeface="Book Antiqua"/>
              </a:rPr>
              <a:t>applied </a:t>
            </a:r>
            <a:r>
              <a:rPr sz="2400" spc="5" dirty="0">
                <a:latin typeface="Bookman Old Style" pitchFamily="18" charset="0"/>
                <a:cs typeface="Book Antiqua"/>
              </a:rPr>
              <a:t>regardless </a:t>
            </a:r>
            <a:r>
              <a:rPr sz="2400" spc="-535" dirty="0">
                <a:latin typeface="Bookman Old Style" pitchFamily="18" charset="0"/>
                <a:cs typeface="Book Antiqua"/>
              </a:rPr>
              <a:t> </a:t>
            </a:r>
            <a:r>
              <a:rPr sz="2400" spc="10" dirty="0">
                <a:latin typeface="Bookman Old Style" pitchFamily="18" charset="0"/>
                <a:cs typeface="Book Antiqua"/>
              </a:rPr>
              <a:t>of the application </a:t>
            </a:r>
            <a:r>
              <a:rPr sz="2400" spc="15" dirty="0">
                <a:latin typeface="Bookman Old Style" pitchFamily="18" charset="0"/>
                <a:cs typeface="Book Antiqua"/>
              </a:rPr>
              <a:t>domain, </a:t>
            </a:r>
            <a:r>
              <a:rPr sz="2400" spc="5" dirty="0">
                <a:latin typeface="Bookman Old Style" pitchFamily="18" charset="0"/>
                <a:cs typeface="Book Antiqua"/>
              </a:rPr>
              <a:t>size </a:t>
            </a:r>
            <a:r>
              <a:rPr sz="2400" spc="10" dirty="0">
                <a:latin typeface="Bookman Old Style" pitchFamily="18" charset="0"/>
                <a:cs typeface="Book Antiqua"/>
              </a:rPr>
              <a:t>of the </a:t>
            </a:r>
            <a:r>
              <a:rPr sz="2400" spc="5" dirty="0">
                <a:latin typeface="Bookman Old Style" pitchFamily="18" charset="0"/>
                <a:cs typeface="Book Antiqua"/>
              </a:rPr>
              <a:t>project, </a:t>
            </a:r>
            <a:r>
              <a:rPr sz="2400" spc="15" dirty="0">
                <a:latin typeface="Bookman Old Style" pitchFamily="18" charset="0"/>
                <a:cs typeface="Book Antiqua"/>
              </a:rPr>
              <a:t>complexity </a:t>
            </a:r>
            <a:r>
              <a:rPr sz="2400" spc="10" dirty="0">
                <a:latin typeface="Bookman Old Style" pitchFamily="18" charset="0"/>
                <a:cs typeface="Book Antiqua"/>
              </a:rPr>
              <a:t>of </a:t>
            </a:r>
            <a:r>
              <a:rPr sz="2400" spc="15" dirty="0">
                <a:latin typeface="Bookman Old Style" pitchFamily="18" charset="0"/>
                <a:cs typeface="Book Antiqua"/>
              </a:rPr>
              <a:t> </a:t>
            </a:r>
            <a:r>
              <a:rPr sz="2400" spc="10" dirty="0">
                <a:latin typeface="Bookman Old Style" pitchFamily="18" charset="0"/>
                <a:cs typeface="Book Antiqua"/>
              </a:rPr>
              <a:t>the</a:t>
            </a:r>
            <a:r>
              <a:rPr sz="2400" dirty="0">
                <a:latin typeface="Bookman Old Style" pitchFamily="18" charset="0"/>
                <a:cs typeface="Book Antiqua"/>
              </a:rPr>
              <a:t> </a:t>
            </a:r>
            <a:r>
              <a:rPr sz="2400" spc="5" dirty="0">
                <a:latin typeface="Bookman Old Style" pitchFamily="18" charset="0"/>
                <a:cs typeface="Book Antiqua"/>
              </a:rPr>
              <a:t>effort</a:t>
            </a:r>
            <a:endParaRPr sz="2400">
              <a:latin typeface="Bookman Old Style" pitchFamily="18" charset="0"/>
              <a:cs typeface="Book Antiqua"/>
            </a:endParaRPr>
          </a:p>
          <a:p>
            <a:pPr marL="267335" marR="506095" indent="-255270">
              <a:buClr>
                <a:srgbClr val="0BD0D9"/>
              </a:buClr>
              <a:buSzPct val="95454"/>
              <a:buFont typeface="Arial"/>
              <a:buChar char="●"/>
              <a:tabLst>
                <a:tab pos="267970" algn="l"/>
              </a:tabLst>
            </a:pPr>
            <a:r>
              <a:rPr sz="2400" spc="15" dirty="0">
                <a:latin typeface="Bookman Old Style" pitchFamily="18" charset="0"/>
                <a:cs typeface="Book Antiqua"/>
              </a:rPr>
              <a:t>An </a:t>
            </a:r>
            <a:r>
              <a:rPr sz="2400" b="1" i="1" spc="10" dirty="0">
                <a:latin typeface="Bookman Old Style" pitchFamily="18" charset="0"/>
                <a:cs typeface="Palatino Linotype"/>
              </a:rPr>
              <a:t>action</a:t>
            </a:r>
            <a:r>
              <a:rPr sz="2400" i="1" spc="10" dirty="0">
                <a:latin typeface="Bookman Old Style" pitchFamily="18" charset="0"/>
                <a:cs typeface="Palatino Linotype"/>
              </a:rPr>
              <a:t> (e.g., </a:t>
            </a:r>
            <a:r>
              <a:rPr sz="2400" i="1" spc="5" dirty="0">
                <a:latin typeface="Bookman Old Style" pitchFamily="18" charset="0"/>
                <a:cs typeface="Palatino Linotype"/>
              </a:rPr>
              <a:t>architectural </a:t>
            </a:r>
            <a:r>
              <a:rPr sz="2400" i="1" spc="10" dirty="0">
                <a:latin typeface="Bookman Old Style" pitchFamily="18" charset="0"/>
                <a:cs typeface="Palatino Linotype"/>
              </a:rPr>
              <a:t>design) encompasses </a:t>
            </a:r>
            <a:r>
              <a:rPr sz="2400" spc="15" dirty="0">
                <a:latin typeface="Bookman Old Style" pitchFamily="18" charset="0"/>
                <a:cs typeface="Book Antiqua"/>
              </a:rPr>
              <a:t>a </a:t>
            </a:r>
            <a:r>
              <a:rPr sz="2400" spc="10" dirty="0">
                <a:latin typeface="Bookman Old Style" pitchFamily="18" charset="0"/>
                <a:cs typeface="Book Antiqua"/>
              </a:rPr>
              <a:t>set of tasks </a:t>
            </a:r>
            <a:r>
              <a:rPr sz="2400" spc="-535" dirty="0">
                <a:latin typeface="Bookman Old Style" pitchFamily="18" charset="0"/>
                <a:cs typeface="Book Antiqua"/>
              </a:rPr>
              <a:t> </a:t>
            </a:r>
            <a:r>
              <a:rPr sz="2400" spc="10" dirty="0">
                <a:latin typeface="Bookman Old Style" pitchFamily="18" charset="0"/>
                <a:cs typeface="Book Antiqua"/>
              </a:rPr>
              <a:t>that </a:t>
            </a:r>
            <a:r>
              <a:rPr sz="2400" spc="5" dirty="0">
                <a:latin typeface="Bookman Old Style" pitchFamily="18" charset="0"/>
                <a:cs typeface="Book Antiqua"/>
              </a:rPr>
              <a:t>produce </a:t>
            </a:r>
            <a:r>
              <a:rPr sz="2400" spc="15" dirty="0">
                <a:latin typeface="Bookman Old Style" pitchFamily="18" charset="0"/>
                <a:cs typeface="Book Antiqua"/>
              </a:rPr>
              <a:t>a major work </a:t>
            </a:r>
            <a:r>
              <a:rPr sz="2400" spc="5" dirty="0">
                <a:latin typeface="Bookman Old Style" pitchFamily="18" charset="0"/>
                <a:cs typeface="Book Antiqua"/>
              </a:rPr>
              <a:t>product </a:t>
            </a:r>
            <a:r>
              <a:rPr sz="2400" spc="10" dirty="0">
                <a:latin typeface="Bookman Old Style" pitchFamily="18" charset="0"/>
                <a:cs typeface="Book Antiqua"/>
              </a:rPr>
              <a:t>(e.g., </a:t>
            </a:r>
            <a:r>
              <a:rPr sz="2400" spc="15" dirty="0">
                <a:latin typeface="Bookman Old Style" pitchFamily="18" charset="0"/>
                <a:cs typeface="Book Antiqua"/>
              </a:rPr>
              <a:t>an </a:t>
            </a:r>
            <a:r>
              <a:rPr sz="2400" spc="5" dirty="0">
                <a:latin typeface="Bookman Old Style" pitchFamily="18" charset="0"/>
                <a:cs typeface="Book Antiqua"/>
              </a:rPr>
              <a:t>architectural </a:t>
            </a:r>
            <a:r>
              <a:rPr sz="2400" spc="10" dirty="0">
                <a:latin typeface="Bookman Old Style" pitchFamily="18" charset="0"/>
                <a:cs typeface="Book Antiqua"/>
              </a:rPr>
              <a:t> design</a:t>
            </a:r>
            <a:r>
              <a:rPr sz="2400" dirty="0">
                <a:latin typeface="Bookman Old Style" pitchFamily="18" charset="0"/>
                <a:cs typeface="Book Antiqua"/>
              </a:rPr>
              <a:t> </a:t>
            </a:r>
            <a:r>
              <a:rPr sz="2400" spc="15" dirty="0">
                <a:latin typeface="Bookman Old Style" pitchFamily="18" charset="0"/>
                <a:cs typeface="Book Antiqua"/>
              </a:rPr>
              <a:t>model)</a:t>
            </a:r>
            <a:endParaRPr sz="2400">
              <a:latin typeface="Bookman Old Style" pitchFamily="18" charset="0"/>
              <a:cs typeface="Book Antiqua"/>
            </a:endParaRPr>
          </a:p>
          <a:p>
            <a:pPr marL="267335" marR="10795" indent="-255270">
              <a:buClr>
                <a:srgbClr val="0BD0D9"/>
              </a:buClr>
              <a:buSzPct val="95454"/>
              <a:buFont typeface="Arial"/>
              <a:buChar char="●"/>
              <a:tabLst>
                <a:tab pos="267970" algn="l"/>
              </a:tabLst>
            </a:pPr>
            <a:r>
              <a:rPr sz="2400" spc="20" dirty="0">
                <a:latin typeface="Bookman Old Style" pitchFamily="18" charset="0"/>
                <a:cs typeface="Book Antiqua"/>
              </a:rPr>
              <a:t>A</a:t>
            </a:r>
            <a:r>
              <a:rPr sz="2400" spc="-114" dirty="0">
                <a:latin typeface="Bookman Old Style" pitchFamily="18" charset="0"/>
                <a:cs typeface="Book Antiqua"/>
              </a:rPr>
              <a:t> </a:t>
            </a:r>
            <a:r>
              <a:rPr sz="2400" b="1" i="1" spc="10" dirty="0">
                <a:latin typeface="Bookman Old Style" pitchFamily="18" charset="0"/>
                <a:cs typeface="Palatino Linotype"/>
              </a:rPr>
              <a:t>task</a:t>
            </a:r>
            <a:r>
              <a:rPr sz="2400" i="1" spc="5" dirty="0">
                <a:latin typeface="Bookman Old Style" pitchFamily="18" charset="0"/>
                <a:cs typeface="Palatino Linotype"/>
              </a:rPr>
              <a:t> </a:t>
            </a:r>
            <a:r>
              <a:rPr sz="2400" i="1" spc="10" dirty="0">
                <a:latin typeface="Bookman Old Style" pitchFamily="18" charset="0"/>
                <a:cs typeface="Palatino Linotype"/>
              </a:rPr>
              <a:t>focuses on</a:t>
            </a:r>
            <a:r>
              <a:rPr sz="2400" i="1" spc="5" dirty="0">
                <a:latin typeface="Bookman Old Style" pitchFamily="18" charset="0"/>
                <a:cs typeface="Palatino Linotype"/>
              </a:rPr>
              <a:t> </a:t>
            </a:r>
            <a:r>
              <a:rPr sz="2400" i="1" spc="10" dirty="0">
                <a:latin typeface="Bookman Old Style" pitchFamily="18" charset="0"/>
                <a:cs typeface="Palatino Linotype"/>
              </a:rPr>
              <a:t>a</a:t>
            </a:r>
            <a:r>
              <a:rPr sz="2400" i="1" spc="5" dirty="0">
                <a:latin typeface="Bookman Old Style" pitchFamily="18" charset="0"/>
                <a:cs typeface="Palatino Linotype"/>
              </a:rPr>
              <a:t> small,</a:t>
            </a:r>
            <a:r>
              <a:rPr sz="2400" i="1" spc="10" dirty="0">
                <a:latin typeface="Bookman Old Style" pitchFamily="18" charset="0"/>
                <a:cs typeface="Palatino Linotype"/>
              </a:rPr>
              <a:t> but</a:t>
            </a:r>
            <a:r>
              <a:rPr sz="2400" i="1" spc="5" dirty="0">
                <a:latin typeface="Bookman Old Style" pitchFamily="18" charset="0"/>
                <a:cs typeface="Palatino Linotype"/>
              </a:rPr>
              <a:t> </a:t>
            </a:r>
            <a:r>
              <a:rPr sz="2400" i="1" spc="10" dirty="0">
                <a:latin typeface="Bookman Old Style" pitchFamily="18" charset="0"/>
                <a:cs typeface="Palatino Linotype"/>
              </a:rPr>
              <a:t>well-defined objective</a:t>
            </a:r>
            <a:r>
              <a:rPr sz="2400" i="1" spc="5" dirty="0">
                <a:latin typeface="Bookman Old Style" pitchFamily="18" charset="0"/>
                <a:cs typeface="Palatino Linotype"/>
              </a:rPr>
              <a:t> </a:t>
            </a:r>
            <a:r>
              <a:rPr sz="2400" i="1" spc="10" dirty="0">
                <a:latin typeface="Bookman Old Style" pitchFamily="18" charset="0"/>
                <a:cs typeface="Palatino Linotype"/>
              </a:rPr>
              <a:t>(e.g.,</a:t>
            </a:r>
            <a:r>
              <a:rPr sz="2400" i="1" spc="5" dirty="0">
                <a:latin typeface="Bookman Old Style" pitchFamily="18" charset="0"/>
                <a:cs typeface="Palatino Linotype"/>
              </a:rPr>
              <a:t> </a:t>
            </a:r>
            <a:r>
              <a:rPr sz="2400" i="1" spc="10" dirty="0">
                <a:latin typeface="Bookman Old Style" pitchFamily="18" charset="0"/>
                <a:cs typeface="Palatino Linotype"/>
              </a:rPr>
              <a:t>conducting </a:t>
            </a:r>
            <a:r>
              <a:rPr sz="2400" i="1" spc="-535" dirty="0">
                <a:latin typeface="Bookman Old Style" pitchFamily="18" charset="0"/>
                <a:cs typeface="Palatino Linotype"/>
              </a:rPr>
              <a:t> </a:t>
            </a:r>
            <a:r>
              <a:rPr sz="2400" i="1" spc="10" dirty="0">
                <a:latin typeface="Bookman Old Style" pitchFamily="18" charset="0"/>
                <a:cs typeface="Palatino Linotype"/>
              </a:rPr>
              <a:t>a</a:t>
            </a:r>
            <a:r>
              <a:rPr sz="2400" i="1" spc="5" dirty="0">
                <a:latin typeface="Bookman Old Style" pitchFamily="18" charset="0"/>
                <a:cs typeface="Palatino Linotype"/>
              </a:rPr>
              <a:t> </a:t>
            </a:r>
            <a:r>
              <a:rPr sz="2400" i="1" spc="10" dirty="0">
                <a:latin typeface="Bookman Old Style" pitchFamily="18" charset="0"/>
                <a:cs typeface="Palatino Linotype"/>
              </a:rPr>
              <a:t>unit</a:t>
            </a:r>
            <a:r>
              <a:rPr sz="2400" i="1" spc="5" dirty="0">
                <a:latin typeface="Bookman Old Style" pitchFamily="18" charset="0"/>
                <a:cs typeface="Palatino Linotype"/>
              </a:rPr>
              <a:t> </a:t>
            </a:r>
            <a:r>
              <a:rPr sz="2400" spc="10" dirty="0">
                <a:latin typeface="Bookman Old Style" pitchFamily="18" charset="0"/>
                <a:cs typeface="Book Antiqua"/>
              </a:rPr>
              <a:t>test)</a:t>
            </a:r>
            <a:r>
              <a:rPr sz="2400" spc="5" dirty="0">
                <a:latin typeface="Bookman Old Style" pitchFamily="18" charset="0"/>
                <a:cs typeface="Book Antiqua"/>
              </a:rPr>
              <a:t> </a:t>
            </a:r>
            <a:r>
              <a:rPr sz="2400" spc="10" dirty="0">
                <a:latin typeface="Bookman Old Style" pitchFamily="18" charset="0"/>
                <a:cs typeface="Book Antiqua"/>
              </a:rPr>
              <a:t>that</a:t>
            </a:r>
            <a:r>
              <a:rPr sz="2400" spc="5" dirty="0">
                <a:latin typeface="Bookman Old Style" pitchFamily="18" charset="0"/>
                <a:cs typeface="Book Antiqua"/>
              </a:rPr>
              <a:t> produces </a:t>
            </a:r>
            <a:r>
              <a:rPr sz="2400" spc="15" dirty="0">
                <a:latin typeface="Bookman Old Style" pitchFamily="18" charset="0"/>
                <a:cs typeface="Book Antiqua"/>
              </a:rPr>
              <a:t>a</a:t>
            </a:r>
            <a:r>
              <a:rPr sz="2400" spc="5" dirty="0">
                <a:latin typeface="Bookman Old Style" pitchFamily="18" charset="0"/>
                <a:cs typeface="Book Antiqua"/>
              </a:rPr>
              <a:t> </a:t>
            </a:r>
            <a:r>
              <a:rPr sz="2400" spc="10" dirty="0">
                <a:latin typeface="Bookman Old Style" pitchFamily="18" charset="0"/>
                <a:cs typeface="Book Antiqua"/>
              </a:rPr>
              <a:t>tangible</a:t>
            </a:r>
            <a:r>
              <a:rPr sz="2400" dirty="0">
                <a:latin typeface="Bookman Old Style" pitchFamily="18" charset="0"/>
                <a:cs typeface="Book Antiqua"/>
              </a:rPr>
              <a:t> </a:t>
            </a:r>
            <a:r>
              <a:rPr sz="2400" spc="15" dirty="0">
                <a:latin typeface="Bookman Old Style" pitchFamily="18" charset="0"/>
                <a:cs typeface="Book Antiqua"/>
              </a:rPr>
              <a:t>outcome</a:t>
            </a:r>
            <a:endParaRPr sz="2400">
              <a:latin typeface="Bookman Old Style" pitchFamily="18" charset="0"/>
              <a:cs typeface="Book Antiqua"/>
            </a:endParaRPr>
          </a:p>
        </p:txBody>
      </p:sp>
      <p:sp>
        <p:nvSpPr>
          <p:cNvPr id="11" name="object 11"/>
          <p:cNvSpPr txBox="1"/>
          <p:nvPr/>
        </p:nvSpPr>
        <p:spPr>
          <a:xfrm>
            <a:off x="8504583" y="6524079"/>
            <a:ext cx="19494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45C75"/>
                </a:solidFill>
                <a:latin typeface="Arial"/>
                <a:cs typeface="Arial"/>
              </a:rPr>
              <a:t>14</a:t>
            </a:r>
            <a:endParaRPr sz="1200">
              <a:latin typeface="Arial"/>
              <a:cs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9" name="object 9"/>
          <p:cNvSpPr txBox="1">
            <a:spLocks noGrp="1"/>
          </p:cNvSpPr>
          <p:nvPr>
            <p:ph type="title"/>
          </p:nvPr>
        </p:nvSpPr>
        <p:spPr>
          <a:xfrm>
            <a:off x="685800" y="533400"/>
            <a:ext cx="4889500" cy="628377"/>
          </a:xfrm>
          <a:prstGeom prst="rect">
            <a:avLst/>
          </a:prstGeom>
        </p:spPr>
        <p:txBody>
          <a:bodyPr vert="horz" wrap="square" lIns="0" tIns="12700" rIns="0" bIns="0" rtlCol="0">
            <a:spAutoFit/>
          </a:bodyPr>
          <a:lstStyle/>
          <a:p>
            <a:pPr marL="12700">
              <a:lnSpc>
                <a:spcPct val="100000"/>
              </a:lnSpc>
              <a:spcBef>
                <a:spcPts val="100"/>
              </a:spcBef>
            </a:pPr>
            <a:r>
              <a:rPr sz="4000" b="1" spc="-20" dirty="0">
                <a:solidFill>
                  <a:schemeClr val="tx1"/>
                </a:solidFill>
                <a:latin typeface="Bookman Old Style" pitchFamily="18" charset="0"/>
              </a:rPr>
              <a:t>Software</a:t>
            </a:r>
            <a:r>
              <a:rPr sz="4000" b="1" spc="-60" dirty="0">
                <a:solidFill>
                  <a:schemeClr val="tx1"/>
                </a:solidFill>
                <a:latin typeface="Bookman Old Style" pitchFamily="18" charset="0"/>
              </a:rPr>
              <a:t> </a:t>
            </a:r>
            <a:r>
              <a:rPr sz="4000" b="1" spc="-15" dirty="0">
                <a:solidFill>
                  <a:schemeClr val="tx1"/>
                </a:solidFill>
                <a:latin typeface="Bookman Old Style" pitchFamily="18" charset="0"/>
              </a:rPr>
              <a:t>Process</a:t>
            </a: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dirty="0"/>
              <a:pPr marL="38100">
                <a:lnSpc>
                  <a:spcPts val="1425"/>
                </a:lnSpc>
              </a:pPr>
              <a:t>15</a:t>
            </a:fld>
            <a:endParaRPr dirty="0"/>
          </a:p>
        </p:txBody>
      </p:sp>
      <p:sp>
        <p:nvSpPr>
          <p:cNvPr id="10" name="object 10"/>
          <p:cNvSpPr txBox="1"/>
          <p:nvPr/>
        </p:nvSpPr>
        <p:spPr>
          <a:xfrm>
            <a:off x="457200" y="1295400"/>
            <a:ext cx="8026400" cy="5225148"/>
          </a:xfrm>
          <a:prstGeom prst="rect">
            <a:avLst/>
          </a:prstGeom>
        </p:spPr>
        <p:txBody>
          <a:bodyPr vert="horz" wrap="square" lIns="0" tIns="53975" rIns="0" bIns="0" rtlCol="0">
            <a:spAutoFit/>
          </a:bodyPr>
          <a:lstStyle/>
          <a:p>
            <a:pPr marL="262255" marR="457200" indent="-250190">
              <a:buClr>
                <a:srgbClr val="0BD0D9"/>
              </a:buClr>
              <a:buSzPct val="95348"/>
              <a:buFont typeface="Arial"/>
              <a:buChar char="●"/>
              <a:tabLst>
                <a:tab pos="262890" algn="l"/>
              </a:tabLst>
            </a:pPr>
            <a:r>
              <a:rPr sz="2400" spc="25" dirty="0">
                <a:latin typeface="Bookman Old Style" pitchFamily="18" charset="0"/>
                <a:cs typeface="Book Antiqua"/>
              </a:rPr>
              <a:t>A </a:t>
            </a:r>
            <a:r>
              <a:rPr sz="2400" spc="5" dirty="0">
                <a:latin typeface="Bookman Old Style" pitchFamily="18" charset="0"/>
                <a:cs typeface="Book Antiqua"/>
              </a:rPr>
              <a:t>process </a:t>
            </a:r>
            <a:r>
              <a:rPr sz="2400" spc="10" dirty="0">
                <a:latin typeface="Bookman Old Style" pitchFamily="18" charset="0"/>
                <a:cs typeface="Book Antiqua"/>
              </a:rPr>
              <a:t>is </a:t>
            </a:r>
            <a:r>
              <a:rPr sz="2400" i="1" spc="10" dirty="0">
                <a:latin typeface="Bookman Old Style" pitchFamily="18" charset="0"/>
                <a:cs typeface="Palatino Linotype"/>
              </a:rPr>
              <a:t>not </a:t>
            </a:r>
            <a:r>
              <a:rPr sz="2400" i="1" spc="15" dirty="0">
                <a:latin typeface="Bookman Old Style" pitchFamily="18" charset="0"/>
                <a:cs typeface="Palatino Linotype"/>
              </a:rPr>
              <a:t>a </a:t>
            </a:r>
            <a:r>
              <a:rPr sz="2400" i="1" spc="10" dirty="0">
                <a:latin typeface="Bookman Old Style" pitchFamily="18" charset="0"/>
                <a:cs typeface="Palatino Linotype"/>
              </a:rPr>
              <a:t>rigid </a:t>
            </a:r>
            <a:r>
              <a:rPr sz="2400" i="1" spc="5" dirty="0">
                <a:latin typeface="Bookman Old Style" pitchFamily="18" charset="0"/>
                <a:cs typeface="Palatino Linotype"/>
              </a:rPr>
              <a:t>prescription for </a:t>
            </a:r>
            <a:r>
              <a:rPr sz="2400" i="1" spc="15" dirty="0">
                <a:latin typeface="Bookman Old Style" pitchFamily="18" charset="0"/>
                <a:cs typeface="Palatino Linotype"/>
              </a:rPr>
              <a:t>how </a:t>
            </a:r>
            <a:r>
              <a:rPr sz="2400" spc="10" dirty="0">
                <a:latin typeface="Bookman Old Style" pitchFamily="18" charset="0"/>
                <a:cs typeface="Book Antiqua"/>
              </a:rPr>
              <a:t>to build </a:t>
            </a:r>
            <a:r>
              <a:rPr sz="2400" spc="15" dirty="0">
                <a:latin typeface="Bookman Old Style" pitchFamily="18" charset="0"/>
                <a:cs typeface="Book Antiqua"/>
              </a:rPr>
              <a:t>computer </a:t>
            </a:r>
            <a:r>
              <a:rPr sz="2400" spc="-530" dirty="0">
                <a:latin typeface="Bookman Old Style" pitchFamily="18" charset="0"/>
                <a:cs typeface="Book Antiqua"/>
              </a:rPr>
              <a:t> </a:t>
            </a:r>
            <a:r>
              <a:rPr sz="2400" spc="5" dirty="0">
                <a:latin typeface="Bookman Old Style" pitchFamily="18" charset="0"/>
                <a:cs typeface="Book Antiqua"/>
              </a:rPr>
              <a:t>software.</a:t>
            </a:r>
            <a:endParaRPr sz="2400">
              <a:latin typeface="Bookman Old Style" pitchFamily="18" charset="0"/>
              <a:cs typeface="Book Antiqua"/>
            </a:endParaRPr>
          </a:p>
          <a:p>
            <a:pPr marL="262255" marR="5080" indent="-250190">
              <a:buClr>
                <a:srgbClr val="0BD0D9"/>
              </a:buClr>
              <a:buSzPct val="95348"/>
              <a:buFont typeface="Arial"/>
              <a:buChar char="●"/>
              <a:tabLst>
                <a:tab pos="262890" algn="l"/>
              </a:tabLst>
            </a:pPr>
            <a:r>
              <a:rPr sz="2400" spc="15" dirty="0">
                <a:latin typeface="Bookman Old Style" pitchFamily="18" charset="0"/>
                <a:cs typeface="Book Antiqua"/>
              </a:rPr>
              <a:t>The </a:t>
            </a:r>
            <a:r>
              <a:rPr sz="2400" spc="10" dirty="0">
                <a:latin typeface="Bookman Old Style" pitchFamily="18" charset="0"/>
                <a:cs typeface="Book Antiqua"/>
              </a:rPr>
              <a:t>intent is </a:t>
            </a:r>
            <a:r>
              <a:rPr sz="2400" spc="15" dirty="0">
                <a:latin typeface="Bookman Old Style" pitchFamily="18" charset="0"/>
                <a:cs typeface="Book Antiqua"/>
              </a:rPr>
              <a:t>always </a:t>
            </a:r>
            <a:r>
              <a:rPr sz="2400" spc="10" dirty="0">
                <a:latin typeface="Bookman Old Style" pitchFamily="18" charset="0"/>
                <a:cs typeface="Book Antiqua"/>
              </a:rPr>
              <a:t>to deliver software in </a:t>
            </a:r>
            <a:r>
              <a:rPr sz="2400" spc="15" dirty="0">
                <a:latin typeface="Bookman Old Style" pitchFamily="18" charset="0"/>
                <a:cs typeface="Book Antiqua"/>
              </a:rPr>
              <a:t>a timely manner and </a:t>
            </a:r>
            <a:r>
              <a:rPr sz="2400" spc="-525" dirty="0">
                <a:latin typeface="Bookman Old Style" pitchFamily="18" charset="0"/>
                <a:cs typeface="Book Antiqua"/>
              </a:rPr>
              <a:t> </a:t>
            </a:r>
            <a:r>
              <a:rPr sz="2400" spc="15" dirty="0">
                <a:latin typeface="Bookman Old Style" pitchFamily="18" charset="0"/>
                <a:cs typeface="Book Antiqua"/>
              </a:rPr>
              <a:t>with </a:t>
            </a:r>
            <a:r>
              <a:rPr sz="2400" spc="5" dirty="0">
                <a:latin typeface="Bookman Old Style" pitchFamily="18" charset="0"/>
                <a:cs typeface="Book Antiqua"/>
              </a:rPr>
              <a:t>sufficient </a:t>
            </a:r>
            <a:r>
              <a:rPr sz="2400" spc="10" dirty="0">
                <a:latin typeface="Bookman Old Style" pitchFamily="18" charset="0"/>
                <a:cs typeface="Book Antiqua"/>
              </a:rPr>
              <a:t>quality to satisfy those </a:t>
            </a:r>
            <a:r>
              <a:rPr sz="2400" spc="20" dirty="0">
                <a:latin typeface="Bookman Old Style" pitchFamily="18" charset="0"/>
                <a:cs typeface="Book Antiqua"/>
              </a:rPr>
              <a:t>who </a:t>
            </a:r>
            <a:r>
              <a:rPr sz="2400" spc="10" dirty="0">
                <a:latin typeface="Bookman Old Style" pitchFamily="18" charset="0"/>
                <a:cs typeface="Book Antiqua"/>
              </a:rPr>
              <a:t>have sponsored its </a:t>
            </a:r>
            <a:r>
              <a:rPr sz="2400" spc="15" dirty="0">
                <a:latin typeface="Bookman Old Style" pitchFamily="18" charset="0"/>
                <a:cs typeface="Book Antiqua"/>
              </a:rPr>
              <a:t> </a:t>
            </a:r>
            <a:r>
              <a:rPr sz="2400" spc="5" dirty="0">
                <a:latin typeface="Bookman Old Style" pitchFamily="18" charset="0"/>
                <a:cs typeface="Book Antiqua"/>
              </a:rPr>
              <a:t>creation </a:t>
            </a:r>
            <a:r>
              <a:rPr sz="2400" spc="15" dirty="0">
                <a:latin typeface="Bookman Old Style" pitchFamily="18" charset="0"/>
                <a:cs typeface="Book Antiqua"/>
              </a:rPr>
              <a:t>and</a:t>
            </a:r>
            <a:r>
              <a:rPr sz="2400" spc="5" dirty="0">
                <a:latin typeface="Bookman Old Style" pitchFamily="18" charset="0"/>
                <a:cs typeface="Book Antiqua"/>
              </a:rPr>
              <a:t> </a:t>
            </a:r>
            <a:r>
              <a:rPr sz="2400" spc="10" dirty="0">
                <a:latin typeface="Bookman Old Style" pitchFamily="18" charset="0"/>
                <a:cs typeface="Book Antiqua"/>
              </a:rPr>
              <a:t>those</a:t>
            </a:r>
            <a:r>
              <a:rPr sz="2400" spc="5" dirty="0">
                <a:latin typeface="Bookman Old Style" pitchFamily="18" charset="0"/>
                <a:cs typeface="Book Antiqua"/>
              </a:rPr>
              <a:t> </a:t>
            </a:r>
            <a:r>
              <a:rPr sz="2400" spc="20" dirty="0">
                <a:latin typeface="Bookman Old Style" pitchFamily="18" charset="0"/>
                <a:cs typeface="Book Antiqua"/>
              </a:rPr>
              <a:t>who</a:t>
            </a:r>
            <a:r>
              <a:rPr sz="2400" spc="5" dirty="0">
                <a:latin typeface="Bookman Old Style" pitchFamily="18" charset="0"/>
                <a:cs typeface="Book Antiqua"/>
              </a:rPr>
              <a:t> </a:t>
            </a:r>
            <a:r>
              <a:rPr sz="2400" spc="10" dirty="0">
                <a:latin typeface="Bookman Old Style" pitchFamily="18" charset="0"/>
                <a:cs typeface="Book Antiqua"/>
              </a:rPr>
              <a:t>will</a:t>
            </a:r>
            <a:r>
              <a:rPr sz="2400" spc="5" dirty="0">
                <a:latin typeface="Bookman Old Style" pitchFamily="18" charset="0"/>
                <a:cs typeface="Book Antiqua"/>
              </a:rPr>
              <a:t> </a:t>
            </a:r>
            <a:r>
              <a:rPr sz="2400" spc="10" dirty="0">
                <a:latin typeface="Bookman Old Style" pitchFamily="18" charset="0"/>
                <a:cs typeface="Book Antiqua"/>
              </a:rPr>
              <a:t>use</a:t>
            </a:r>
            <a:r>
              <a:rPr sz="2400" spc="5" dirty="0">
                <a:latin typeface="Bookman Old Style" pitchFamily="18" charset="0"/>
                <a:cs typeface="Book Antiqua"/>
              </a:rPr>
              <a:t> it.</a:t>
            </a:r>
            <a:endParaRPr sz="2400">
              <a:latin typeface="Bookman Old Style" pitchFamily="18" charset="0"/>
              <a:cs typeface="Book Antiqua"/>
            </a:endParaRPr>
          </a:p>
          <a:p>
            <a:pPr marL="262255" marR="694690" indent="-250190">
              <a:buClr>
                <a:srgbClr val="0BD0D9"/>
              </a:buClr>
              <a:buSzPct val="95348"/>
              <a:buFont typeface="Arial"/>
              <a:buChar char="●"/>
              <a:tabLst>
                <a:tab pos="262890" algn="l"/>
              </a:tabLst>
            </a:pPr>
            <a:r>
              <a:rPr sz="2400" spc="10" dirty="0">
                <a:latin typeface="Bookman Old Style" pitchFamily="18" charset="0"/>
                <a:cs typeface="Book Antiqua"/>
              </a:rPr>
              <a:t>Includes umbrella activities </a:t>
            </a:r>
            <a:r>
              <a:rPr sz="2400" spc="15" dirty="0">
                <a:latin typeface="Bookman Old Style" pitchFamily="18" charset="0"/>
                <a:cs typeface="Book Antiqua"/>
              </a:rPr>
              <a:t>which</a:t>
            </a:r>
            <a:r>
              <a:rPr sz="2400" spc="10" dirty="0">
                <a:latin typeface="Bookman Old Style" pitchFamily="18" charset="0"/>
                <a:cs typeface="Book Antiqua"/>
              </a:rPr>
              <a:t> </a:t>
            </a:r>
            <a:r>
              <a:rPr sz="2400" spc="5" dirty="0">
                <a:latin typeface="Bookman Old Style" pitchFamily="18" charset="0"/>
                <a:cs typeface="Book Antiqua"/>
              </a:rPr>
              <a:t>protect</a:t>
            </a:r>
            <a:r>
              <a:rPr sz="2400" spc="10" dirty="0">
                <a:latin typeface="Bookman Old Style" pitchFamily="18" charset="0"/>
                <a:cs typeface="Book Antiqua"/>
              </a:rPr>
              <a:t> </a:t>
            </a:r>
            <a:r>
              <a:rPr sz="2400" spc="15" dirty="0">
                <a:latin typeface="Bookman Old Style" pitchFamily="18" charset="0"/>
                <a:cs typeface="Book Antiqua"/>
              </a:rPr>
              <a:t>and </a:t>
            </a:r>
            <a:r>
              <a:rPr sz="2400" spc="5" dirty="0">
                <a:latin typeface="Bookman Old Style" pitchFamily="18" charset="0"/>
                <a:cs typeface="Book Antiqua"/>
              </a:rPr>
              <a:t>control</a:t>
            </a:r>
            <a:r>
              <a:rPr sz="2400" spc="10" dirty="0">
                <a:latin typeface="Bookman Old Style" pitchFamily="18" charset="0"/>
                <a:cs typeface="Book Antiqua"/>
              </a:rPr>
              <a:t> the </a:t>
            </a:r>
            <a:r>
              <a:rPr sz="2400" spc="-525" dirty="0">
                <a:latin typeface="Bookman Old Style" pitchFamily="18" charset="0"/>
                <a:cs typeface="Book Antiqua"/>
              </a:rPr>
              <a:t> </a:t>
            </a:r>
            <a:r>
              <a:rPr sz="2400" spc="5" dirty="0">
                <a:latin typeface="Bookman Old Style" pitchFamily="18" charset="0"/>
                <a:cs typeface="Book Antiqua"/>
              </a:rPr>
              <a:t>process.</a:t>
            </a:r>
            <a:endParaRPr sz="2400">
              <a:latin typeface="Bookman Old Style" pitchFamily="18" charset="0"/>
              <a:cs typeface="Book Antiqua"/>
            </a:endParaRPr>
          </a:p>
          <a:p>
            <a:pPr marL="262255" indent="-250190">
              <a:buClr>
                <a:srgbClr val="0BD0D9"/>
              </a:buClr>
              <a:buSzPct val="95348"/>
              <a:buFont typeface="Arial"/>
              <a:buChar char="●"/>
              <a:tabLst>
                <a:tab pos="262890" algn="l"/>
              </a:tabLst>
            </a:pPr>
            <a:r>
              <a:rPr sz="2400" spc="5" dirty="0">
                <a:latin typeface="Bookman Old Style" pitchFamily="18" charset="0"/>
                <a:cs typeface="Book Antiqua"/>
              </a:rPr>
              <a:t>Process</a:t>
            </a:r>
            <a:r>
              <a:rPr sz="2400" dirty="0">
                <a:latin typeface="Bookman Old Style" pitchFamily="18" charset="0"/>
                <a:cs typeface="Book Antiqua"/>
              </a:rPr>
              <a:t> </a:t>
            </a:r>
            <a:r>
              <a:rPr sz="2400" spc="15" dirty="0">
                <a:latin typeface="Bookman Old Style" pitchFamily="18" charset="0"/>
                <a:cs typeface="Book Antiqua"/>
              </a:rPr>
              <a:t>Framework</a:t>
            </a:r>
            <a:r>
              <a:rPr sz="2400" spc="5" dirty="0">
                <a:latin typeface="Bookman Old Style" pitchFamily="18" charset="0"/>
                <a:cs typeface="Book Antiqua"/>
              </a:rPr>
              <a:t> </a:t>
            </a:r>
            <a:r>
              <a:rPr sz="2400" spc="10" dirty="0">
                <a:latin typeface="Bookman Old Style" pitchFamily="18" charset="0"/>
                <a:cs typeface="Book Antiqua"/>
              </a:rPr>
              <a:t>has</a:t>
            </a:r>
            <a:r>
              <a:rPr sz="2400" spc="5" dirty="0">
                <a:latin typeface="Bookman Old Style" pitchFamily="18" charset="0"/>
                <a:cs typeface="Book Antiqua"/>
              </a:rPr>
              <a:t> </a:t>
            </a:r>
            <a:r>
              <a:rPr sz="2400" spc="15" dirty="0">
                <a:latin typeface="Bookman Old Style" pitchFamily="18" charset="0"/>
                <a:cs typeface="Book Antiqua"/>
              </a:rPr>
              <a:t>5</a:t>
            </a:r>
            <a:r>
              <a:rPr sz="2400" dirty="0">
                <a:latin typeface="Bookman Old Style" pitchFamily="18" charset="0"/>
                <a:cs typeface="Book Antiqua"/>
              </a:rPr>
              <a:t> </a:t>
            </a:r>
            <a:r>
              <a:rPr sz="2400" spc="10" dirty="0">
                <a:latin typeface="Bookman Old Style" pitchFamily="18" charset="0"/>
                <a:cs typeface="Book Antiqua"/>
              </a:rPr>
              <a:t>activities:</a:t>
            </a:r>
            <a:endParaRPr sz="2400">
              <a:latin typeface="Bookman Old Style" pitchFamily="18" charset="0"/>
              <a:cs typeface="Book Antiqua"/>
            </a:endParaRPr>
          </a:p>
          <a:p>
            <a:pPr marL="630555" lvl="1" indent="-224790">
              <a:buClr>
                <a:srgbClr val="0F6FC6"/>
              </a:buClr>
              <a:buSzPct val="85000"/>
              <a:buFont typeface="Arial"/>
              <a:buChar char="●"/>
              <a:tabLst>
                <a:tab pos="630555" algn="l"/>
              </a:tabLst>
            </a:pPr>
            <a:r>
              <a:rPr sz="2400" spc="-5" dirty="0">
                <a:latin typeface="Bookman Old Style" pitchFamily="18" charset="0"/>
                <a:cs typeface="Book Antiqua"/>
              </a:rPr>
              <a:t>Communication</a:t>
            </a:r>
            <a:endParaRPr sz="2400">
              <a:latin typeface="Bookman Old Style" pitchFamily="18" charset="0"/>
              <a:cs typeface="Book Antiqua"/>
            </a:endParaRPr>
          </a:p>
          <a:p>
            <a:pPr marL="630555" lvl="1" indent="-224790">
              <a:buClr>
                <a:srgbClr val="0F6FC6"/>
              </a:buClr>
              <a:buSzPct val="85000"/>
              <a:buFont typeface="Arial"/>
              <a:buChar char="●"/>
              <a:tabLst>
                <a:tab pos="630555" algn="l"/>
              </a:tabLst>
            </a:pPr>
            <a:r>
              <a:rPr sz="2400" dirty="0">
                <a:latin typeface="Bookman Old Style" pitchFamily="18" charset="0"/>
                <a:cs typeface="Book Antiqua"/>
              </a:rPr>
              <a:t>Planning</a:t>
            </a:r>
            <a:endParaRPr sz="2400">
              <a:latin typeface="Bookman Old Style" pitchFamily="18" charset="0"/>
              <a:cs typeface="Book Antiqua"/>
            </a:endParaRPr>
          </a:p>
          <a:p>
            <a:pPr marL="630555" lvl="1" indent="-224790">
              <a:buClr>
                <a:srgbClr val="0F6FC6"/>
              </a:buClr>
              <a:buSzPct val="85000"/>
              <a:buFont typeface="Arial"/>
              <a:buChar char="●"/>
              <a:tabLst>
                <a:tab pos="630555" algn="l"/>
              </a:tabLst>
            </a:pPr>
            <a:r>
              <a:rPr sz="2400" dirty="0">
                <a:latin typeface="Bookman Old Style" pitchFamily="18" charset="0"/>
                <a:cs typeface="Book Antiqua"/>
              </a:rPr>
              <a:t>Modeling</a:t>
            </a:r>
            <a:endParaRPr sz="2400">
              <a:latin typeface="Bookman Old Style" pitchFamily="18" charset="0"/>
              <a:cs typeface="Book Antiqua"/>
            </a:endParaRPr>
          </a:p>
          <a:p>
            <a:pPr marL="630555" lvl="1" indent="-224790">
              <a:buClr>
                <a:srgbClr val="0F6FC6"/>
              </a:buClr>
              <a:buSzPct val="85000"/>
              <a:buFont typeface="Arial"/>
              <a:buChar char="●"/>
              <a:tabLst>
                <a:tab pos="630555" algn="l"/>
              </a:tabLst>
            </a:pPr>
            <a:r>
              <a:rPr sz="2400" spc="-5">
                <a:latin typeface="Bookman Old Style" pitchFamily="18" charset="0"/>
                <a:cs typeface="Book Antiqua"/>
              </a:rPr>
              <a:t>Construction</a:t>
            </a:r>
            <a:r>
              <a:rPr lang="en-US" sz="2400" spc="-5" dirty="0">
                <a:latin typeface="Bookman Old Style" pitchFamily="18" charset="0"/>
                <a:cs typeface="Book Antiqua"/>
              </a:rPr>
              <a:t> (Implementation)</a:t>
            </a:r>
            <a:endParaRPr sz="2400">
              <a:latin typeface="Bookman Old Style" pitchFamily="18" charset="0"/>
              <a:cs typeface="Book Antiqua"/>
            </a:endParaRPr>
          </a:p>
          <a:p>
            <a:pPr marL="630555" lvl="1" indent="-224790">
              <a:buClr>
                <a:srgbClr val="0F6FC6"/>
              </a:buClr>
              <a:buSzPct val="85000"/>
              <a:buFont typeface="Arial"/>
              <a:buChar char="●"/>
              <a:tabLst>
                <a:tab pos="630555" algn="l"/>
              </a:tabLst>
            </a:pPr>
            <a:r>
              <a:rPr sz="2400" dirty="0">
                <a:latin typeface="Bookman Old Style" pitchFamily="18" charset="0"/>
                <a:cs typeface="Book Antiqua"/>
              </a:rPr>
              <a:t>Deployment</a:t>
            </a:r>
            <a:endParaRPr sz="2400">
              <a:latin typeface="Bookman Old Style" pitchFamily="18" charset="0"/>
              <a:cs typeface="Book Antiqu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9" name="object 9"/>
          <p:cNvSpPr txBox="1">
            <a:spLocks noGrp="1"/>
          </p:cNvSpPr>
          <p:nvPr>
            <p:ph type="title"/>
          </p:nvPr>
        </p:nvSpPr>
        <p:spPr>
          <a:xfrm>
            <a:off x="457200" y="533400"/>
            <a:ext cx="6477000" cy="628377"/>
          </a:xfrm>
          <a:prstGeom prst="rect">
            <a:avLst/>
          </a:prstGeom>
        </p:spPr>
        <p:txBody>
          <a:bodyPr vert="horz" wrap="square" lIns="0" tIns="12700" rIns="0" bIns="0" rtlCol="0">
            <a:spAutoFit/>
          </a:bodyPr>
          <a:lstStyle/>
          <a:p>
            <a:pPr marL="12700">
              <a:lnSpc>
                <a:spcPct val="100000"/>
              </a:lnSpc>
              <a:spcBef>
                <a:spcPts val="100"/>
              </a:spcBef>
              <a:tabLst>
                <a:tab pos="2111375" algn="l"/>
              </a:tabLst>
            </a:pPr>
            <a:r>
              <a:rPr sz="4000" b="1" spc="-15" dirty="0">
                <a:solidFill>
                  <a:schemeClr val="tx1"/>
                </a:solidFill>
                <a:latin typeface="Bookman Old Style" pitchFamily="18" charset="0"/>
              </a:rPr>
              <a:t>Process	</a:t>
            </a:r>
            <a:r>
              <a:rPr sz="4000" b="1" spc="-25" dirty="0">
                <a:solidFill>
                  <a:schemeClr val="tx1"/>
                </a:solidFill>
                <a:latin typeface="Bookman Old Style" pitchFamily="18" charset="0"/>
              </a:rPr>
              <a:t>Framework</a:t>
            </a:r>
          </a:p>
        </p:txBody>
      </p:sp>
      <p:sp>
        <p:nvSpPr>
          <p:cNvPr id="17" name="object 17"/>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dirty="0"/>
              <a:pPr marL="38100">
                <a:lnSpc>
                  <a:spcPts val="1425"/>
                </a:lnSpc>
              </a:pPr>
              <a:t>16</a:t>
            </a:fld>
            <a:endParaRPr dirty="0"/>
          </a:p>
        </p:txBody>
      </p:sp>
      <p:sp>
        <p:nvSpPr>
          <p:cNvPr id="10" name="object 10"/>
          <p:cNvSpPr txBox="1"/>
          <p:nvPr/>
        </p:nvSpPr>
        <p:spPr>
          <a:xfrm>
            <a:off x="457200" y="1371600"/>
            <a:ext cx="8131809" cy="5306580"/>
          </a:xfrm>
          <a:prstGeom prst="rect">
            <a:avLst/>
          </a:prstGeom>
        </p:spPr>
        <p:txBody>
          <a:bodyPr vert="horz" wrap="square" lIns="0" tIns="27939" rIns="0" bIns="0" rtlCol="0">
            <a:spAutoFit/>
          </a:bodyPr>
          <a:lstStyle/>
          <a:p>
            <a:pPr marL="281305" marR="5080" indent="-269240">
              <a:buClr>
                <a:srgbClr val="0BD0D9"/>
              </a:buClr>
              <a:buSzPct val="93617"/>
              <a:buFont typeface="Arial"/>
              <a:buChar char="●"/>
              <a:tabLst>
                <a:tab pos="281940" algn="l"/>
              </a:tabLst>
            </a:pPr>
            <a:r>
              <a:rPr sz="2350" b="1" dirty="0">
                <a:latin typeface="Palatino Linotype"/>
                <a:cs typeface="Palatino Linotype"/>
              </a:rPr>
              <a:t>Communication :</a:t>
            </a:r>
            <a:r>
              <a:rPr sz="2350" b="1" spc="5" dirty="0">
                <a:latin typeface="Palatino Linotype"/>
                <a:cs typeface="Palatino Linotype"/>
              </a:rPr>
              <a:t> </a:t>
            </a:r>
            <a:r>
              <a:rPr sz="2350" spc="-5" dirty="0">
                <a:latin typeface="Book Antiqua"/>
                <a:cs typeface="Book Antiqua"/>
              </a:rPr>
              <a:t>The</a:t>
            </a:r>
            <a:r>
              <a:rPr sz="2350" dirty="0">
                <a:latin typeface="Book Antiqua"/>
                <a:cs typeface="Book Antiqua"/>
              </a:rPr>
              <a:t> intent</a:t>
            </a:r>
            <a:r>
              <a:rPr sz="2350" spc="5" dirty="0">
                <a:latin typeface="Book Antiqua"/>
                <a:cs typeface="Book Antiqua"/>
              </a:rPr>
              <a:t> </a:t>
            </a:r>
            <a:r>
              <a:rPr sz="2350" dirty="0">
                <a:latin typeface="Book Antiqua"/>
                <a:cs typeface="Book Antiqua"/>
              </a:rPr>
              <a:t>is to</a:t>
            </a:r>
            <a:r>
              <a:rPr sz="2350" spc="5" dirty="0">
                <a:latin typeface="Book Antiqua"/>
                <a:cs typeface="Book Antiqua"/>
              </a:rPr>
              <a:t> </a:t>
            </a:r>
            <a:r>
              <a:rPr sz="2350" spc="-5" dirty="0">
                <a:latin typeface="Book Antiqua"/>
                <a:cs typeface="Book Antiqua"/>
              </a:rPr>
              <a:t>understand</a:t>
            </a:r>
            <a:r>
              <a:rPr sz="2350" dirty="0">
                <a:latin typeface="Book Antiqua"/>
                <a:cs typeface="Book Antiqua"/>
              </a:rPr>
              <a:t> </a:t>
            </a:r>
            <a:r>
              <a:rPr sz="2350" spc="-5" dirty="0">
                <a:latin typeface="Book Antiqua"/>
                <a:cs typeface="Book Antiqua"/>
              </a:rPr>
              <a:t>stakeholders’ </a:t>
            </a:r>
            <a:r>
              <a:rPr sz="2350" spc="-570" dirty="0">
                <a:latin typeface="Book Antiqua"/>
                <a:cs typeface="Book Antiqua"/>
              </a:rPr>
              <a:t> </a:t>
            </a:r>
            <a:r>
              <a:rPr sz="2350" spc="-5" dirty="0">
                <a:latin typeface="Book Antiqua"/>
                <a:cs typeface="Book Antiqua"/>
              </a:rPr>
              <a:t>objectives</a:t>
            </a:r>
            <a:r>
              <a:rPr sz="2350" dirty="0">
                <a:latin typeface="Book Antiqua"/>
                <a:cs typeface="Book Antiqua"/>
              </a:rPr>
              <a:t> </a:t>
            </a:r>
            <a:r>
              <a:rPr sz="2350" spc="-5" dirty="0">
                <a:latin typeface="Book Antiqua"/>
                <a:cs typeface="Book Antiqua"/>
              </a:rPr>
              <a:t>for</a:t>
            </a:r>
            <a:r>
              <a:rPr sz="2350" spc="5" dirty="0">
                <a:latin typeface="Book Antiqua"/>
                <a:cs typeface="Book Antiqua"/>
              </a:rPr>
              <a:t> </a:t>
            </a:r>
            <a:r>
              <a:rPr sz="2350" spc="-5" dirty="0">
                <a:latin typeface="Book Antiqua"/>
                <a:cs typeface="Book Antiqua"/>
              </a:rPr>
              <a:t>the</a:t>
            </a:r>
            <a:r>
              <a:rPr sz="2350" spc="5" dirty="0">
                <a:latin typeface="Book Antiqua"/>
                <a:cs typeface="Book Antiqua"/>
              </a:rPr>
              <a:t> </a:t>
            </a:r>
            <a:r>
              <a:rPr sz="2350" spc="-10" dirty="0">
                <a:latin typeface="Book Antiqua"/>
                <a:cs typeface="Book Antiqua"/>
              </a:rPr>
              <a:t>project</a:t>
            </a:r>
            <a:r>
              <a:rPr sz="2350" spc="5" dirty="0">
                <a:latin typeface="Book Antiqua"/>
                <a:cs typeface="Book Antiqua"/>
              </a:rPr>
              <a:t> </a:t>
            </a:r>
            <a:r>
              <a:rPr sz="2350" dirty="0">
                <a:latin typeface="Book Antiqua"/>
                <a:cs typeface="Book Antiqua"/>
              </a:rPr>
              <a:t>and</a:t>
            </a:r>
            <a:r>
              <a:rPr sz="2350" spc="5" dirty="0">
                <a:latin typeface="Book Antiqua"/>
                <a:cs typeface="Book Antiqua"/>
              </a:rPr>
              <a:t> </a:t>
            </a:r>
            <a:r>
              <a:rPr sz="2350" dirty="0">
                <a:latin typeface="Book Antiqua"/>
                <a:cs typeface="Book Antiqua"/>
              </a:rPr>
              <a:t>to</a:t>
            </a:r>
            <a:r>
              <a:rPr sz="2350" spc="5" dirty="0">
                <a:latin typeface="Book Antiqua"/>
                <a:cs typeface="Book Antiqua"/>
              </a:rPr>
              <a:t> </a:t>
            </a:r>
            <a:r>
              <a:rPr sz="2350" spc="-5" dirty="0">
                <a:latin typeface="Book Antiqua"/>
                <a:cs typeface="Book Antiqua"/>
              </a:rPr>
              <a:t>gather</a:t>
            </a:r>
            <a:r>
              <a:rPr sz="2350" spc="5" dirty="0">
                <a:latin typeface="Book Antiqua"/>
                <a:cs typeface="Book Antiqua"/>
              </a:rPr>
              <a:t> </a:t>
            </a:r>
            <a:r>
              <a:rPr sz="2350" spc="-10" dirty="0">
                <a:latin typeface="Book Antiqua"/>
                <a:cs typeface="Book Antiqua"/>
              </a:rPr>
              <a:t>requirements</a:t>
            </a:r>
            <a:r>
              <a:rPr sz="2350" spc="5" dirty="0">
                <a:latin typeface="Book Antiqua"/>
                <a:cs typeface="Book Antiqua"/>
              </a:rPr>
              <a:t> </a:t>
            </a:r>
            <a:r>
              <a:rPr sz="2350" spc="-5" dirty="0">
                <a:latin typeface="Book Antiqua"/>
                <a:cs typeface="Book Antiqua"/>
              </a:rPr>
              <a:t>that </a:t>
            </a:r>
            <a:r>
              <a:rPr sz="2350" dirty="0">
                <a:latin typeface="Book Antiqua"/>
                <a:cs typeface="Book Antiqua"/>
              </a:rPr>
              <a:t> </a:t>
            </a:r>
            <a:r>
              <a:rPr sz="2350" spc="-5" dirty="0">
                <a:latin typeface="Book Antiqua"/>
                <a:cs typeface="Book Antiqua"/>
              </a:rPr>
              <a:t>help</a:t>
            </a:r>
            <a:r>
              <a:rPr sz="2350" dirty="0">
                <a:latin typeface="Book Antiqua"/>
                <a:cs typeface="Book Antiqua"/>
              </a:rPr>
              <a:t> define </a:t>
            </a:r>
            <a:r>
              <a:rPr sz="2350" spc="-10" dirty="0">
                <a:latin typeface="Book Antiqua"/>
                <a:cs typeface="Book Antiqua"/>
              </a:rPr>
              <a:t>software</a:t>
            </a:r>
            <a:r>
              <a:rPr sz="2350" dirty="0">
                <a:latin typeface="Book Antiqua"/>
                <a:cs typeface="Book Antiqua"/>
              </a:rPr>
              <a:t> </a:t>
            </a:r>
            <a:r>
              <a:rPr sz="2350" spc="-10" dirty="0">
                <a:latin typeface="Book Antiqua"/>
                <a:cs typeface="Book Antiqua"/>
              </a:rPr>
              <a:t>features</a:t>
            </a:r>
            <a:r>
              <a:rPr sz="2350" dirty="0">
                <a:latin typeface="Book Antiqua"/>
                <a:cs typeface="Book Antiqua"/>
              </a:rPr>
              <a:t> and </a:t>
            </a:r>
            <a:r>
              <a:rPr sz="2350" spc="-5">
                <a:latin typeface="Book Antiqua"/>
                <a:cs typeface="Book Antiqua"/>
              </a:rPr>
              <a:t>functions.</a:t>
            </a:r>
            <a:endParaRPr lang="en-US" sz="2350" spc="-5" dirty="0">
              <a:latin typeface="Book Antiqua"/>
              <a:cs typeface="Book Antiqua"/>
            </a:endParaRPr>
          </a:p>
          <a:p>
            <a:pPr marL="738505" marR="5080" lvl="1" indent="-269240">
              <a:buClr>
                <a:srgbClr val="0BD0D9"/>
              </a:buClr>
              <a:buSzPct val="93617"/>
              <a:buFont typeface="Arial"/>
              <a:buChar char="●"/>
              <a:tabLst>
                <a:tab pos="281940" algn="l"/>
              </a:tabLst>
            </a:pPr>
            <a:r>
              <a:rPr lang="en-US" sz="2400" dirty="0">
                <a:latin typeface="Book Antiqua"/>
                <a:cs typeface="Book Antiqua"/>
              </a:rPr>
              <a:t>Heavy </a:t>
            </a:r>
            <a:r>
              <a:rPr lang="en-US" sz="2400" spc="5" dirty="0">
                <a:latin typeface="Book Antiqua"/>
                <a:cs typeface="Book Antiqua"/>
              </a:rPr>
              <a:t>communication with customers, stakeholders, </a:t>
            </a:r>
          </a:p>
          <a:p>
            <a:pPr marL="738505" marR="5080" lvl="1" indent="-269240">
              <a:buClr>
                <a:srgbClr val="0BD0D9"/>
              </a:buClr>
              <a:buSzPct val="93617"/>
              <a:buFont typeface="Arial"/>
              <a:buChar char="●"/>
              <a:tabLst>
                <a:tab pos="281940" algn="l"/>
              </a:tabLst>
            </a:pPr>
            <a:r>
              <a:rPr lang="en-US" sz="2400" spc="5" dirty="0">
                <a:latin typeface="Book Antiqua"/>
                <a:cs typeface="Book Antiqua"/>
              </a:rPr>
              <a:t>team </a:t>
            </a:r>
            <a:r>
              <a:rPr lang="en-US" sz="2400" spc="-425" dirty="0">
                <a:latin typeface="Book Antiqua"/>
                <a:cs typeface="Book Antiqua"/>
              </a:rPr>
              <a:t> </a:t>
            </a:r>
            <a:r>
              <a:rPr lang="en-US" sz="2400" spc="5" dirty="0">
                <a:latin typeface="Book Antiqua"/>
                <a:cs typeface="Book Antiqua"/>
              </a:rPr>
              <a:t>Encompasses</a:t>
            </a:r>
            <a:r>
              <a:rPr lang="en-US" sz="2400" dirty="0">
                <a:latin typeface="Book Antiqua"/>
                <a:cs typeface="Book Antiqua"/>
              </a:rPr>
              <a:t> requirements gathering</a:t>
            </a:r>
            <a:r>
              <a:rPr lang="en-US" sz="2400" spc="5" dirty="0">
                <a:latin typeface="Book Antiqua"/>
                <a:cs typeface="Book Antiqua"/>
              </a:rPr>
              <a:t> and</a:t>
            </a:r>
            <a:r>
              <a:rPr lang="en-US" sz="2400" dirty="0">
                <a:latin typeface="Book Antiqua"/>
                <a:cs typeface="Book Antiqua"/>
              </a:rPr>
              <a:t> </a:t>
            </a:r>
          </a:p>
          <a:p>
            <a:pPr marL="738505" marR="5080" lvl="1" indent="-269240">
              <a:buClr>
                <a:srgbClr val="0BD0D9"/>
              </a:buClr>
              <a:buSzPct val="93617"/>
              <a:tabLst>
                <a:tab pos="281940" algn="l"/>
              </a:tabLst>
            </a:pPr>
            <a:r>
              <a:rPr lang="en-US" sz="2400" dirty="0">
                <a:latin typeface="Book Antiqua"/>
                <a:cs typeface="Book Antiqua"/>
              </a:rPr>
              <a:t>  related</a:t>
            </a:r>
            <a:r>
              <a:rPr lang="en-US" sz="2400" spc="5" dirty="0">
                <a:latin typeface="Book Antiqua"/>
                <a:cs typeface="Book Antiqua"/>
              </a:rPr>
              <a:t> </a:t>
            </a:r>
            <a:r>
              <a:rPr lang="en-US" sz="2400" dirty="0">
                <a:latin typeface="Book Antiqua"/>
                <a:cs typeface="Book Antiqua"/>
              </a:rPr>
              <a:t>activities</a:t>
            </a:r>
          </a:p>
          <a:p>
            <a:pPr marL="738505" marR="5080" lvl="1" indent="-269240">
              <a:buClr>
                <a:srgbClr val="0BD0D9"/>
              </a:buClr>
              <a:buSzPct val="93617"/>
              <a:tabLst>
                <a:tab pos="281940" algn="l"/>
              </a:tabLst>
            </a:pPr>
            <a:endParaRPr lang="en-US" sz="1050" dirty="0">
              <a:latin typeface="Book Antiqua"/>
              <a:cs typeface="Book Antiqua"/>
            </a:endParaRPr>
          </a:p>
          <a:p>
            <a:pPr marL="281305" marR="5080" indent="-269240">
              <a:buClr>
                <a:srgbClr val="0BD0D9"/>
              </a:buClr>
              <a:buSzPct val="93617"/>
              <a:buFont typeface="Arial"/>
              <a:buChar char="●"/>
              <a:tabLst>
                <a:tab pos="281940" algn="l"/>
              </a:tabLst>
            </a:pPr>
            <a:r>
              <a:rPr lang="en-US" sz="2350" b="1" spc="-5" dirty="0">
                <a:latin typeface="Palatino Linotype"/>
                <a:cs typeface="Palatino Linotype"/>
              </a:rPr>
              <a:t>Planning</a:t>
            </a:r>
            <a:r>
              <a:rPr lang="en-US" sz="2350" b="1" dirty="0">
                <a:latin typeface="Palatino Linotype"/>
                <a:cs typeface="Palatino Linotype"/>
              </a:rPr>
              <a:t> : </a:t>
            </a:r>
            <a:r>
              <a:rPr lang="en-US" sz="2350" dirty="0">
                <a:latin typeface="Book Antiqua"/>
                <a:cs typeface="Book Antiqua"/>
              </a:rPr>
              <a:t>defines </a:t>
            </a:r>
            <a:r>
              <a:rPr lang="en-US" sz="2350" spc="-5" dirty="0">
                <a:latin typeface="Book Antiqua"/>
                <a:cs typeface="Book Antiqua"/>
              </a:rPr>
              <a:t>the</a:t>
            </a:r>
            <a:r>
              <a:rPr lang="en-US" sz="2350" dirty="0">
                <a:latin typeface="Book Antiqua"/>
                <a:cs typeface="Book Antiqua"/>
              </a:rPr>
              <a:t> </a:t>
            </a:r>
            <a:r>
              <a:rPr lang="en-US" sz="2350" spc="-10" dirty="0">
                <a:latin typeface="Book Antiqua"/>
                <a:cs typeface="Book Antiqua"/>
              </a:rPr>
              <a:t>software</a:t>
            </a:r>
            <a:r>
              <a:rPr lang="en-US" sz="2350" spc="5" dirty="0">
                <a:latin typeface="Book Antiqua"/>
                <a:cs typeface="Book Antiqua"/>
              </a:rPr>
              <a:t> </a:t>
            </a:r>
            <a:r>
              <a:rPr lang="en-US" sz="2350" dirty="0">
                <a:latin typeface="Book Antiqua"/>
                <a:cs typeface="Book Antiqua"/>
              </a:rPr>
              <a:t>engineering </a:t>
            </a:r>
            <a:r>
              <a:rPr lang="en-US" sz="2350" spc="-5" dirty="0">
                <a:latin typeface="Book Antiqua"/>
                <a:cs typeface="Book Antiqua"/>
              </a:rPr>
              <a:t>work</a:t>
            </a:r>
            <a:r>
              <a:rPr lang="en-US" sz="2350" dirty="0">
                <a:latin typeface="Book Antiqua"/>
                <a:cs typeface="Book Antiqua"/>
              </a:rPr>
              <a:t> </a:t>
            </a:r>
            <a:r>
              <a:rPr lang="en-US" sz="2350" spc="-5" dirty="0">
                <a:latin typeface="Book Antiqua"/>
                <a:cs typeface="Book Antiqua"/>
              </a:rPr>
              <a:t>by </a:t>
            </a:r>
            <a:r>
              <a:rPr lang="en-US" sz="2350" dirty="0">
                <a:latin typeface="Book Antiqua"/>
                <a:cs typeface="Book Antiqua"/>
              </a:rPr>
              <a:t> </a:t>
            </a:r>
            <a:r>
              <a:rPr lang="en-US" sz="2350" spc="-5" dirty="0">
                <a:latin typeface="Book Antiqua"/>
                <a:cs typeface="Book Antiqua"/>
              </a:rPr>
              <a:t>describing</a:t>
            </a:r>
            <a:r>
              <a:rPr lang="en-US" sz="2350" spc="5" dirty="0">
                <a:latin typeface="Book Antiqua"/>
                <a:cs typeface="Book Antiqua"/>
              </a:rPr>
              <a:t> </a:t>
            </a:r>
            <a:r>
              <a:rPr lang="en-US" sz="2350" spc="-5" dirty="0">
                <a:latin typeface="Book Antiqua"/>
                <a:cs typeface="Book Antiqua"/>
              </a:rPr>
              <a:t>the</a:t>
            </a:r>
            <a:r>
              <a:rPr lang="en-US" sz="2350" spc="5" dirty="0">
                <a:latin typeface="Book Antiqua"/>
                <a:cs typeface="Book Antiqua"/>
              </a:rPr>
              <a:t> </a:t>
            </a:r>
            <a:r>
              <a:rPr lang="en-US" sz="2350" spc="-5" dirty="0">
                <a:latin typeface="Book Antiqua"/>
                <a:cs typeface="Book Antiqua"/>
              </a:rPr>
              <a:t>technical</a:t>
            </a:r>
            <a:r>
              <a:rPr lang="en-US" sz="2350" spc="5" dirty="0">
                <a:latin typeface="Book Antiqua"/>
                <a:cs typeface="Book Antiqua"/>
              </a:rPr>
              <a:t> </a:t>
            </a:r>
            <a:r>
              <a:rPr lang="en-US" sz="2350" spc="-5" dirty="0">
                <a:latin typeface="Book Antiqua"/>
                <a:cs typeface="Book Antiqua"/>
              </a:rPr>
              <a:t>tasks</a:t>
            </a:r>
            <a:r>
              <a:rPr lang="en-US" sz="2350" spc="5" dirty="0">
                <a:latin typeface="Book Antiqua"/>
                <a:cs typeface="Book Antiqua"/>
              </a:rPr>
              <a:t> </a:t>
            </a:r>
            <a:r>
              <a:rPr lang="en-US" sz="2350" dirty="0">
                <a:latin typeface="Book Antiqua"/>
                <a:cs typeface="Book Antiqua"/>
              </a:rPr>
              <a:t>to</a:t>
            </a:r>
            <a:r>
              <a:rPr lang="en-US" sz="2350" spc="5" dirty="0">
                <a:latin typeface="Book Antiqua"/>
                <a:cs typeface="Book Antiqua"/>
              </a:rPr>
              <a:t> </a:t>
            </a:r>
            <a:r>
              <a:rPr lang="en-US" sz="2350" spc="-5" dirty="0">
                <a:latin typeface="Book Antiqua"/>
                <a:cs typeface="Book Antiqua"/>
              </a:rPr>
              <a:t>be</a:t>
            </a:r>
            <a:r>
              <a:rPr lang="en-US" sz="2350" spc="10" dirty="0">
                <a:latin typeface="Book Antiqua"/>
                <a:cs typeface="Book Antiqua"/>
              </a:rPr>
              <a:t> </a:t>
            </a:r>
            <a:r>
              <a:rPr lang="en-US" sz="2350" spc="-5" dirty="0">
                <a:latin typeface="Book Antiqua"/>
                <a:cs typeface="Book Antiqua"/>
              </a:rPr>
              <a:t>conducted,</a:t>
            </a:r>
            <a:r>
              <a:rPr lang="en-US" sz="2350" spc="5" dirty="0">
                <a:latin typeface="Book Antiqua"/>
                <a:cs typeface="Book Antiqua"/>
              </a:rPr>
              <a:t> </a:t>
            </a:r>
            <a:r>
              <a:rPr lang="en-US" sz="2350" spc="-5" dirty="0">
                <a:latin typeface="Book Antiqua"/>
                <a:cs typeface="Book Antiqua"/>
              </a:rPr>
              <a:t>the</a:t>
            </a:r>
            <a:r>
              <a:rPr lang="en-US" sz="2350" spc="5" dirty="0">
                <a:latin typeface="Book Antiqua"/>
                <a:cs typeface="Book Antiqua"/>
              </a:rPr>
              <a:t> </a:t>
            </a:r>
            <a:r>
              <a:rPr lang="en-US" sz="2350" spc="-5" dirty="0">
                <a:latin typeface="Book Antiqua"/>
                <a:cs typeface="Book Antiqua"/>
              </a:rPr>
              <a:t>risks </a:t>
            </a:r>
            <a:r>
              <a:rPr lang="en-US" sz="2350" dirty="0">
                <a:latin typeface="Book Antiqua"/>
                <a:cs typeface="Book Antiqua"/>
              </a:rPr>
              <a:t> </a:t>
            </a:r>
            <a:r>
              <a:rPr lang="en-US" sz="2350" spc="-5" dirty="0">
                <a:latin typeface="Book Antiqua"/>
                <a:cs typeface="Book Antiqua"/>
              </a:rPr>
              <a:t>that</a:t>
            </a:r>
            <a:r>
              <a:rPr lang="en-US" sz="2350" spc="5" dirty="0">
                <a:latin typeface="Book Antiqua"/>
                <a:cs typeface="Book Antiqua"/>
              </a:rPr>
              <a:t> </a:t>
            </a:r>
            <a:r>
              <a:rPr lang="en-US" sz="2350" spc="-15" dirty="0">
                <a:latin typeface="Book Antiqua"/>
                <a:cs typeface="Book Antiqua"/>
              </a:rPr>
              <a:t>are</a:t>
            </a:r>
            <a:r>
              <a:rPr lang="en-US" sz="2350" spc="10" dirty="0">
                <a:latin typeface="Book Antiqua"/>
                <a:cs typeface="Book Antiqua"/>
              </a:rPr>
              <a:t> </a:t>
            </a:r>
            <a:r>
              <a:rPr lang="en-US" sz="2350" spc="-40" dirty="0">
                <a:latin typeface="Book Antiqua"/>
                <a:cs typeface="Book Antiqua"/>
              </a:rPr>
              <a:t>likely,</a:t>
            </a:r>
            <a:r>
              <a:rPr lang="en-US" sz="2350" spc="5" dirty="0">
                <a:latin typeface="Book Antiqua"/>
                <a:cs typeface="Book Antiqua"/>
              </a:rPr>
              <a:t> </a:t>
            </a:r>
            <a:r>
              <a:rPr lang="en-US" sz="2350" spc="-5" dirty="0">
                <a:latin typeface="Book Antiqua"/>
                <a:cs typeface="Book Antiqua"/>
              </a:rPr>
              <a:t>the</a:t>
            </a:r>
            <a:r>
              <a:rPr lang="en-US" sz="2350" spc="10" dirty="0">
                <a:latin typeface="Book Antiqua"/>
                <a:cs typeface="Book Antiqua"/>
              </a:rPr>
              <a:t> </a:t>
            </a:r>
            <a:r>
              <a:rPr lang="en-US" sz="2350" spc="-15" dirty="0">
                <a:latin typeface="Book Antiqua"/>
                <a:cs typeface="Book Antiqua"/>
              </a:rPr>
              <a:t>resources</a:t>
            </a:r>
            <a:r>
              <a:rPr lang="en-US" sz="2350" spc="10" dirty="0">
                <a:latin typeface="Book Antiqua"/>
                <a:cs typeface="Book Antiqua"/>
              </a:rPr>
              <a:t> </a:t>
            </a:r>
            <a:r>
              <a:rPr lang="en-US" sz="2350" spc="-5" dirty="0">
                <a:latin typeface="Book Antiqua"/>
                <a:cs typeface="Book Antiqua"/>
              </a:rPr>
              <a:t>that</a:t>
            </a:r>
            <a:r>
              <a:rPr lang="en-US" sz="2350" spc="5" dirty="0">
                <a:latin typeface="Book Antiqua"/>
                <a:cs typeface="Book Antiqua"/>
              </a:rPr>
              <a:t> </a:t>
            </a:r>
            <a:r>
              <a:rPr lang="en-US" sz="2350" dirty="0">
                <a:latin typeface="Book Antiqua"/>
                <a:cs typeface="Book Antiqua"/>
              </a:rPr>
              <a:t>will</a:t>
            </a:r>
            <a:r>
              <a:rPr lang="en-US" sz="2350" spc="10" dirty="0">
                <a:latin typeface="Book Antiqua"/>
                <a:cs typeface="Book Antiqua"/>
              </a:rPr>
              <a:t> </a:t>
            </a:r>
            <a:r>
              <a:rPr lang="en-US" sz="2350" spc="-5" dirty="0">
                <a:latin typeface="Book Antiqua"/>
                <a:cs typeface="Book Antiqua"/>
              </a:rPr>
              <a:t>be</a:t>
            </a:r>
            <a:r>
              <a:rPr lang="en-US" sz="2350" spc="5" dirty="0">
                <a:latin typeface="Book Antiqua"/>
                <a:cs typeface="Book Antiqua"/>
              </a:rPr>
              <a:t> </a:t>
            </a:r>
            <a:r>
              <a:rPr lang="en-US" sz="2350" spc="-15" dirty="0">
                <a:latin typeface="Book Antiqua"/>
                <a:cs typeface="Book Antiqua"/>
              </a:rPr>
              <a:t>required,</a:t>
            </a:r>
            <a:r>
              <a:rPr lang="en-US" sz="2350" spc="10" dirty="0">
                <a:latin typeface="Book Antiqua"/>
                <a:cs typeface="Book Antiqua"/>
              </a:rPr>
              <a:t> </a:t>
            </a:r>
            <a:r>
              <a:rPr lang="en-US" sz="2350" spc="-5" dirty="0">
                <a:latin typeface="Book Antiqua"/>
                <a:cs typeface="Book Antiqua"/>
              </a:rPr>
              <a:t>the</a:t>
            </a:r>
            <a:r>
              <a:rPr lang="en-US" sz="2350" spc="10" dirty="0">
                <a:latin typeface="Book Antiqua"/>
                <a:cs typeface="Book Antiqua"/>
              </a:rPr>
              <a:t> </a:t>
            </a:r>
            <a:r>
              <a:rPr lang="en-US" sz="2350" spc="-5" dirty="0">
                <a:latin typeface="Book Antiqua"/>
                <a:cs typeface="Book Antiqua"/>
              </a:rPr>
              <a:t>work </a:t>
            </a:r>
            <a:r>
              <a:rPr lang="en-US" sz="2350" spc="-575" dirty="0">
                <a:latin typeface="Book Antiqua"/>
                <a:cs typeface="Book Antiqua"/>
              </a:rPr>
              <a:t> </a:t>
            </a:r>
            <a:r>
              <a:rPr lang="en-US" sz="2350" spc="-10" dirty="0">
                <a:latin typeface="Book Antiqua"/>
                <a:cs typeface="Book Antiqua"/>
              </a:rPr>
              <a:t>products</a:t>
            </a:r>
            <a:r>
              <a:rPr lang="en-US" sz="2350" dirty="0">
                <a:latin typeface="Book Antiqua"/>
                <a:cs typeface="Book Antiqua"/>
              </a:rPr>
              <a:t> to </a:t>
            </a:r>
            <a:r>
              <a:rPr lang="en-US" sz="2350" spc="-5" dirty="0">
                <a:latin typeface="Book Antiqua"/>
                <a:cs typeface="Book Antiqua"/>
              </a:rPr>
              <a:t>be</a:t>
            </a:r>
            <a:r>
              <a:rPr lang="en-US" sz="2350" dirty="0">
                <a:latin typeface="Book Antiqua"/>
                <a:cs typeface="Book Antiqua"/>
              </a:rPr>
              <a:t> </a:t>
            </a:r>
            <a:r>
              <a:rPr lang="en-US" sz="2350" spc="-10" dirty="0">
                <a:latin typeface="Book Antiqua"/>
                <a:cs typeface="Book Antiqua"/>
              </a:rPr>
              <a:t>produced,</a:t>
            </a:r>
            <a:r>
              <a:rPr lang="en-US" sz="2350" dirty="0">
                <a:latin typeface="Book Antiqua"/>
                <a:cs typeface="Book Antiqua"/>
              </a:rPr>
              <a:t> and a </a:t>
            </a:r>
            <a:r>
              <a:rPr lang="en-US" sz="2350" spc="-5" dirty="0">
                <a:latin typeface="Book Antiqua"/>
                <a:cs typeface="Book Antiqua"/>
              </a:rPr>
              <a:t>work</a:t>
            </a:r>
            <a:r>
              <a:rPr lang="en-US" sz="2350" dirty="0">
                <a:latin typeface="Book Antiqua"/>
                <a:cs typeface="Book Antiqua"/>
              </a:rPr>
              <a:t> </a:t>
            </a:r>
            <a:r>
              <a:rPr lang="en-US" sz="2350" spc="-5" dirty="0">
                <a:latin typeface="Book Antiqua"/>
                <a:cs typeface="Book Antiqua"/>
              </a:rPr>
              <a:t>schedule.</a:t>
            </a:r>
          </a:p>
          <a:p>
            <a:pPr marL="738505" marR="5080" lvl="1" indent="-269240">
              <a:buClr>
                <a:srgbClr val="0BD0D9"/>
              </a:buClr>
              <a:buSzPct val="93617"/>
              <a:buFont typeface="Arial"/>
              <a:buChar char="●"/>
              <a:tabLst>
                <a:tab pos="281940" algn="l"/>
              </a:tabLst>
            </a:pPr>
            <a:r>
              <a:rPr lang="en-US" sz="2400" spc="-15" dirty="0">
                <a:latin typeface="Book Antiqua"/>
                <a:cs typeface="Book Antiqua"/>
              </a:rPr>
              <a:t>Workflow </a:t>
            </a:r>
            <a:r>
              <a:rPr lang="en-US" sz="2400" dirty="0">
                <a:latin typeface="Book Antiqua"/>
                <a:cs typeface="Book Antiqua"/>
              </a:rPr>
              <a:t>that</a:t>
            </a:r>
            <a:r>
              <a:rPr lang="en-US" sz="2400" spc="-15" dirty="0">
                <a:latin typeface="Book Antiqua"/>
                <a:cs typeface="Book Antiqua"/>
              </a:rPr>
              <a:t> </a:t>
            </a:r>
            <a:r>
              <a:rPr lang="en-US" sz="2400" spc="5" dirty="0">
                <a:latin typeface="Book Antiqua"/>
                <a:cs typeface="Book Antiqua"/>
              </a:rPr>
              <a:t>is</a:t>
            </a:r>
            <a:r>
              <a:rPr lang="en-US" sz="2400" spc="-10" dirty="0">
                <a:latin typeface="Book Antiqua"/>
                <a:cs typeface="Book Antiqua"/>
              </a:rPr>
              <a:t> </a:t>
            </a:r>
            <a:r>
              <a:rPr lang="en-US" sz="2400" spc="5" dirty="0">
                <a:latin typeface="Book Antiqua"/>
                <a:cs typeface="Book Antiqua"/>
              </a:rPr>
              <a:t>to</a:t>
            </a:r>
            <a:r>
              <a:rPr lang="en-US" sz="2400" spc="-15" dirty="0">
                <a:latin typeface="Book Antiqua"/>
                <a:cs typeface="Book Antiqua"/>
              </a:rPr>
              <a:t> </a:t>
            </a:r>
            <a:r>
              <a:rPr lang="en-US" sz="2400" spc="5" dirty="0">
                <a:latin typeface="Book Antiqua"/>
                <a:cs typeface="Book Antiqua"/>
              </a:rPr>
              <a:t>follow</a:t>
            </a:r>
          </a:p>
          <a:p>
            <a:pPr marL="738505" marR="5080" lvl="1" indent="-269240">
              <a:buClr>
                <a:srgbClr val="0BD0D9"/>
              </a:buClr>
              <a:buSzPct val="93617"/>
              <a:buFont typeface="Arial"/>
              <a:buChar char="●"/>
              <a:tabLst>
                <a:tab pos="281940" algn="l"/>
              </a:tabLst>
            </a:pPr>
            <a:r>
              <a:rPr lang="en-US" sz="2400" spc="5" dirty="0">
                <a:latin typeface="Book Antiqua"/>
                <a:cs typeface="Book Antiqua"/>
              </a:rPr>
              <a:t>Describe</a:t>
            </a:r>
            <a:r>
              <a:rPr lang="en-US" sz="2400" dirty="0">
                <a:latin typeface="Book Antiqua"/>
                <a:cs typeface="Book Antiqua"/>
              </a:rPr>
              <a:t> technical</a:t>
            </a:r>
            <a:r>
              <a:rPr lang="en-US" sz="2400" spc="5" dirty="0">
                <a:latin typeface="Book Antiqua"/>
                <a:cs typeface="Book Antiqua"/>
              </a:rPr>
              <a:t> </a:t>
            </a:r>
            <a:r>
              <a:rPr lang="en-US" sz="2400" dirty="0">
                <a:latin typeface="Book Antiqua"/>
                <a:cs typeface="Book Antiqua"/>
              </a:rPr>
              <a:t>task,</a:t>
            </a:r>
            <a:r>
              <a:rPr lang="en-US" sz="2400" spc="5" dirty="0">
                <a:latin typeface="Book Antiqua"/>
                <a:cs typeface="Book Antiqua"/>
              </a:rPr>
              <a:t> likely </a:t>
            </a:r>
            <a:r>
              <a:rPr lang="en-US" sz="2400" dirty="0">
                <a:latin typeface="Book Antiqua"/>
                <a:cs typeface="Book Antiqua"/>
              </a:rPr>
              <a:t>risk,</a:t>
            </a:r>
            <a:r>
              <a:rPr lang="en-US" sz="2400" spc="5" dirty="0">
                <a:latin typeface="Book Antiqua"/>
                <a:cs typeface="Book Antiqua"/>
              </a:rPr>
              <a:t> </a:t>
            </a:r>
            <a:r>
              <a:rPr lang="en-US" sz="2400" spc="-5" dirty="0">
                <a:latin typeface="Book Antiqua"/>
                <a:cs typeface="Book Antiqua"/>
              </a:rPr>
              <a:t>resources</a:t>
            </a:r>
            <a:r>
              <a:rPr lang="en-US" sz="2400" spc="5" dirty="0">
                <a:latin typeface="Book Antiqua"/>
                <a:cs typeface="Book Antiqua"/>
              </a:rPr>
              <a:t> will </a:t>
            </a:r>
            <a:r>
              <a:rPr lang="en-US" sz="2400" spc="-5" dirty="0">
                <a:latin typeface="Book Antiqua"/>
                <a:cs typeface="Book Antiqua"/>
              </a:rPr>
              <a:t>require,</a:t>
            </a:r>
            <a:r>
              <a:rPr lang="en-US" sz="2400" spc="5" dirty="0">
                <a:latin typeface="Book Antiqua"/>
                <a:cs typeface="Book Antiqua"/>
              </a:rPr>
              <a:t> work </a:t>
            </a:r>
            <a:r>
              <a:rPr lang="en-US" sz="2400" dirty="0">
                <a:latin typeface="Book Antiqua"/>
                <a:cs typeface="Book Antiqua"/>
              </a:rPr>
              <a:t>products</a:t>
            </a:r>
            <a:r>
              <a:rPr lang="en-US" sz="2400" spc="5" dirty="0">
                <a:latin typeface="Book Antiqua"/>
                <a:cs typeface="Book Antiqua"/>
              </a:rPr>
              <a:t> to </a:t>
            </a:r>
            <a:r>
              <a:rPr lang="en-US" sz="2400" spc="-420" dirty="0">
                <a:latin typeface="Book Antiqua"/>
                <a:cs typeface="Book Antiqua"/>
              </a:rPr>
              <a:t> </a:t>
            </a:r>
            <a:r>
              <a:rPr lang="en-US" sz="2400" spc="5" dirty="0">
                <a:latin typeface="Book Antiqua"/>
                <a:cs typeface="Book Antiqua"/>
              </a:rPr>
              <a:t>be</a:t>
            </a:r>
            <a:r>
              <a:rPr lang="en-US" sz="2400" spc="-5" dirty="0">
                <a:latin typeface="Book Antiqua"/>
                <a:cs typeface="Book Antiqua"/>
              </a:rPr>
              <a:t> </a:t>
            </a:r>
            <a:r>
              <a:rPr lang="en-US" sz="2400" dirty="0">
                <a:latin typeface="Book Antiqua"/>
                <a:cs typeface="Book Antiqua"/>
              </a:rPr>
              <a:t>produced </a:t>
            </a:r>
            <a:r>
              <a:rPr lang="en-US" sz="2400" spc="5" dirty="0">
                <a:latin typeface="Book Antiqua"/>
                <a:cs typeface="Book Antiqua"/>
              </a:rPr>
              <a:t>and</a:t>
            </a:r>
            <a:r>
              <a:rPr lang="en-US" sz="2400" dirty="0">
                <a:latin typeface="Book Antiqua"/>
                <a:cs typeface="Book Antiqua"/>
              </a:rPr>
              <a:t> </a:t>
            </a:r>
            <a:r>
              <a:rPr lang="en-US" sz="2400" spc="5" dirty="0">
                <a:latin typeface="Book Antiqua"/>
                <a:cs typeface="Book Antiqua"/>
              </a:rPr>
              <a:t>a</a:t>
            </a:r>
            <a:r>
              <a:rPr lang="en-US" sz="2400" dirty="0">
                <a:latin typeface="Book Antiqua"/>
                <a:cs typeface="Book Antiqua"/>
              </a:rPr>
              <a:t> </a:t>
            </a:r>
            <a:r>
              <a:rPr lang="en-US" sz="2400" spc="5" dirty="0">
                <a:latin typeface="Book Antiqua"/>
                <a:cs typeface="Book Antiqua"/>
              </a:rPr>
              <a:t>work</a:t>
            </a:r>
            <a:r>
              <a:rPr lang="en-US" sz="2400" dirty="0">
                <a:latin typeface="Book Antiqua"/>
                <a:cs typeface="Book Antiqua"/>
              </a:rPr>
              <a:t> schedule</a:t>
            </a:r>
            <a:endParaRPr sz="2350">
              <a:latin typeface="Book Antiqua"/>
              <a:cs typeface="Book Antiqu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17" name="object 17"/>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dirty="0"/>
              <a:pPr marL="38100">
                <a:lnSpc>
                  <a:spcPts val="1425"/>
                </a:lnSpc>
              </a:pPr>
              <a:t>17</a:t>
            </a:fld>
            <a:endParaRPr dirty="0"/>
          </a:p>
        </p:txBody>
      </p:sp>
      <p:sp>
        <p:nvSpPr>
          <p:cNvPr id="10" name="object 10"/>
          <p:cNvSpPr txBox="1"/>
          <p:nvPr/>
        </p:nvSpPr>
        <p:spPr>
          <a:xfrm>
            <a:off x="381000" y="914400"/>
            <a:ext cx="8458200" cy="4843634"/>
          </a:xfrm>
          <a:prstGeom prst="rect">
            <a:avLst/>
          </a:prstGeom>
        </p:spPr>
        <p:txBody>
          <a:bodyPr vert="horz" wrap="square" lIns="0" tIns="41910" rIns="0" bIns="0" rtlCol="0">
            <a:spAutoFit/>
          </a:bodyPr>
          <a:lstStyle/>
          <a:p>
            <a:pPr marL="290195" marR="30480" indent="-252729">
              <a:buClr>
                <a:srgbClr val="0BD0D9"/>
              </a:buClr>
              <a:buSzPct val="95000"/>
              <a:buFont typeface="Arial"/>
              <a:buChar char="●"/>
              <a:tabLst>
                <a:tab pos="290830" algn="l"/>
              </a:tabLst>
            </a:pPr>
            <a:r>
              <a:rPr sz="2400" b="1" spc="10" dirty="0">
                <a:latin typeface="Bookman Old Style" pitchFamily="18" charset="0"/>
                <a:cs typeface="Palatino Linotype"/>
              </a:rPr>
              <a:t>Modeling </a:t>
            </a:r>
            <a:r>
              <a:rPr sz="2400" b="1" spc="5" dirty="0">
                <a:latin typeface="Bookman Old Style" pitchFamily="18" charset="0"/>
                <a:cs typeface="Palatino Linotype"/>
              </a:rPr>
              <a:t>: </a:t>
            </a:r>
            <a:r>
              <a:rPr sz="2400" spc="15" dirty="0">
                <a:latin typeface="Bookman Old Style" pitchFamily="18" charset="0"/>
                <a:cs typeface="Book Antiqua"/>
              </a:rPr>
              <a:t>A </a:t>
            </a:r>
            <a:r>
              <a:rPr sz="2400" spc="5" dirty="0">
                <a:latin typeface="Bookman Old Style" pitchFamily="18" charset="0"/>
                <a:cs typeface="Book Antiqua"/>
              </a:rPr>
              <a:t>software engineer </a:t>
            </a:r>
            <a:r>
              <a:rPr sz="2400" dirty="0">
                <a:latin typeface="Bookman Old Style" pitchFamily="18" charset="0"/>
                <a:cs typeface="Book Antiqua"/>
              </a:rPr>
              <a:t>create </a:t>
            </a:r>
            <a:r>
              <a:rPr sz="2400" spc="10" dirty="0">
                <a:latin typeface="Bookman Old Style" pitchFamily="18" charset="0"/>
                <a:cs typeface="Book Antiqua"/>
              </a:rPr>
              <a:t>models to better understand </a:t>
            </a:r>
            <a:r>
              <a:rPr sz="2400" spc="15" dirty="0">
                <a:latin typeface="Bookman Old Style" pitchFamily="18" charset="0"/>
                <a:cs typeface="Book Antiqua"/>
              </a:rPr>
              <a:t> </a:t>
            </a:r>
            <a:r>
              <a:rPr sz="2400" spc="5" dirty="0">
                <a:latin typeface="Bookman Old Style" pitchFamily="18" charset="0"/>
                <a:cs typeface="Book Antiqua"/>
              </a:rPr>
              <a:t>software</a:t>
            </a:r>
            <a:r>
              <a:rPr sz="2400" spc="10" dirty="0">
                <a:latin typeface="Bookman Old Style" pitchFamily="18" charset="0"/>
                <a:cs typeface="Book Antiqua"/>
              </a:rPr>
              <a:t> </a:t>
            </a:r>
            <a:r>
              <a:rPr sz="2400" dirty="0">
                <a:latin typeface="Bookman Old Style" pitchFamily="18" charset="0"/>
                <a:cs typeface="Book Antiqua"/>
              </a:rPr>
              <a:t>requirements</a:t>
            </a:r>
            <a:r>
              <a:rPr sz="2400" spc="10" dirty="0">
                <a:latin typeface="Bookman Old Style" pitchFamily="18" charset="0"/>
                <a:cs typeface="Book Antiqua"/>
              </a:rPr>
              <a:t> and</a:t>
            </a:r>
            <a:r>
              <a:rPr sz="2400" spc="15" dirty="0">
                <a:latin typeface="Bookman Old Style" pitchFamily="18" charset="0"/>
                <a:cs typeface="Book Antiqua"/>
              </a:rPr>
              <a:t> </a:t>
            </a:r>
            <a:r>
              <a:rPr sz="2400" spc="5" dirty="0">
                <a:latin typeface="Bookman Old Style" pitchFamily="18" charset="0"/>
                <a:cs typeface="Book Antiqua"/>
              </a:rPr>
              <a:t>the</a:t>
            </a:r>
            <a:r>
              <a:rPr sz="2400" spc="10" dirty="0">
                <a:latin typeface="Bookman Old Style" pitchFamily="18" charset="0"/>
                <a:cs typeface="Book Antiqua"/>
              </a:rPr>
              <a:t> design</a:t>
            </a:r>
            <a:r>
              <a:rPr sz="2400" spc="15" dirty="0">
                <a:latin typeface="Bookman Old Style" pitchFamily="18" charset="0"/>
                <a:cs typeface="Book Antiqua"/>
              </a:rPr>
              <a:t> </a:t>
            </a:r>
            <a:r>
              <a:rPr sz="2400" spc="5" dirty="0">
                <a:latin typeface="Bookman Old Style" pitchFamily="18" charset="0"/>
                <a:cs typeface="Book Antiqua"/>
              </a:rPr>
              <a:t>that</a:t>
            </a:r>
            <a:r>
              <a:rPr sz="2400" spc="10" dirty="0">
                <a:latin typeface="Bookman Old Style" pitchFamily="18" charset="0"/>
                <a:cs typeface="Book Antiqua"/>
              </a:rPr>
              <a:t> will </a:t>
            </a:r>
            <a:r>
              <a:rPr sz="2400" spc="5" dirty="0">
                <a:latin typeface="Bookman Old Style" pitchFamily="18" charset="0"/>
                <a:cs typeface="Book Antiqua"/>
              </a:rPr>
              <a:t>achieve</a:t>
            </a:r>
            <a:r>
              <a:rPr sz="2400" spc="15" dirty="0">
                <a:latin typeface="Bookman Old Style" pitchFamily="18" charset="0"/>
                <a:cs typeface="Book Antiqua"/>
              </a:rPr>
              <a:t> </a:t>
            </a:r>
            <a:r>
              <a:rPr sz="2400" dirty="0">
                <a:latin typeface="Bookman Old Style" pitchFamily="18" charset="0"/>
                <a:cs typeface="Book Antiqua"/>
              </a:rPr>
              <a:t>requirements.</a:t>
            </a:r>
            <a:endParaRPr sz="2400">
              <a:latin typeface="Bookman Old Style" pitchFamily="18" charset="0"/>
              <a:cs typeface="Book Antiqua"/>
            </a:endParaRPr>
          </a:p>
          <a:p>
            <a:pPr marL="564515" marR="537210" lvl="1" indent="-252729">
              <a:buClr>
                <a:srgbClr val="0BD0D9"/>
              </a:buClr>
              <a:buSzPct val="96000"/>
              <a:buFont typeface="Arial"/>
              <a:buChar char="●"/>
              <a:tabLst>
                <a:tab pos="564515" algn="l"/>
                <a:tab pos="565150" algn="l"/>
              </a:tabLst>
            </a:pPr>
            <a:r>
              <a:rPr sz="2400" spc="20" dirty="0">
                <a:latin typeface="Bookman Old Style" pitchFamily="18" charset="0"/>
                <a:cs typeface="Book Antiqua"/>
              </a:rPr>
              <a:t>Help</a:t>
            </a:r>
            <a:r>
              <a:rPr sz="2400" spc="15" dirty="0">
                <a:latin typeface="Bookman Old Style" pitchFamily="18" charset="0"/>
                <a:cs typeface="Book Antiqua"/>
              </a:rPr>
              <a:t> developer </a:t>
            </a:r>
            <a:r>
              <a:rPr sz="2400" spc="20" dirty="0">
                <a:latin typeface="Bookman Old Style" pitchFamily="18" charset="0"/>
                <a:cs typeface="Book Antiqua"/>
              </a:rPr>
              <a:t>and</a:t>
            </a:r>
            <a:r>
              <a:rPr sz="2400" spc="15" dirty="0">
                <a:latin typeface="Bookman Old Style" pitchFamily="18" charset="0"/>
                <a:cs typeface="Book Antiqua"/>
              </a:rPr>
              <a:t> customer</a:t>
            </a:r>
            <a:r>
              <a:rPr sz="2400" spc="20" dirty="0">
                <a:latin typeface="Bookman Old Style" pitchFamily="18" charset="0"/>
                <a:cs typeface="Book Antiqua"/>
              </a:rPr>
              <a:t> </a:t>
            </a:r>
            <a:r>
              <a:rPr sz="2400" spc="15" dirty="0">
                <a:latin typeface="Bookman Old Style" pitchFamily="18" charset="0"/>
                <a:cs typeface="Book Antiqua"/>
              </a:rPr>
              <a:t>to understand </a:t>
            </a:r>
            <a:r>
              <a:rPr sz="2400" spc="10" dirty="0">
                <a:latin typeface="Bookman Old Style" pitchFamily="18" charset="0"/>
                <a:cs typeface="Book Antiqua"/>
              </a:rPr>
              <a:t>requirements</a:t>
            </a:r>
            <a:r>
              <a:rPr sz="2400" spc="20" dirty="0">
                <a:latin typeface="Bookman Old Style" pitchFamily="18" charset="0"/>
                <a:cs typeface="Book Antiqua"/>
              </a:rPr>
              <a:t> </a:t>
            </a:r>
            <a:r>
              <a:rPr sz="2400" spc="15" dirty="0">
                <a:latin typeface="Bookman Old Style" pitchFamily="18" charset="0"/>
                <a:cs typeface="Book Antiqua"/>
              </a:rPr>
              <a:t>(Analysis of </a:t>
            </a:r>
            <a:r>
              <a:rPr sz="2400" spc="10" dirty="0">
                <a:latin typeface="Bookman Old Style" pitchFamily="18" charset="0"/>
                <a:cs typeface="Book Antiqua"/>
              </a:rPr>
              <a:t>requirements)</a:t>
            </a:r>
            <a:r>
              <a:rPr sz="2400" spc="20" dirty="0">
                <a:latin typeface="Bookman Old Style" pitchFamily="18" charset="0"/>
                <a:cs typeface="Book Antiqua"/>
              </a:rPr>
              <a:t> </a:t>
            </a:r>
            <a:r>
              <a:rPr sz="2400" spc="25" dirty="0">
                <a:latin typeface="Bookman Old Style" pitchFamily="18" charset="0"/>
                <a:cs typeface="Book Antiqua"/>
              </a:rPr>
              <a:t>&amp;</a:t>
            </a:r>
            <a:r>
              <a:rPr sz="2400" spc="15" dirty="0">
                <a:latin typeface="Bookman Old Style" pitchFamily="18" charset="0"/>
                <a:cs typeface="Book Antiqua"/>
              </a:rPr>
              <a:t> Design of </a:t>
            </a:r>
            <a:r>
              <a:rPr sz="2400" spc="-295" dirty="0">
                <a:latin typeface="Bookman Old Style" pitchFamily="18" charset="0"/>
                <a:cs typeface="Book Antiqua"/>
              </a:rPr>
              <a:t> </a:t>
            </a:r>
            <a:r>
              <a:rPr sz="2400" spc="15" dirty="0">
                <a:latin typeface="Bookman Old Style" pitchFamily="18" charset="0"/>
                <a:cs typeface="Book Antiqua"/>
              </a:rPr>
              <a:t>software</a:t>
            </a:r>
            <a:endParaRPr sz="2400">
              <a:latin typeface="Bookman Old Style" pitchFamily="18" charset="0"/>
              <a:cs typeface="Book Antiqua"/>
            </a:endParaRPr>
          </a:p>
          <a:p>
            <a:pPr marL="290195" marR="521334" indent="-252729">
              <a:buClr>
                <a:srgbClr val="0BD0D9"/>
              </a:buClr>
              <a:buSzPct val="95000"/>
              <a:buFont typeface="Arial"/>
              <a:buChar char="●"/>
              <a:tabLst>
                <a:tab pos="290830" algn="l"/>
                <a:tab pos="2074545" algn="l"/>
              </a:tabLst>
            </a:pPr>
            <a:r>
              <a:rPr sz="2400" b="1" spc="10" dirty="0">
                <a:latin typeface="Bookman Old Style" pitchFamily="18" charset="0"/>
                <a:cs typeface="Palatino Linotype"/>
              </a:rPr>
              <a:t>Construction</a:t>
            </a:r>
            <a:r>
              <a:rPr sz="2400" b="1" spc="5" dirty="0">
                <a:latin typeface="Bookman Old Style" pitchFamily="18" charset="0"/>
                <a:cs typeface="Palatino Linotype"/>
              </a:rPr>
              <a:t> :	</a:t>
            </a:r>
            <a:r>
              <a:rPr sz="2400" spc="5" dirty="0">
                <a:latin typeface="Bookman Old Style" pitchFamily="18" charset="0"/>
                <a:cs typeface="Book Antiqua"/>
              </a:rPr>
              <a:t>This activity </a:t>
            </a:r>
            <a:r>
              <a:rPr sz="2400" spc="10" dirty="0">
                <a:latin typeface="Bookman Old Style" pitchFamily="18" charset="0"/>
                <a:cs typeface="Book Antiqua"/>
              </a:rPr>
              <a:t>combines code generation </a:t>
            </a:r>
            <a:r>
              <a:rPr sz="2400" spc="5" dirty="0">
                <a:latin typeface="Bookman Old Style" pitchFamily="18" charset="0"/>
                <a:cs typeface="Book Antiqua"/>
              </a:rPr>
              <a:t>(either </a:t>
            </a:r>
            <a:r>
              <a:rPr sz="2400" spc="10" dirty="0">
                <a:latin typeface="Bookman Old Style" pitchFamily="18" charset="0"/>
                <a:cs typeface="Book Antiqua"/>
              </a:rPr>
              <a:t> manual</a:t>
            </a:r>
            <a:r>
              <a:rPr sz="2400" spc="5" dirty="0">
                <a:latin typeface="Bookman Old Style" pitchFamily="18" charset="0"/>
                <a:cs typeface="Book Antiqua"/>
              </a:rPr>
              <a:t> </a:t>
            </a:r>
            <a:r>
              <a:rPr sz="2400" spc="10" dirty="0">
                <a:latin typeface="Bookman Old Style" pitchFamily="18" charset="0"/>
                <a:cs typeface="Book Antiqua"/>
              </a:rPr>
              <a:t>or automated) and </a:t>
            </a:r>
            <a:r>
              <a:rPr sz="2400" spc="5" dirty="0">
                <a:latin typeface="Bookman Old Style" pitchFamily="18" charset="0"/>
                <a:cs typeface="Book Antiqua"/>
              </a:rPr>
              <a:t>the</a:t>
            </a:r>
            <a:r>
              <a:rPr sz="2400" spc="10" dirty="0">
                <a:latin typeface="Bookman Old Style" pitchFamily="18" charset="0"/>
                <a:cs typeface="Book Antiqua"/>
              </a:rPr>
              <a:t> </a:t>
            </a:r>
            <a:r>
              <a:rPr sz="2400" spc="5" dirty="0">
                <a:latin typeface="Bookman Old Style" pitchFamily="18" charset="0"/>
                <a:cs typeface="Book Antiqua"/>
              </a:rPr>
              <a:t>testing</a:t>
            </a:r>
            <a:r>
              <a:rPr sz="2400" spc="10" dirty="0">
                <a:latin typeface="Bookman Old Style" pitchFamily="18" charset="0"/>
                <a:cs typeface="Book Antiqua"/>
              </a:rPr>
              <a:t> </a:t>
            </a:r>
            <a:r>
              <a:rPr sz="2400" spc="5" dirty="0">
                <a:latin typeface="Bookman Old Style" pitchFamily="18" charset="0"/>
                <a:cs typeface="Book Antiqua"/>
              </a:rPr>
              <a:t>that</a:t>
            </a:r>
            <a:r>
              <a:rPr sz="2400" spc="10" dirty="0">
                <a:latin typeface="Bookman Old Style" pitchFamily="18" charset="0"/>
                <a:cs typeface="Book Antiqua"/>
              </a:rPr>
              <a:t> </a:t>
            </a:r>
            <a:r>
              <a:rPr sz="2400" spc="5" dirty="0">
                <a:latin typeface="Bookman Old Style" pitchFamily="18" charset="0"/>
                <a:cs typeface="Book Antiqua"/>
              </a:rPr>
              <a:t>is</a:t>
            </a:r>
            <a:r>
              <a:rPr sz="2400" spc="10" dirty="0">
                <a:latin typeface="Bookman Old Style" pitchFamily="18" charset="0"/>
                <a:cs typeface="Book Antiqua"/>
              </a:rPr>
              <a:t> </a:t>
            </a:r>
            <a:r>
              <a:rPr sz="2400" dirty="0">
                <a:latin typeface="Bookman Old Style" pitchFamily="18" charset="0"/>
                <a:cs typeface="Book Antiqua"/>
              </a:rPr>
              <a:t>required</a:t>
            </a:r>
            <a:r>
              <a:rPr sz="2400" spc="10" dirty="0">
                <a:latin typeface="Bookman Old Style" pitchFamily="18" charset="0"/>
                <a:cs typeface="Book Antiqua"/>
              </a:rPr>
              <a:t> to </a:t>
            </a:r>
            <a:r>
              <a:rPr sz="2400" spc="5" dirty="0">
                <a:latin typeface="Bookman Old Style" pitchFamily="18" charset="0"/>
                <a:cs typeface="Book Antiqua"/>
              </a:rPr>
              <a:t>uncover </a:t>
            </a:r>
            <a:r>
              <a:rPr sz="2400" spc="-484" dirty="0">
                <a:latin typeface="Bookman Old Style" pitchFamily="18" charset="0"/>
                <a:cs typeface="Book Antiqua"/>
              </a:rPr>
              <a:t> </a:t>
            </a:r>
            <a:r>
              <a:rPr sz="2400" dirty="0">
                <a:latin typeface="Bookman Old Style" pitchFamily="18" charset="0"/>
                <a:cs typeface="Book Antiqua"/>
              </a:rPr>
              <a:t>errors </a:t>
            </a:r>
            <a:r>
              <a:rPr sz="2400" spc="5" dirty="0">
                <a:latin typeface="Bookman Old Style" pitchFamily="18" charset="0"/>
                <a:cs typeface="Book Antiqua"/>
              </a:rPr>
              <a:t>in </a:t>
            </a:r>
            <a:r>
              <a:rPr sz="2400" spc="5">
                <a:latin typeface="Bookman Old Style" pitchFamily="18" charset="0"/>
                <a:cs typeface="Book Antiqua"/>
              </a:rPr>
              <a:t>the </a:t>
            </a:r>
            <a:r>
              <a:rPr sz="2400" spc="10">
                <a:latin typeface="Bookman Old Style" pitchFamily="18" charset="0"/>
                <a:cs typeface="Book Antiqua"/>
              </a:rPr>
              <a:t>code</a:t>
            </a:r>
            <a:endParaRPr lang="en-US" sz="2400" spc="10" dirty="0">
              <a:latin typeface="Bookman Old Style" pitchFamily="18" charset="0"/>
              <a:cs typeface="Book Antiqua"/>
            </a:endParaRPr>
          </a:p>
          <a:p>
            <a:pPr marL="747395" marR="521334" lvl="1" indent="-252729">
              <a:buClr>
                <a:srgbClr val="0BD0D9"/>
              </a:buClr>
              <a:buSzPct val="95000"/>
              <a:buFont typeface="Arial"/>
              <a:buChar char="●"/>
              <a:tabLst>
                <a:tab pos="290830" algn="l"/>
                <a:tab pos="2074545" algn="l"/>
              </a:tabLst>
            </a:pPr>
            <a:r>
              <a:rPr lang="en-US" sz="2400" spc="5" dirty="0">
                <a:latin typeface="Bookman Old Style" pitchFamily="18" charset="0"/>
                <a:cs typeface="Book Antiqua"/>
              </a:rPr>
              <a:t>Code generation: </a:t>
            </a:r>
            <a:r>
              <a:rPr lang="en-US" sz="2400" dirty="0">
                <a:latin typeface="Bookman Old Style" pitchFamily="18" charset="0"/>
                <a:cs typeface="Book Antiqua"/>
              </a:rPr>
              <a:t>either </a:t>
            </a:r>
            <a:r>
              <a:rPr lang="en-US" sz="2400" spc="5" dirty="0">
                <a:latin typeface="Bookman Old Style" pitchFamily="18" charset="0"/>
                <a:cs typeface="Book Antiqua"/>
              </a:rPr>
              <a:t>manual or automated or both </a:t>
            </a:r>
            <a:r>
              <a:rPr lang="en-US" sz="2400" spc="-375" dirty="0">
                <a:latin typeface="Bookman Old Style" pitchFamily="18" charset="0"/>
                <a:cs typeface="Book Antiqua"/>
              </a:rPr>
              <a:t> </a:t>
            </a:r>
          </a:p>
          <a:p>
            <a:pPr marL="747395" marR="521334" lvl="1" indent="-252729">
              <a:buClr>
                <a:srgbClr val="0BD0D9"/>
              </a:buClr>
              <a:buSzPct val="95000"/>
              <a:buFont typeface="Arial"/>
              <a:buChar char="●"/>
              <a:tabLst>
                <a:tab pos="290830" algn="l"/>
                <a:tab pos="2074545" algn="l"/>
              </a:tabLst>
            </a:pPr>
            <a:r>
              <a:rPr lang="en-US" sz="2400" spc="-15" dirty="0">
                <a:latin typeface="Bookman Old Style" pitchFamily="18" charset="0"/>
                <a:cs typeface="Book Antiqua"/>
              </a:rPr>
              <a:t>Testing</a:t>
            </a:r>
            <a:r>
              <a:rPr lang="en-US" sz="2400" spc="-5" dirty="0">
                <a:latin typeface="Bookman Old Style" pitchFamily="18" charset="0"/>
                <a:cs typeface="Book Antiqua"/>
              </a:rPr>
              <a:t> </a:t>
            </a:r>
            <a:r>
              <a:rPr lang="en-US" sz="2400" spc="5" dirty="0">
                <a:latin typeface="Bookman Old Style" pitchFamily="18" charset="0"/>
                <a:cs typeface="Book Antiqua"/>
              </a:rPr>
              <a:t>–</a:t>
            </a:r>
            <a:r>
              <a:rPr lang="en-US" sz="2400" dirty="0">
                <a:latin typeface="Bookman Old Style" pitchFamily="18" charset="0"/>
                <a:cs typeface="Book Antiqua"/>
              </a:rPr>
              <a:t> </a:t>
            </a:r>
            <a:r>
              <a:rPr lang="en-US" sz="2400" spc="5" dirty="0">
                <a:latin typeface="Bookman Old Style" pitchFamily="18" charset="0"/>
                <a:cs typeface="Book Antiqua"/>
              </a:rPr>
              <a:t>to</a:t>
            </a:r>
            <a:r>
              <a:rPr lang="en-US" sz="2400" dirty="0">
                <a:latin typeface="Bookman Old Style" pitchFamily="18" charset="0"/>
                <a:cs typeface="Book Antiqua"/>
              </a:rPr>
              <a:t> </a:t>
            </a:r>
            <a:r>
              <a:rPr lang="en-US" sz="2400" spc="5" dirty="0">
                <a:latin typeface="Bookman Old Style" pitchFamily="18" charset="0"/>
                <a:cs typeface="Book Antiqua"/>
              </a:rPr>
              <a:t>uncover</a:t>
            </a:r>
            <a:r>
              <a:rPr lang="en-US" sz="2400" spc="-5" dirty="0">
                <a:latin typeface="Bookman Old Style" pitchFamily="18" charset="0"/>
                <a:cs typeface="Book Antiqua"/>
              </a:rPr>
              <a:t> </a:t>
            </a:r>
            <a:r>
              <a:rPr lang="en-US" sz="2400" dirty="0">
                <a:latin typeface="Bookman Old Style" pitchFamily="18" charset="0"/>
                <a:cs typeface="Book Antiqua"/>
              </a:rPr>
              <a:t>error </a:t>
            </a:r>
            <a:r>
              <a:rPr lang="en-US" sz="2400" spc="5" dirty="0">
                <a:latin typeface="Bookman Old Style" pitchFamily="18" charset="0"/>
                <a:cs typeface="Book Antiqua"/>
              </a:rPr>
              <a:t>in</a:t>
            </a:r>
            <a:r>
              <a:rPr lang="en-US" sz="2400" dirty="0">
                <a:latin typeface="Bookman Old Style" pitchFamily="18" charset="0"/>
                <a:cs typeface="Book Antiqua"/>
              </a:rPr>
              <a:t> the</a:t>
            </a:r>
            <a:r>
              <a:rPr lang="en-US" sz="2400" spc="-5" dirty="0">
                <a:latin typeface="Bookman Old Style" pitchFamily="18" charset="0"/>
                <a:cs typeface="Book Antiqua"/>
              </a:rPr>
              <a:t> </a:t>
            </a:r>
            <a:r>
              <a:rPr lang="en-US" sz="2400" dirty="0">
                <a:latin typeface="Bookman Old Style" pitchFamily="18" charset="0"/>
                <a:cs typeface="Book Antiqua"/>
              </a:rPr>
              <a:t>code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600200"/>
            <a:ext cx="8382000" cy="2677656"/>
          </a:xfrm>
          <a:prstGeom prst="rect">
            <a:avLst/>
          </a:prstGeom>
        </p:spPr>
        <p:txBody>
          <a:bodyPr wrap="square">
            <a:spAutoFit/>
          </a:bodyPr>
          <a:lstStyle/>
          <a:p>
            <a:pPr marL="290195" marR="521334" indent="-252729">
              <a:buClr>
                <a:srgbClr val="0BD0D9"/>
              </a:buClr>
              <a:buSzPct val="95000"/>
              <a:buFont typeface="Arial"/>
              <a:buChar char="●"/>
              <a:tabLst>
                <a:tab pos="290830" algn="l"/>
                <a:tab pos="2074545" algn="l"/>
              </a:tabLst>
            </a:pPr>
            <a:r>
              <a:rPr lang="en-US" sz="2400" b="1" spc="10" dirty="0">
                <a:latin typeface="Bookman Old Style" pitchFamily="18" charset="0"/>
                <a:cs typeface="Palatino Linotype"/>
              </a:rPr>
              <a:t>Deployment</a:t>
            </a:r>
            <a:r>
              <a:rPr lang="en-US" sz="2400" b="1" spc="15" dirty="0">
                <a:latin typeface="Bookman Old Style" pitchFamily="18" charset="0"/>
                <a:cs typeface="Palatino Linotype"/>
              </a:rPr>
              <a:t> </a:t>
            </a:r>
            <a:r>
              <a:rPr lang="en-US" sz="2400" spc="5" dirty="0">
                <a:latin typeface="Bookman Old Style" pitchFamily="18" charset="0"/>
                <a:cs typeface="Book Antiqua"/>
              </a:rPr>
              <a:t>:	</a:t>
            </a:r>
            <a:r>
              <a:rPr lang="en-US" sz="2400" spc="10" dirty="0">
                <a:latin typeface="Bookman Old Style" pitchFamily="18" charset="0"/>
                <a:cs typeface="Book Antiqua"/>
              </a:rPr>
              <a:t>The </a:t>
            </a:r>
            <a:r>
              <a:rPr lang="en-US" sz="2400" spc="5" dirty="0">
                <a:latin typeface="Bookman Old Style" pitchFamily="18" charset="0"/>
                <a:cs typeface="Book Antiqua"/>
              </a:rPr>
              <a:t>software </a:t>
            </a:r>
            <a:r>
              <a:rPr lang="en-US" sz="2400" spc="10" dirty="0">
                <a:latin typeface="Bookman Old Style" pitchFamily="18" charset="0"/>
                <a:cs typeface="Book Antiqua"/>
              </a:rPr>
              <a:t>(as a complete entity or as a partially </a:t>
            </a:r>
            <a:r>
              <a:rPr lang="en-US" sz="2400" spc="15" dirty="0">
                <a:latin typeface="Bookman Old Style" pitchFamily="18" charset="0"/>
                <a:cs typeface="Book Antiqua"/>
              </a:rPr>
              <a:t> </a:t>
            </a:r>
            <a:r>
              <a:rPr lang="en-US" sz="2400" spc="10" dirty="0">
                <a:latin typeface="Bookman Old Style" pitchFamily="18" charset="0"/>
                <a:cs typeface="Book Antiqua"/>
              </a:rPr>
              <a:t>completed </a:t>
            </a:r>
            <a:r>
              <a:rPr lang="en-US" sz="2400" spc="5" dirty="0">
                <a:latin typeface="Bookman Old Style" pitchFamily="18" charset="0"/>
                <a:cs typeface="Book Antiqua"/>
              </a:rPr>
              <a:t>increment) is delivered </a:t>
            </a:r>
            <a:r>
              <a:rPr lang="en-US" sz="2400" spc="10" dirty="0">
                <a:latin typeface="Bookman Old Style" pitchFamily="18" charset="0"/>
                <a:cs typeface="Book Antiqua"/>
              </a:rPr>
              <a:t>to </a:t>
            </a:r>
            <a:r>
              <a:rPr lang="en-US" sz="2400" spc="5" dirty="0">
                <a:latin typeface="Bookman Old Style" pitchFamily="18" charset="0"/>
                <a:cs typeface="Book Antiqua"/>
              </a:rPr>
              <a:t>the </a:t>
            </a:r>
            <a:r>
              <a:rPr lang="en-US" sz="2400" spc="10" dirty="0">
                <a:latin typeface="Bookman Old Style" pitchFamily="18" charset="0"/>
                <a:cs typeface="Book Antiqua"/>
              </a:rPr>
              <a:t>customer </a:t>
            </a:r>
            <a:r>
              <a:rPr lang="en-US" sz="2400" spc="15" dirty="0">
                <a:latin typeface="Bookman Old Style" pitchFamily="18" charset="0"/>
                <a:cs typeface="Book Antiqua"/>
              </a:rPr>
              <a:t>who </a:t>
            </a:r>
            <a:r>
              <a:rPr lang="en-US" sz="2400" spc="10" dirty="0">
                <a:latin typeface="Bookman Old Style" pitchFamily="18" charset="0"/>
                <a:cs typeface="Book Antiqua"/>
              </a:rPr>
              <a:t>evaluates </a:t>
            </a:r>
            <a:r>
              <a:rPr lang="en-US" sz="2400" spc="5" dirty="0">
                <a:latin typeface="Bookman Old Style" pitchFamily="18" charset="0"/>
                <a:cs typeface="Book Antiqua"/>
              </a:rPr>
              <a:t>the </a:t>
            </a:r>
            <a:r>
              <a:rPr lang="en-US" sz="2400" spc="-484" dirty="0">
                <a:latin typeface="Bookman Old Style" pitchFamily="18" charset="0"/>
                <a:cs typeface="Book Antiqua"/>
              </a:rPr>
              <a:t> </a:t>
            </a:r>
            <a:r>
              <a:rPr lang="en-US" sz="2400" spc="5" dirty="0">
                <a:latin typeface="Bookman Old Style" pitchFamily="18" charset="0"/>
                <a:cs typeface="Book Antiqua"/>
              </a:rPr>
              <a:t>delivered</a:t>
            </a:r>
            <a:r>
              <a:rPr lang="en-US" sz="2400" dirty="0">
                <a:latin typeface="Bookman Old Style" pitchFamily="18" charset="0"/>
                <a:cs typeface="Book Antiqua"/>
              </a:rPr>
              <a:t> product</a:t>
            </a:r>
            <a:r>
              <a:rPr lang="en-US" sz="2400" spc="5" dirty="0">
                <a:latin typeface="Bookman Old Style" pitchFamily="18" charset="0"/>
                <a:cs typeface="Book Antiqua"/>
              </a:rPr>
              <a:t> </a:t>
            </a:r>
            <a:r>
              <a:rPr lang="en-US" sz="2400" spc="10" dirty="0">
                <a:latin typeface="Bookman Old Style" pitchFamily="18" charset="0"/>
                <a:cs typeface="Book Antiqua"/>
              </a:rPr>
              <a:t>and</a:t>
            </a:r>
            <a:r>
              <a:rPr lang="en-US" sz="2400" spc="5" dirty="0">
                <a:latin typeface="Bookman Old Style" pitchFamily="18" charset="0"/>
                <a:cs typeface="Book Antiqua"/>
              </a:rPr>
              <a:t> provides </a:t>
            </a:r>
            <a:r>
              <a:rPr lang="en-US" sz="2400" spc="10" dirty="0">
                <a:latin typeface="Bookman Old Style" pitchFamily="18" charset="0"/>
                <a:cs typeface="Book Antiqua"/>
              </a:rPr>
              <a:t>feedback</a:t>
            </a:r>
            <a:r>
              <a:rPr lang="en-US" sz="2400" dirty="0">
                <a:latin typeface="Bookman Old Style" pitchFamily="18" charset="0"/>
                <a:cs typeface="Book Antiqua"/>
              </a:rPr>
              <a:t> </a:t>
            </a:r>
            <a:r>
              <a:rPr lang="en-US" sz="2400" spc="10" dirty="0">
                <a:latin typeface="Bookman Old Style" pitchFamily="18" charset="0"/>
                <a:cs typeface="Book Antiqua"/>
              </a:rPr>
              <a:t>based</a:t>
            </a:r>
            <a:r>
              <a:rPr lang="en-US" sz="2400" spc="5" dirty="0">
                <a:latin typeface="Bookman Old Style" pitchFamily="18" charset="0"/>
                <a:cs typeface="Book Antiqua"/>
              </a:rPr>
              <a:t> </a:t>
            </a:r>
            <a:r>
              <a:rPr lang="en-US" sz="2400" spc="10" dirty="0">
                <a:latin typeface="Bookman Old Style" pitchFamily="18" charset="0"/>
                <a:cs typeface="Book Antiqua"/>
              </a:rPr>
              <a:t>on</a:t>
            </a:r>
            <a:r>
              <a:rPr lang="en-US" sz="2400" spc="5" dirty="0">
                <a:latin typeface="Bookman Old Style" pitchFamily="18" charset="0"/>
                <a:cs typeface="Book Antiqua"/>
              </a:rPr>
              <a:t> the </a:t>
            </a:r>
            <a:r>
              <a:rPr lang="en-US" sz="2400" spc="10" dirty="0">
                <a:latin typeface="Bookman Old Style" pitchFamily="18" charset="0"/>
                <a:cs typeface="Book Antiqua"/>
              </a:rPr>
              <a:t>evaluation</a:t>
            </a:r>
            <a:endParaRPr lang="en-US" sz="2400" dirty="0">
              <a:latin typeface="Bookman Old Style" pitchFamily="18" charset="0"/>
              <a:cs typeface="Book Antiqua"/>
            </a:endParaRPr>
          </a:p>
          <a:p>
            <a:pPr marL="747395" marR="521334" lvl="1" indent="-252729">
              <a:buClr>
                <a:srgbClr val="0BD0D9"/>
              </a:buClr>
              <a:buSzPct val="95000"/>
              <a:buFont typeface="Arial"/>
              <a:buChar char="●"/>
              <a:tabLst>
                <a:tab pos="290830" algn="l"/>
                <a:tab pos="2074545" algn="l"/>
              </a:tabLst>
            </a:pPr>
            <a:r>
              <a:rPr lang="en-US" sz="2400" spc="5" dirty="0">
                <a:latin typeface="Bookman Old Style" pitchFamily="18" charset="0"/>
                <a:cs typeface="Book Antiqua"/>
              </a:rPr>
              <a:t>Delivery</a:t>
            </a:r>
            <a:r>
              <a:rPr lang="en-US" sz="2400" spc="-10" dirty="0">
                <a:latin typeface="Bookman Old Style" pitchFamily="18" charset="0"/>
                <a:cs typeface="Book Antiqua"/>
              </a:rPr>
              <a:t> </a:t>
            </a:r>
            <a:r>
              <a:rPr lang="en-US" sz="2400" spc="5" dirty="0">
                <a:latin typeface="Bookman Old Style" pitchFamily="18" charset="0"/>
                <a:cs typeface="Book Antiqua"/>
              </a:rPr>
              <a:t>to</a:t>
            </a:r>
            <a:r>
              <a:rPr lang="en-US" sz="2400" spc="-10" dirty="0">
                <a:latin typeface="Bookman Old Style" pitchFamily="18" charset="0"/>
                <a:cs typeface="Book Antiqua"/>
              </a:rPr>
              <a:t> </a:t>
            </a:r>
            <a:r>
              <a:rPr lang="en-US" sz="2400" dirty="0">
                <a:latin typeface="Bookman Old Style" pitchFamily="18" charset="0"/>
                <a:cs typeface="Book Antiqua"/>
              </a:rPr>
              <a:t>the</a:t>
            </a:r>
            <a:r>
              <a:rPr lang="en-US" sz="2400" spc="-10" dirty="0">
                <a:latin typeface="Bookman Old Style" pitchFamily="18" charset="0"/>
                <a:cs typeface="Book Antiqua"/>
              </a:rPr>
              <a:t> </a:t>
            </a:r>
            <a:r>
              <a:rPr lang="en-US" sz="2400" spc="5" dirty="0">
                <a:latin typeface="Bookman Old Style" pitchFamily="18" charset="0"/>
                <a:cs typeface="Book Antiqua"/>
              </a:rPr>
              <a:t>customer</a:t>
            </a:r>
            <a:r>
              <a:rPr lang="en-US" sz="2400" spc="-10" dirty="0">
                <a:latin typeface="Bookman Old Style" pitchFamily="18" charset="0"/>
                <a:cs typeface="Book Antiqua"/>
              </a:rPr>
              <a:t> </a:t>
            </a:r>
            <a:r>
              <a:rPr lang="en-US" sz="2400" dirty="0">
                <a:latin typeface="Bookman Old Style" pitchFamily="18" charset="0"/>
                <a:cs typeface="Book Antiqua"/>
              </a:rPr>
              <a:t>for</a:t>
            </a:r>
            <a:r>
              <a:rPr lang="en-US" sz="2400" spc="-10" dirty="0">
                <a:latin typeface="Bookman Old Style" pitchFamily="18" charset="0"/>
                <a:cs typeface="Book Antiqua"/>
              </a:rPr>
              <a:t> </a:t>
            </a:r>
            <a:r>
              <a:rPr lang="en-US" sz="2400" spc="5" dirty="0">
                <a:latin typeface="Bookman Old Style" pitchFamily="18" charset="0"/>
                <a:cs typeface="Book Antiqua"/>
              </a:rPr>
              <a:t>evaluation </a:t>
            </a:r>
            <a:r>
              <a:rPr lang="en-US" sz="2400" spc="-370" dirty="0">
                <a:latin typeface="Bookman Old Style" pitchFamily="18" charset="0"/>
                <a:cs typeface="Book Antiqua"/>
              </a:rPr>
              <a:t> </a:t>
            </a:r>
          </a:p>
          <a:p>
            <a:pPr marL="747395" marR="521334" lvl="1" indent="-252729">
              <a:buClr>
                <a:srgbClr val="0BD0D9"/>
              </a:buClr>
              <a:buSzPct val="95000"/>
              <a:buFont typeface="Arial"/>
              <a:buChar char="●"/>
              <a:tabLst>
                <a:tab pos="290830" algn="l"/>
                <a:tab pos="2074545" algn="l"/>
              </a:tabLst>
            </a:pPr>
            <a:r>
              <a:rPr lang="en-US" sz="2400" spc="5" dirty="0">
                <a:latin typeface="Bookman Old Style" pitchFamily="18" charset="0"/>
                <a:cs typeface="Book Antiqua"/>
              </a:rPr>
              <a:t>Customer</a:t>
            </a:r>
            <a:r>
              <a:rPr lang="en-US" sz="2400" spc="-5" dirty="0">
                <a:latin typeface="Bookman Old Style" pitchFamily="18" charset="0"/>
                <a:cs typeface="Book Antiqua"/>
              </a:rPr>
              <a:t> </a:t>
            </a:r>
            <a:r>
              <a:rPr lang="en-US" sz="2400" dirty="0">
                <a:latin typeface="Bookman Old Style" pitchFamily="18" charset="0"/>
                <a:cs typeface="Book Antiqua"/>
              </a:rPr>
              <a:t>provide</a:t>
            </a:r>
            <a:r>
              <a:rPr lang="en-US" sz="2400" spc="-5" dirty="0">
                <a:latin typeface="Bookman Old Style" pitchFamily="18" charset="0"/>
                <a:cs typeface="Book Antiqua"/>
              </a:rPr>
              <a:t> </a:t>
            </a:r>
            <a:r>
              <a:rPr lang="en-US" sz="2400" spc="5" dirty="0">
                <a:latin typeface="Bookman Old Style" pitchFamily="18" charset="0"/>
                <a:cs typeface="Book Antiqua"/>
              </a:rPr>
              <a:t>feedback</a:t>
            </a:r>
            <a:endParaRPr lang="en-US" sz="2400" dirty="0">
              <a:latin typeface="Bookman Old Style" pitchFamily="18" charset="0"/>
              <a:cs typeface="Book Antiqu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9" name="object 9"/>
          <p:cNvSpPr txBox="1">
            <a:spLocks noGrp="1"/>
          </p:cNvSpPr>
          <p:nvPr>
            <p:ph type="title"/>
          </p:nvPr>
        </p:nvSpPr>
        <p:spPr>
          <a:xfrm>
            <a:off x="457200" y="457200"/>
            <a:ext cx="4953000" cy="628377"/>
          </a:xfrm>
          <a:prstGeom prst="rect">
            <a:avLst/>
          </a:prstGeom>
        </p:spPr>
        <p:txBody>
          <a:bodyPr vert="horz" wrap="square" lIns="0" tIns="12700" rIns="0" bIns="0" rtlCol="0">
            <a:spAutoFit/>
          </a:bodyPr>
          <a:lstStyle/>
          <a:p>
            <a:pPr marL="12700">
              <a:lnSpc>
                <a:spcPct val="100000"/>
              </a:lnSpc>
              <a:spcBef>
                <a:spcPts val="100"/>
              </a:spcBef>
            </a:pPr>
            <a:r>
              <a:rPr sz="4000" b="1" spc="-20" dirty="0">
                <a:solidFill>
                  <a:schemeClr val="tx1"/>
                </a:solidFill>
                <a:latin typeface="Bookman Old Style" pitchFamily="18" charset="0"/>
              </a:rPr>
              <a:t>Software</a:t>
            </a:r>
            <a:r>
              <a:rPr sz="4000" b="1" spc="-60" dirty="0">
                <a:solidFill>
                  <a:schemeClr val="tx1"/>
                </a:solidFill>
                <a:latin typeface="Bookman Old Style" pitchFamily="18" charset="0"/>
              </a:rPr>
              <a:t> </a:t>
            </a:r>
            <a:r>
              <a:rPr sz="4000" b="1" spc="-15" dirty="0">
                <a:solidFill>
                  <a:schemeClr val="tx1"/>
                </a:solidFill>
                <a:latin typeface="Bookman Old Style" pitchFamily="18" charset="0"/>
              </a:rPr>
              <a:t>Process</a:t>
            </a: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dirty="0"/>
              <a:pPr marL="38100">
                <a:lnSpc>
                  <a:spcPts val="1425"/>
                </a:lnSpc>
              </a:pPr>
              <a:t>19</a:t>
            </a:fld>
            <a:endParaRPr dirty="0"/>
          </a:p>
        </p:txBody>
      </p:sp>
      <p:sp>
        <p:nvSpPr>
          <p:cNvPr id="10" name="object 10"/>
          <p:cNvSpPr txBox="1"/>
          <p:nvPr/>
        </p:nvSpPr>
        <p:spPr>
          <a:xfrm>
            <a:off x="533400" y="1143000"/>
            <a:ext cx="8093075" cy="5471370"/>
          </a:xfrm>
          <a:prstGeom prst="rect">
            <a:avLst/>
          </a:prstGeom>
        </p:spPr>
        <p:txBody>
          <a:bodyPr vert="horz" wrap="square" lIns="0" tIns="33655" rIns="0" bIns="0" rtlCol="0">
            <a:spAutoFit/>
          </a:bodyPr>
          <a:lstStyle/>
          <a:p>
            <a:pPr marL="273050" marR="5080" indent="-260985">
              <a:lnSpc>
                <a:spcPts val="2880"/>
              </a:lnSpc>
              <a:spcBef>
                <a:spcPts val="265"/>
              </a:spcBef>
              <a:buClr>
                <a:srgbClr val="0BD0D9"/>
              </a:buClr>
              <a:buSzPct val="95918"/>
              <a:buFont typeface="Arial"/>
              <a:buChar char="●"/>
              <a:tabLst>
                <a:tab pos="273685" algn="l"/>
              </a:tabLst>
            </a:pPr>
            <a:r>
              <a:rPr sz="2400" b="1" spc="5" dirty="0">
                <a:latin typeface="Bookman Old Style" pitchFamily="18" charset="0"/>
                <a:cs typeface="Palatino Linotype"/>
              </a:rPr>
              <a:t>Software project</a:t>
            </a:r>
            <a:r>
              <a:rPr sz="2400" b="1" spc="10" dirty="0">
                <a:latin typeface="Bookman Old Style" pitchFamily="18" charset="0"/>
                <a:cs typeface="Palatino Linotype"/>
              </a:rPr>
              <a:t> </a:t>
            </a:r>
            <a:r>
              <a:rPr sz="2400" b="1" spc="5" dirty="0">
                <a:latin typeface="Bookman Old Style" pitchFamily="18" charset="0"/>
                <a:cs typeface="Palatino Linotype"/>
              </a:rPr>
              <a:t>tracking</a:t>
            </a:r>
            <a:r>
              <a:rPr sz="2400" b="1" spc="10" dirty="0">
                <a:latin typeface="Bookman Old Style" pitchFamily="18" charset="0"/>
                <a:cs typeface="Palatino Linotype"/>
              </a:rPr>
              <a:t> </a:t>
            </a:r>
            <a:r>
              <a:rPr sz="2400" b="1" spc="5" dirty="0">
                <a:latin typeface="Bookman Old Style" pitchFamily="18" charset="0"/>
                <a:cs typeface="Palatino Linotype"/>
              </a:rPr>
              <a:t>and</a:t>
            </a:r>
            <a:r>
              <a:rPr sz="2400" b="1" dirty="0">
                <a:latin typeface="Bookman Old Style" pitchFamily="18" charset="0"/>
                <a:cs typeface="Palatino Linotype"/>
              </a:rPr>
              <a:t> </a:t>
            </a:r>
            <a:r>
              <a:rPr sz="2400" b="1" spc="5" dirty="0">
                <a:latin typeface="Bookman Old Style" pitchFamily="18" charset="0"/>
                <a:cs typeface="Palatino Linotype"/>
              </a:rPr>
              <a:t>control</a:t>
            </a:r>
            <a:r>
              <a:rPr sz="2400" spc="5" dirty="0">
                <a:latin typeface="Bookman Old Style" pitchFamily="18" charset="0"/>
                <a:cs typeface="Book Antiqua"/>
              </a:rPr>
              <a:t>—allows the </a:t>
            </a:r>
            <a:r>
              <a:rPr sz="2400" spc="10" dirty="0">
                <a:latin typeface="Bookman Old Style" pitchFamily="18" charset="0"/>
                <a:cs typeface="Book Antiqua"/>
              </a:rPr>
              <a:t> </a:t>
            </a:r>
            <a:r>
              <a:rPr sz="2400" dirty="0">
                <a:latin typeface="Bookman Old Style" pitchFamily="18" charset="0"/>
                <a:cs typeface="Book Antiqua"/>
              </a:rPr>
              <a:t>software</a:t>
            </a:r>
            <a:r>
              <a:rPr sz="2400" spc="5" dirty="0">
                <a:latin typeface="Bookman Old Style" pitchFamily="18" charset="0"/>
                <a:cs typeface="Book Antiqua"/>
              </a:rPr>
              <a:t> </a:t>
            </a:r>
            <a:r>
              <a:rPr sz="2400" spc="10" dirty="0">
                <a:latin typeface="Bookman Old Style" pitchFamily="18" charset="0"/>
                <a:cs typeface="Book Antiqua"/>
              </a:rPr>
              <a:t>team</a:t>
            </a:r>
            <a:r>
              <a:rPr sz="2400" dirty="0">
                <a:latin typeface="Bookman Old Style" pitchFamily="18" charset="0"/>
                <a:cs typeface="Book Antiqua"/>
              </a:rPr>
              <a:t> </a:t>
            </a:r>
            <a:r>
              <a:rPr sz="2400" spc="5" dirty="0">
                <a:latin typeface="Bookman Old Style" pitchFamily="18" charset="0"/>
                <a:cs typeface="Book Antiqua"/>
              </a:rPr>
              <a:t>to</a:t>
            </a:r>
            <a:r>
              <a:rPr sz="2400" spc="10" dirty="0">
                <a:latin typeface="Bookman Old Style" pitchFamily="18" charset="0"/>
                <a:cs typeface="Book Antiqua"/>
              </a:rPr>
              <a:t> </a:t>
            </a:r>
            <a:r>
              <a:rPr sz="2400" spc="5" dirty="0">
                <a:latin typeface="Bookman Old Style" pitchFamily="18" charset="0"/>
                <a:cs typeface="Book Antiqua"/>
              </a:rPr>
              <a:t>assess</a:t>
            </a:r>
            <a:r>
              <a:rPr sz="2400" dirty="0">
                <a:latin typeface="Bookman Old Style" pitchFamily="18" charset="0"/>
                <a:cs typeface="Book Antiqua"/>
              </a:rPr>
              <a:t> </a:t>
            </a:r>
            <a:r>
              <a:rPr sz="2400" spc="-5" dirty="0">
                <a:latin typeface="Bookman Old Style" pitchFamily="18" charset="0"/>
                <a:cs typeface="Book Antiqua"/>
              </a:rPr>
              <a:t>progress</a:t>
            </a:r>
            <a:r>
              <a:rPr sz="2400" dirty="0">
                <a:latin typeface="Bookman Old Style" pitchFamily="18" charset="0"/>
                <a:cs typeface="Book Antiqua"/>
              </a:rPr>
              <a:t> </a:t>
            </a:r>
            <a:r>
              <a:rPr sz="2400" spc="5" dirty="0">
                <a:latin typeface="Bookman Old Style" pitchFamily="18" charset="0"/>
                <a:cs typeface="Book Antiqua"/>
              </a:rPr>
              <a:t>against</a:t>
            </a:r>
            <a:r>
              <a:rPr sz="2400" spc="10" dirty="0">
                <a:latin typeface="Bookman Old Style" pitchFamily="18" charset="0"/>
                <a:cs typeface="Book Antiqua"/>
              </a:rPr>
              <a:t> </a:t>
            </a:r>
            <a:r>
              <a:rPr sz="2400" spc="5" dirty="0">
                <a:latin typeface="Bookman Old Style" pitchFamily="18" charset="0"/>
                <a:cs typeface="Book Antiqua"/>
              </a:rPr>
              <a:t>the</a:t>
            </a:r>
            <a:r>
              <a:rPr sz="2400" dirty="0">
                <a:latin typeface="Bookman Old Style" pitchFamily="18" charset="0"/>
                <a:cs typeface="Book Antiqua"/>
              </a:rPr>
              <a:t> project</a:t>
            </a:r>
            <a:r>
              <a:rPr sz="2400" spc="5" dirty="0">
                <a:latin typeface="Bookman Old Style" pitchFamily="18" charset="0"/>
                <a:cs typeface="Book Antiqua"/>
              </a:rPr>
              <a:t> plan </a:t>
            </a:r>
            <a:r>
              <a:rPr sz="2400" spc="-595" dirty="0">
                <a:latin typeface="Bookman Old Style" pitchFamily="18" charset="0"/>
                <a:cs typeface="Book Antiqua"/>
              </a:rPr>
              <a:t> </a:t>
            </a:r>
            <a:r>
              <a:rPr sz="2400" spc="10" dirty="0">
                <a:latin typeface="Bookman Old Style" pitchFamily="18" charset="0"/>
                <a:cs typeface="Book Antiqua"/>
              </a:rPr>
              <a:t>and</a:t>
            </a:r>
            <a:r>
              <a:rPr sz="2400" dirty="0">
                <a:latin typeface="Bookman Old Style" pitchFamily="18" charset="0"/>
                <a:cs typeface="Book Antiqua"/>
              </a:rPr>
              <a:t> </a:t>
            </a:r>
            <a:r>
              <a:rPr sz="2400" spc="5" dirty="0">
                <a:latin typeface="Bookman Old Style" pitchFamily="18" charset="0"/>
                <a:cs typeface="Book Antiqua"/>
              </a:rPr>
              <a:t>take </a:t>
            </a:r>
            <a:r>
              <a:rPr sz="2400" spc="10" dirty="0">
                <a:latin typeface="Bookman Old Style" pitchFamily="18" charset="0"/>
                <a:cs typeface="Book Antiqua"/>
              </a:rPr>
              <a:t>any</a:t>
            </a:r>
            <a:r>
              <a:rPr sz="2400" spc="5" dirty="0">
                <a:latin typeface="Bookman Old Style" pitchFamily="18" charset="0"/>
                <a:cs typeface="Book Antiqua"/>
              </a:rPr>
              <a:t> necessary action to maintain the</a:t>
            </a:r>
            <a:r>
              <a:rPr sz="2400" dirty="0">
                <a:latin typeface="Bookman Old Style" pitchFamily="18" charset="0"/>
                <a:cs typeface="Book Antiqua"/>
              </a:rPr>
              <a:t> </a:t>
            </a:r>
            <a:r>
              <a:rPr sz="2400" spc="5" dirty="0">
                <a:latin typeface="Bookman Old Style" pitchFamily="18" charset="0"/>
                <a:cs typeface="Book Antiqua"/>
              </a:rPr>
              <a:t>schedule.</a:t>
            </a:r>
            <a:endParaRPr sz="2400">
              <a:latin typeface="Bookman Old Style" pitchFamily="18" charset="0"/>
              <a:cs typeface="Book Antiqua"/>
            </a:endParaRPr>
          </a:p>
          <a:p>
            <a:pPr marL="273050" marR="401320" indent="-260985">
              <a:lnSpc>
                <a:spcPts val="2880"/>
              </a:lnSpc>
              <a:spcBef>
                <a:spcPts val="590"/>
              </a:spcBef>
              <a:buClr>
                <a:srgbClr val="0BD0D9"/>
              </a:buClr>
              <a:buSzPct val="95918"/>
              <a:buFont typeface="Arial"/>
              <a:buChar char="●"/>
              <a:tabLst>
                <a:tab pos="273685" algn="l"/>
              </a:tabLst>
            </a:pPr>
            <a:r>
              <a:rPr sz="2400" b="1" spc="10" dirty="0">
                <a:latin typeface="Bookman Old Style" pitchFamily="18" charset="0"/>
                <a:cs typeface="Palatino Linotype"/>
              </a:rPr>
              <a:t>Risk</a:t>
            </a:r>
            <a:r>
              <a:rPr sz="2400" b="1" spc="5" dirty="0">
                <a:latin typeface="Bookman Old Style" pitchFamily="18" charset="0"/>
                <a:cs typeface="Palatino Linotype"/>
              </a:rPr>
              <a:t> management</a:t>
            </a:r>
            <a:r>
              <a:rPr sz="2400" spc="5" dirty="0">
                <a:latin typeface="Bookman Old Style" pitchFamily="18" charset="0"/>
                <a:cs typeface="Book Antiqua"/>
              </a:rPr>
              <a:t>—assesses</a:t>
            </a:r>
            <a:r>
              <a:rPr sz="2400" spc="10" dirty="0">
                <a:latin typeface="Bookman Old Style" pitchFamily="18" charset="0"/>
                <a:cs typeface="Book Antiqua"/>
              </a:rPr>
              <a:t> </a:t>
            </a:r>
            <a:r>
              <a:rPr sz="2400" spc="5" dirty="0">
                <a:latin typeface="Bookman Old Style" pitchFamily="18" charset="0"/>
                <a:cs typeface="Book Antiqua"/>
              </a:rPr>
              <a:t>risks</a:t>
            </a:r>
            <a:r>
              <a:rPr sz="2400" spc="10" dirty="0">
                <a:latin typeface="Bookman Old Style" pitchFamily="18" charset="0"/>
                <a:cs typeface="Book Antiqua"/>
              </a:rPr>
              <a:t> </a:t>
            </a:r>
            <a:r>
              <a:rPr sz="2400" spc="5" dirty="0">
                <a:latin typeface="Bookman Old Style" pitchFamily="18" charset="0"/>
                <a:cs typeface="Book Antiqua"/>
              </a:rPr>
              <a:t>that</a:t>
            </a:r>
            <a:r>
              <a:rPr sz="2400" spc="15" dirty="0">
                <a:latin typeface="Bookman Old Style" pitchFamily="18" charset="0"/>
                <a:cs typeface="Book Antiqua"/>
              </a:rPr>
              <a:t> </a:t>
            </a:r>
            <a:r>
              <a:rPr sz="2400" spc="10" dirty="0">
                <a:latin typeface="Bookman Old Style" pitchFamily="18" charset="0"/>
                <a:cs typeface="Book Antiqua"/>
              </a:rPr>
              <a:t>may</a:t>
            </a:r>
            <a:r>
              <a:rPr sz="2400" spc="15" dirty="0">
                <a:latin typeface="Bookman Old Style" pitchFamily="18" charset="0"/>
                <a:cs typeface="Book Antiqua"/>
              </a:rPr>
              <a:t> </a:t>
            </a:r>
            <a:r>
              <a:rPr sz="2400" spc="-5" dirty="0">
                <a:latin typeface="Bookman Old Style" pitchFamily="18" charset="0"/>
                <a:cs typeface="Book Antiqua"/>
              </a:rPr>
              <a:t>affect</a:t>
            </a:r>
            <a:r>
              <a:rPr sz="2400" spc="15" dirty="0">
                <a:latin typeface="Bookman Old Style" pitchFamily="18" charset="0"/>
                <a:cs typeface="Book Antiqua"/>
              </a:rPr>
              <a:t> </a:t>
            </a:r>
            <a:r>
              <a:rPr sz="2400" spc="5" dirty="0">
                <a:latin typeface="Bookman Old Style" pitchFamily="18" charset="0"/>
                <a:cs typeface="Book Antiqua"/>
              </a:rPr>
              <a:t>the </a:t>
            </a:r>
            <a:r>
              <a:rPr sz="2400" spc="-595" dirty="0">
                <a:latin typeface="Bookman Old Style" pitchFamily="18" charset="0"/>
                <a:cs typeface="Book Antiqua"/>
              </a:rPr>
              <a:t> </a:t>
            </a:r>
            <a:r>
              <a:rPr sz="2400" spc="5" dirty="0">
                <a:latin typeface="Bookman Old Style" pitchFamily="18" charset="0"/>
                <a:cs typeface="Book Antiqua"/>
              </a:rPr>
              <a:t>outcome of the</a:t>
            </a:r>
            <a:r>
              <a:rPr sz="2400" dirty="0">
                <a:latin typeface="Bookman Old Style" pitchFamily="18" charset="0"/>
                <a:cs typeface="Book Antiqua"/>
              </a:rPr>
              <a:t> project</a:t>
            </a:r>
            <a:r>
              <a:rPr sz="2400" spc="5" dirty="0">
                <a:latin typeface="Bookman Old Style" pitchFamily="18" charset="0"/>
                <a:cs typeface="Book Antiqua"/>
              </a:rPr>
              <a:t> or</a:t>
            </a:r>
            <a:r>
              <a:rPr sz="2400" dirty="0">
                <a:latin typeface="Bookman Old Style" pitchFamily="18" charset="0"/>
                <a:cs typeface="Book Antiqua"/>
              </a:rPr>
              <a:t> </a:t>
            </a:r>
            <a:r>
              <a:rPr sz="2400" spc="5" dirty="0">
                <a:latin typeface="Bookman Old Style" pitchFamily="18" charset="0"/>
                <a:cs typeface="Book Antiqua"/>
              </a:rPr>
              <a:t>the quality of the</a:t>
            </a:r>
            <a:r>
              <a:rPr sz="2400" dirty="0">
                <a:latin typeface="Bookman Old Style" pitchFamily="18" charset="0"/>
                <a:cs typeface="Book Antiqua"/>
              </a:rPr>
              <a:t> product.</a:t>
            </a:r>
            <a:endParaRPr sz="2400">
              <a:latin typeface="Bookman Old Style" pitchFamily="18" charset="0"/>
              <a:cs typeface="Book Antiqua"/>
            </a:endParaRPr>
          </a:p>
          <a:p>
            <a:pPr marL="273050" marR="177165" indent="-260985">
              <a:lnSpc>
                <a:spcPts val="2880"/>
              </a:lnSpc>
              <a:spcBef>
                <a:spcPts val="595"/>
              </a:spcBef>
              <a:buClr>
                <a:srgbClr val="0BD0D9"/>
              </a:buClr>
              <a:buSzPct val="95918"/>
              <a:buFont typeface="Arial"/>
              <a:buChar char="●"/>
              <a:tabLst>
                <a:tab pos="273685" algn="l"/>
              </a:tabLst>
            </a:pPr>
            <a:r>
              <a:rPr sz="2400" b="1" spc="5">
                <a:latin typeface="Bookman Old Style" pitchFamily="18" charset="0"/>
                <a:cs typeface="Palatino Linotype"/>
              </a:rPr>
              <a:t>Software</a:t>
            </a:r>
            <a:r>
              <a:rPr sz="2400" b="1" spc="10">
                <a:latin typeface="Bookman Old Style" pitchFamily="18" charset="0"/>
                <a:cs typeface="Palatino Linotype"/>
              </a:rPr>
              <a:t> </a:t>
            </a:r>
            <a:r>
              <a:rPr sz="2400" b="1" spc="5">
                <a:latin typeface="Bookman Old Style" pitchFamily="18" charset="0"/>
                <a:cs typeface="Palatino Linotype"/>
              </a:rPr>
              <a:t>quality</a:t>
            </a:r>
            <a:r>
              <a:rPr sz="2400" b="1" spc="10">
                <a:latin typeface="Bookman Old Style" pitchFamily="18" charset="0"/>
                <a:cs typeface="Palatino Linotype"/>
              </a:rPr>
              <a:t> </a:t>
            </a:r>
            <a:r>
              <a:rPr sz="2400" b="1" spc="5">
                <a:latin typeface="Bookman Old Style" pitchFamily="18" charset="0"/>
                <a:cs typeface="Palatino Linotype"/>
              </a:rPr>
              <a:t>assurance</a:t>
            </a:r>
            <a:r>
              <a:rPr lang="en-US" sz="2400" b="1" spc="5" dirty="0">
                <a:latin typeface="Bookman Old Style" pitchFamily="18" charset="0"/>
                <a:cs typeface="Palatino Linotype"/>
              </a:rPr>
              <a:t> </a:t>
            </a:r>
            <a:r>
              <a:rPr sz="2400" spc="5">
                <a:latin typeface="Bookman Old Style" pitchFamily="18" charset="0"/>
                <a:cs typeface="Book Antiqua"/>
              </a:rPr>
              <a:t>—</a:t>
            </a:r>
            <a:r>
              <a:rPr lang="en-US" sz="2400" spc="5" dirty="0">
                <a:latin typeface="Bookman Old Style" pitchFamily="18" charset="0"/>
                <a:cs typeface="Book Antiqua"/>
              </a:rPr>
              <a:t> </a:t>
            </a:r>
            <a:r>
              <a:rPr sz="2400" spc="5">
                <a:latin typeface="Bookman Old Style" pitchFamily="18" charset="0"/>
                <a:cs typeface="Book Antiqua"/>
              </a:rPr>
              <a:t>defines</a:t>
            </a:r>
            <a:r>
              <a:rPr sz="2400" spc="10">
                <a:latin typeface="Bookman Old Style" pitchFamily="18" charset="0"/>
                <a:cs typeface="Book Antiqua"/>
              </a:rPr>
              <a:t> and</a:t>
            </a:r>
            <a:r>
              <a:rPr sz="2400" spc="5">
                <a:latin typeface="Bookman Old Style" pitchFamily="18" charset="0"/>
                <a:cs typeface="Book Antiqua"/>
              </a:rPr>
              <a:t> </a:t>
            </a:r>
            <a:r>
              <a:rPr sz="2400" spc="5" dirty="0">
                <a:latin typeface="Bookman Old Style" pitchFamily="18" charset="0"/>
                <a:cs typeface="Book Antiqua"/>
              </a:rPr>
              <a:t>conducts</a:t>
            </a:r>
            <a:r>
              <a:rPr sz="2400" spc="10" dirty="0">
                <a:latin typeface="Bookman Old Style" pitchFamily="18" charset="0"/>
                <a:cs typeface="Book Antiqua"/>
              </a:rPr>
              <a:t> </a:t>
            </a:r>
            <a:r>
              <a:rPr sz="2400" spc="5">
                <a:latin typeface="Bookman Old Style" pitchFamily="18" charset="0"/>
                <a:cs typeface="Book Antiqua"/>
              </a:rPr>
              <a:t>the </a:t>
            </a:r>
            <a:r>
              <a:rPr sz="2400" spc="-600">
                <a:latin typeface="Bookman Old Style" pitchFamily="18" charset="0"/>
                <a:cs typeface="Book Antiqua"/>
              </a:rPr>
              <a:t> </a:t>
            </a:r>
            <a:r>
              <a:rPr sz="2400" spc="5">
                <a:latin typeface="Bookman Old Style" pitchFamily="18" charset="0"/>
                <a:cs typeface="Book Antiqua"/>
              </a:rPr>
              <a:t>activities</a:t>
            </a:r>
            <a:r>
              <a:rPr sz="2400" spc="-5">
                <a:latin typeface="Bookman Old Style" pitchFamily="18" charset="0"/>
                <a:cs typeface="Book Antiqua"/>
              </a:rPr>
              <a:t> </a:t>
            </a:r>
            <a:r>
              <a:rPr sz="2400" spc="-5" dirty="0">
                <a:latin typeface="Bookman Old Style" pitchFamily="18" charset="0"/>
                <a:cs typeface="Book Antiqua"/>
              </a:rPr>
              <a:t>required</a:t>
            </a:r>
            <a:r>
              <a:rPr sz="2400" dirty="0">
                <a:latin typeface="Bookman Old Style" pitchFamily="18" charset="0"/>
                <a:cs typeface="Book Antiqua"/>
              </a:rPr>
              <a:t> </a:t>
            </a:r>
            <a:r>
              <a:rPr sz="2400" spc="5" dirty="0">
                <a:latin typeface="Bookman Old Style" pitchFamily="18" charset="0"/>
                <a:cs typeface="Book Antiqua"/>
              </a:rPr>
              <a:t>to </a:t>
            </a:r>
            <a:r>
              <a:rPr sz="2400" dirty="0">
                <a:latin typeface="Bookman Old Style" pitchFamily="18" charset="0"/>
                <a:cs typeface="Book Antiqua"/>
              </a:rPr>
              <a:t>ensure</a:t>
            </a:r>
            <a:r>
              <a:rPr sz="2400" spc="5" dirty="0">
                <a:latin typeface="Bookman Old Style" pitchFamily="18" charset="0"/>
                <a:cs typeface="Book Antiqua"/>
              </a:rPr>
              <a:t> </a:t>
            </a:r>
            <a:r>
              <a:rPr sz="2400" dirty="0">
                <a:latin typeface="Bookman Old Style" pitchFamily="18" charset="0"/>
                <a:cs typeface="Book Antiqua"/>
              </a:rPr>
              <a:t>software</a:t>
            </a:r>
            <a:r>
              <a:rPr sz="2400" spc="5" dirty="0">
                <a:latin typeface="Bookman Old Style" pitchFamily="18" charset="0"/>
                <a:cs typeface="Book Antiqua"/>
              </a:rPr>
              <a:t> </a:t>
            </a:r>
            <a:r>
              <a:rPr sz="2400" spc="-30" dirty="0">
                <a:latin typeface="Bookman Old Style" pitchFamily="18" charset="0"/>
                <a:cs typeface="Book Antiqua"/>
              </a:rPr>
              <a:t>quality.</a:t>
            </a:r>
            <a:endParaRPr sz="2400">
              <a:latin typeface="Bookman Old Style" pitchFamily="18" charset="0"/>
              <a:cs typeface="Book Antiqua"/>
            </a:endParaRPr>
          </a:p>
          <a:p>
            <a:pPr marL="273050" marR="5080" indent="-260985">
              <a:lnSpc>
                <a:spcPts val="2880"/>
              </a:lnSpc>
              <a:spcBef>
                <a:spcPts val="595"/>
              </a:spcBef>
              <a:buClr>
                <a:srgbClr val="0BD0D9"/>
              </a:buClr>
              <a:buSzPct val="95918"/>
              <a:buFont typeface="Arial"/>
              <a:buChar char="●"/>
              <a:tabLst>
                <a:tab pos="273685" algn="l"/>
              </a:tabLst>
            </a:pPr>
            <a:r>
              <a:rPr sz="2400" b="1" spc="-25" dirty="0">
                <a:latin typeface="Bookman Old Style" pitchFamily="18" charset="0"/>
                <a:cs typeface="Palatino Linotype"/>
              </a:rPr>
              <a:t>Technical</a:t>
            </a:r>
            <a:r>
              <a:rPr sz="2400" b="1" spc="15" dirty="0">
                <a:latin typeface="Bookman Old Style" pitchFamily="18" charset="0"/>
                <a:cs typeface="Palatino Linotype"/>
              </a:rPr>
              <a:t> </a:t>
            </a:r>
            <a:r>
              <a:rPr sz="2400" b="1" spc="5" dirty="0">
                <a:latin typeface="Bookman Old Style" pitchFamily="18" charset="0"/>
                <a:cs typeface="Palatino Linotype"/>
              </a:rPr>
              <a:t>reviews—</a:t>
            </a:r>
            <a:r>
              <a:rPr sz="2400" spc="5" dirty="0">
                <a:latin typeface="Bookman Old Style" pitchFamily="18" charset="0"/>
                <a:cs typeface="Book Antiqua"/>
              </a:rPr>
              <a:t>assesses</a:t>
            </a:r>
            <a:r>
              <a:rPr sz="2400" spc="15" dirty="0">
                <a:latin typeface="Bookman Old Style" pitchFamily="18" charset="0"/>
                <a:cs typeface="Book Antiqua"/>
              </a:rPr>
              <a:t> </a:t>
            </a:r>
            <a:r>
              <a:rPr sz="2400" dirty="0">
                <a:latin typeface="Bookman Old Style" pitchFamily="18" charset="0"/>
                <a:cs typeface="Book Antiqua"/>
              </a:rPr>
              <a:t>software</a:t>
            </a:r>
            <a:r>
              <a:rPr sz="2400" spc="20" dirty="0">
                <a:latin typeface="Bookman Old Style" pitchFamily="18" charset="0"/>
                <a:cs typeface="Book Antiqua"/>
              </a:rPr>
              <a:t> </a:t>
            </a:r>
            <a:r>
              <a:rPr sz="2400" spc="5" dirty="0">
                <a:latin typeface="Bookman Old Style" pitchFamily="18" charset="0"/>
                <a:cs typeface="Book Antiqua"/>
              </a:rPr>
              <a:t>engineering</a:t>
            </a:r>
            <a:r>
              <a:rPr sz="2400" spc="15" dirty="0">
                <a:latin typeface="Bookman Old Style" pitchFamily="18" charset="0"/>
                <a:cs typeface="Book Antiqua"/>
              </a:rPr>
              <a:t> </a:t>
            </a:r>
            <a:r>
              <a:rPr sz="2400" spc="10" dirty="0">
                <a:latin typeface="Bookman Old Style" pitchFamily="18" charset="0"/>
                <a:cs typeface="Book Antiqua"/>
              </a:rPr>
              <a:t>work </a:t>
            </a:r>
            <a:r>
              <a:rPr sz="2400" spc="-595" dirty="0">
                <a:latin typeface="Bookman Old Style" pitchFamily="18" charset="0"/>
                <a:cs typeface="Book Antiqua"/>
              </a:rPr>
              <a:t> </a:t>
            </a:r>
            <a:r>
              <a:rPr sz="2400" dirty="0">
                <a:latin typeface="Bookman Old Style" pitchFamily="18" charset="0"/>
                <a:cs typeface="Book Antiqua"/>
              </a:rPr>
              <a:t>products </a:t>
            </a:r>
            <a:r>
              <a:rPr sz="2400" spc="5" dirty="0">
                <a:latin typeface="Bookman Old Style" pitchFamily="18" charset="0"/>
                <a:cs typeface="Book Antiqua"/>
              </a:rPr>
              <a:t>in </a:t>
            </a:r>
            <a:r>
              <a:rPr sz="2400" spc="10" dirty="0">
                <a:latin typeface="Bookman Old Style" pitchFamily="18" charset="0"/>
                <a:cs typeface="Book Antiqua"/>
              </a:rPr>
              <a:t>an </a:t>
            </a:r>
            <a:r>
              <a:rPr sz="2400" spc="-5" dirty="0">
                <a:latin typeface="Bookman Old Style" pitchFamily="18" charset="0"/>
                <a:cs typeface="Book Antiqua"/>
              </a:rPr>
              <a:t>effort </a:t>
            </a:r>
            <a:r>
              <a:rPr sz="2400" spc="5" dirty="0">
                <a:latin typeface="Bookman Old Style" pitchFamily="18" charset="0"/>
                <a:cs typeface="Book Antiqua"/>
              </a:rPr>
              <a:t>to uncover </a:t>
            </a:r>
            <a:r>
              <a:rPr sz="2400" spc="10" dirty="0">
                <a:latin typeface="Bookman Old Style" pitchFamily="18" charset="0"/>
                <a:cs typeface="Book Antiqua"/>
              </a:rPr>
              <a:t>and </a:t>
            </a:r>
            <a:r>
              <a:rPr sz="2400" dirty="0">
                <a:latin typeface="Bookman Old Style" pitchFamily="18" charset="0"/>
                <a:cs typeface="Book Antiqua"/>
              </a:rPr>
              <a:t>remove errors </a:t>
            </a:r>
            <a:r>
              <a:rPr sz="2400" spc="5" dirty="0">
                <a:latin typeface="Bookman Old Style" pitchFamily="18" charset="0"/>
                <a:cs typeface="Book Antiqua"/>
              </a:rPr>
              <a:t> </a:t>
            </a:r>
            <a:r>
              <a:rPr sz="2400" dirty="0">
                <a:latin typeface="Bookman Old Style" pitchFamily="18" charset="0"/>
                <a:cs typeface="Book Antiqua"/>
              </a:rPr>
              <a:t>before </a:t>
            </a:r>
            <a:r>
              <a:rPr sz="2400" spc="5" dirty="0">
                <a:latin typeface="Bookman Old Style" pitchFamily="18" charset="0"/>
                <a:cs typeface="Book Antiqua"/>
              </a:rPr>
              <a:t>they </a:t>
            </a:r>
            <a:r>
              <a:rPr sz="2400" spc="-10" dirty="0">
                <a:latin typeface="Bookman Old Style" pitchFamily="18" charset="0"/>
                <a:cs typeface="Book Antiqua"/>
              </a:rPr>
              <a:t>are</a:t>
            </a:r>
            <a:r>
              <a:rPr sz="2400" spc="5" dirty="0">
                <a:latin typeface="Bookman Old Style" pitchFamily="18" charset="0"/>
                <a:cs typeface="Book Antiqua"/>
              </a:rPr>
              <a:t> propagated</a:t>
            </a:r>
            <a:r>
              <a:rPr sz="2400" dirty="0">
                <a:latin typeface="Bookman Old Style" pitchFamily="18" charset="0"/>
                <a:cs typeface="Book Antiqua"/>
              </a:rPr>
              <a:t> </a:t>
            </a:r>
            <a:r>
              <a:rPr sz="2400" spc="5" dirty="0">
                <a:latin typeface="Bookman Old Style" pitchFamily="18" charset="0"/>
                <a:cs typeface="Book Antiqua"/>
              </a:rPr>
              <a:t>to</a:t>
            </a:r>
            <a:r>
              <a:rPr sz="2400" dirty="0">
                <a:latin typeface="Bookman Old Style" pitchFamily="18" charset="0"/>
                <a:cs typeface="Book Antiqua"/>
              </a:rPr>
              <a:t> </a:t>
            </a:r>
            <a:r>
              <a:rPr sz="2400" spc="5" dirty="0">
                <a:latin typeface="Bookman Old Style" pitchFamily="18" charset="0"/>
                <a:cs typeface="Book Antiqua"/>
              </a:rPr>
              <a:t>the</a:t>
            </a:r>
            <a:r>
              <a:rPr sz="2400" dirty="0">
                <a:latin typeface="Bookman Old Style" pitchFamily="18" charset="0"/>
                <a:cs typeface="Book Antiqua"/>
              </a:rPr>
              <a:t> </a:t>
            </a:r>
            <a:r>
              <a:rPr sz="2400" spc="5" dirty="0">
                <a:latin typeface="Bookman Old Style" pitchFamily="18" charset="0"/>
                <a:cs typeface="Book Antiqua"/>
              </a:rPr>
              <a:t>next activity</a:t>
            </a:r>
            <a:endParaRPr sz="2400">
              <a:latin typeface="Bookman Old Style" pitchFamily="18" charset="0"/>
              <a:cs typeface="Book Antiqu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 y="0"/>
            <a:ext cx="9144000"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10" name="object 10"/>
          <p:cNvSpPr txBox="1"/>
          <p:nvPr/>
        </p:nvSpPr>
        <p:spPr>
          <a:xfrm>
            <a:off x="490219" y="914400"/>
            <a:ext cx="8158480" cy="5220019"/>
          </a:xfrm>
          <a:prstGeom prst="rect">
            <a:avLst/>
          </a:prstGeom>
        </p:spPr>
        <p:txBody>
          <a:bodyPr vert="horz" wrap="square" lIns="0" tIns="64135" rIns="0" bIns="0" rtlCol="0">
            <a:spAutoFit/>
          </a:bodyPr>
          <a:lstStyle/>
          <a:p>
            <a:pPr marL="278765" marR="5080" indent="-266700">
              <a:lnSpc>
                <a:spcPts val="2400"/>
              </a:lnSpc>
              <a:spcBef>
                <a:spcPts val="505"/>
              </a:spcBef>
              <a:buClr>
                <a:srgbClr val="0BD0D9"/>
              </a:buClr>
              <a:buSzPct val="95652"/>
              <a:buFont typeface="Arial"/>
              <a:buChar char="●"/>
              <a:tabLst>
                <a:tab pos="279400" algn="l"/>
              </a:tabLst>
            </a:pPr>
            <a:r>
              <a:rPr sz="2400" b="1" dirty="0">
                <a:latin typeface="Bookman Old Style" pitchFamily="18" charset="0"/>
                <a:cs typeface="Book Antiqua"/>
              </a:rPr>
              <a:t>Measurement—</a:t>
            </a:r>
            <a:r>
              <a:rPr sz="2400" dirty="0">
                <a:latin typeface="Bookman Old Style" pitchFamily="18" charset="0"/>
                <a:cs typeface="Book Antiqua"/>
              </a:rPr>
              <a:t>defines and collects process, project, and  product measures that assist the team in delivering software  that meets stakeholders’ needs; can be used in conjunction  with all other framework and umbrella activities.</a:t>
            </a:r>
            <a:endParaRPr sz="2400">
              <a:latin typeface="Bookman Old Style" pitchFamily="18" charset="0"/>
              <a:cs typeface="Book Antiqua"/>
            </a:endParaRPr>
          </a:p>
          <a:p>
            <a:pPr marL="278765" marR="11430" indent="-266700">
              <a:lnSpc>
                <a:spcPts val="2400"/>
              </a:lnSpc>
              <a:spcBef>
                <a:spcPts val="560"/>
              </a:spcBef>
              <a:buClr>
                <a:srgbClr val="0BD0D9"/>
              </a:buClr>
              <a:buSzPct val="95652"/>
              <a:buFont typeface="Arial"/>
              <a:buChar char="●"/>
              <a:tabLst>
                <a:tab pos="279400" algn="l"/>
              </a:tabLst>
            </a:pPr>
            <a:r>
              <a:rPr sz="2400" b="1" dirty="0">
                <a:latin typeface="Bookman Old Style" pitchFamily="18" charset="0"/>
                <a:cs typeface="Book Antiqua"/>
              </a:rPr>
              <a:t>Software configuration management— </a:t>
            </a:r>
            <a:r>
              <a:rPr sz="2400" dirty="0">
                <a:latin typeface="Bookman Old Style" pitchFamily="18" charset="0"/>
                <a:cs typeface="Book Antiqua"/>
              </a:rPr>
              <a:t>manages the effects  of change throughout the software process.</a:t>
            </a:r>
            <a:endParaRPr sz="2400">
              <a:latin typeface="Bookman Old Style" pitchFamily="18" charset="0"/>
              <a:cs typeface="Book Antiqua"/>
            </a:endParaRPr>
          </a:p>
          <a:p>
            <a:pPr marL="278765" marR="452120" indent="-266700">
              <a:lnSpc>
                <a:spcPts val="2400"/>
              </a:lnSpc>
              <a:spcBef>
                <a:spcPts val="560"/>
              </a:spcBef>
              <a:buClr>
                <a:srgbClr val="0BD0D9"/>
              </a:buClr>
              <a:buSzPct val="95652"/>
              <a:buFont typeface="Arial"/>
              <a:buChar char="●"/>
              <a:tabLst>
                <a:tab pos="279400" algn="l"/>
              </a:tabLst>
            </a:pPr>
            <a:r>
              <a:rPr sz="2400" b="1" dirty="0">
                <a:latin typeface="Bookman Old Style" pitchFamily="18" charset="0"/>
                <a:cs typeface="Book Antiqua"/>
              </a:rPr>
              <a:t>Reusability management</a:t>
            </a:r>
            <a:r>
              <a:rPr sz="2400" dirty="0">
                <a:latin typeface="Bookman Old Style" pitchFamily="18" charset="0"/>
                <a:cs typeface="Book Antiqua"/>
              </a:rPr>
              <a:t>—defines criteria for work  product reuse (including software components) and  establishes mechanisms to achieve reusable components.</a:t>
            </a:r>
            <a:endParaRPr sz="2400">
              <a:latin typeface="Bookman Old Style" pitchFamily="18" charset="0"/>
              <a:cs typeface="Book Antiqua"/>
            </a:endParaRPr>
          </a:p>
          <a:p>
            <a:pPr marL="278765" marR="130810" indent="-266700">
              <a:lnSpc>
                <a:spcPts val="2400"/>
              </a:lnSpc>
              <a:spcBef>
                <a:spcPts val="560"/>
              </a:spcBef>
              <a:buClr>
                <a:srgbClr val="0BD0D9"/>
              </a:buClr>
              <a:buSzPct val="95652"/>
              <a:buFont typeface="Arial"/>
              <a:buChar char="●"/>
              <a:tabLst>
                <a:tab pos="279400" algn="l"/>
              </a:tabLst>
            </a:pPr>
            <a:r>
              <a:rPr sz="2400" b="1" dirty="0">
                <a:latin typeface="Bookman Old Style" pitchFamily="18" charset="0"/>
                <a:cs typeface="Book Antiqua"/>
              </a:rPr>
              <a:t>Work product preparation and production </a:t>
            </a:r>
            <a:r>
              <a:rPr sz="2400" dirty="0">
                <a:latin typeface="Bookman Old Style" pitchFamily="18" charset="0"/>
                <a:cs typeface="Book Antiqua"/>
              </a:rPr>
              <a:t>—encompasses  the activities required to create work products such as  models, documents, logs, forms, and lists.</a:t>
            </a:r>
            <a:endParaRPr sz="2400">
              <a:latin typeface="Bookman Old Style" pitchFamily="18" charset="0"/>
              <a:cs typeface="Book Antiqua"/>
            </a:endParaRPr>
          </a:p>
        </p:txBody>
      </p:sp>
      <p:sp>
        <p:nvSpPr>
          <p:cNvPr id="11" name="object 11"/>
          <p:cNvSpPr txBox="1"/>
          <p:nvPr/>
        </p:nvSpPr>
        <p:spPr>
          <a:xfrm>
            <a:off x="8504583" y="6524079"/>
            <a:ext cx="19494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45C75"/>
                </a:solidFill>
                <a:latin typeface="Arial"/>
                <a:cs typeface="Arial"/>
              </a:rPr>
              <a:t>19</a:t>
            </a:r>
            <a:endParaRPr sz="1200">
              <a:latin typeface="Arial"/>
              <a:cs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9" name="object 9"/>
          <p:cNvSpPr txBox="1">
            <a:spLocks noGrp="1"/>
          </p:cNvSpPr>
          <p:nvPr>
            <p:ph type="title"/>
          </p:nvPr>
        </p:nvSpPr>
        <p:spPr>
          <a:xfrm>
            <a:off x="444500" y="1040190"/>
            <a:ext cx="8166100" cy="628377"/>
          </a:xfrm>
          <a:prstGeom prst="rect">
            <a:avLst/>
          </a:prstGeom>
        </p:spPr>
        <p:txBody>
          <a:bodyPr vert="horz" wrap="square" lIns="0" tIns="12700" rIns="0" bIns="0" rtlCol="0">
            <a:spAutoFit/>
          </a:bodyPr>
          <a:lstStyle/>
          <a:p>
            <a:pPr marL="12700">
              <a:lnSpc>
                <a:spcPct val="100000"/>
              </a:lnSpc>
              <a:spcBef>
                <a:spcPts val="100"/>
              </a:spcBef>
            </a:pPr>
            <a:r>
              <a:rPr sz="4000" b="1" spc="-20" dirty="0">
                <a:solidFill>
                  <a:schemeClr val="tx1"/>
                </a:solidFill>
                <a:latin typeface="Bookman Old Style" pitchFamily="18" charset="0"/>
              </a:rPr>
              <a:t>Software</a:t>
            </a:r>
            <a:r>
              <a:rPr sz="4000" b="1" spc="-10" dirty="0">
                <a:solidFill>
                  <a:schemeClr val="tx1"/>
                </a:solidFill>
                <a:latin typeface="Bookman Old Style" pitchFamily="18" charset="0"/>
              </a:rPr>
              <a:t> </a:t>
            </a:r>
            <a:r>
              <a:rPr sz="4000" b="1" spc="-5" dirty="0">
                <a:solidFill>
                  <a:schemeClr val="tx1"/>
                </a:solidFill>
                <a:latin typeface="Bookman Old Style" pitchFamily="18" charset="0"/>
              </a:rPr>
              <a:t>Engineering </a:t>
            </a:r>
            <a:r>
              <a:rPr sz="4000" b="1" spc="-15" dirty="0">
                <a:solidFill>
                  <a:schemeClr val="tx1"/>
                </a:solidFill>
                <a:latin typeface="Bookman Old Style" pitchFamily="18" charset="0"/>
              </a:rPr>
              <a:t>Practice</a:t>
            </a:r>
          </a:p>
        </p:txBody>
      </p:sp>
      <p:sp>
        <p:nvSpPr>
          <p:cNvPr id="10" name="object 10"/>
          <p:cNvSpPr txBox="1"/>
          <p:nvPr/>
        </p:nvSpPr>
        <p:spPr>
          <a:xfrm>
            <a:off x="490219" y="1942961"/>
            <a:ext cx="8272781" cy="2272160"/>
          </a:xfrm>
          <a:prstGeom prst="rect">
            <a:avLst/>
          </a:prstGeom>
        </p:spPr>
        <p:txBody>
          <a:bodyPr vert="horz" wrap="square" lIns="0" tIns="12700" rIns="0" bIns="0" rtlCol="0">
            <a:spAutoFit/>
          </a:bodyPr>
          <a:lstStyle/>
          <a:p>
            <a:pPr marL="287020" marR="659765" indent="-274320">
              <a:lnSpc>
                <a:spcPct val="109000"/>
              </a:lnSpc>
              <a:spcBef>
                <a:spcPts val="100"/>
              </a:spcBef>
              <a:buClr>
                <a:srgbClr val="0BD0D9"/>
              </a:buClr>
              <a:buSzPct val="94230"/>
              <a:buFont typeface="Arial"/>
              <a:buChar char="●"/>
              <a:tabLst>
                <a:tab pos="287020" algn="l"/>
              </a:tabLst>
            </a:pPr>
            <a:r>
              <a:rPr sz="2400" spc="-5" dirty="0">
                <a:latin typeface="Bookman Old Style" pitchFamily="18" charset="0"/>
                <a:cs typeface="Book Antiqua"/>
              </a:rPr>
              <a:t>Understand </a:t>
            </a:r>
            <a:r>
              <a:rPr sz="2400" spc="-5">
                <a:latin typeface="Bookman Old Style" pitchFamily="18" charset="0"/>
                <a:cs typeface="Book Antiqua"/>
              </a:rPr>
              <a:t>the problem</a:t>
            </a:r>
            <a:r>
              <a:rPr lang="en-US" sz="2400" spc="-5" dirty="0">
                <a:latin typeface="Bookman Old Style" pitchFamily="18" charset="0"/>
                <a:cs typeface="Book Antiqua"/>
              </a:rPr>
              <a:t> </a:t>
            </a:r>
            <a:r>
              <a:rPr sz="2400" spc="-5">
                <a:latin typeface="Bookman Old Style" pitchFamily="18" charset="0"/>
                <a:cs typeface="Book Antiqua"/>
              </a:rPr>
              <a:t>(</a:t>
            </a:r>
            <a:r>
              <a:rPr sz="2400" spc="-5" dirty="0">
                <a:latin typeface="Bookman Old Style" pitchFamily="18" charset="0"/>
                <a:cs typeface="Book Antiqua"/>
              </a:rPr>
              <a:t>communication </a:t>
            </a:r>
            <a:r>
              <a:rPr sz="2400" dirty="0">
                <a:latin typeface="Bookman Old Style" pitchFamily="18" charset="0"/>
                <a:cs typeface="Book Antiqua"/>
              </a:rPr>
              <a:t>and </a:t>
            </a:r>
            <a:r>
              <a:rPr sz="2400" spc="-635" dirty="0">
                <a:latin typeface="Bookman Old Style" pitchFamily="18" charset="0"/>
                <a:cs typeface="Book Antiqua"/>
              </a:rPr>
              <a:t> </a:t>
            </a:r>
            <a:r>
              <a:rPr sz="2400" spc="-5" dirty="0">
                <a:latin typeface="Bookman Old Style" pitchFamily="18" charset="0"/>
                <a:cs typeface="Book Antiqua"/>
              </a:rPr>
              <a:t>analysis)</a:t>
            </a:r>
            <a:endParaRPr sz="2400">
              <a:latin typeface="Bookman Old Style" pitchFamily="18" charset="0"/>
              <a:cs typeface="Book Antiqua"/>
            </a:endParaRPr>
          </a:p>
          <a:p>
            <a:pPr marL="287020" indent="-274320">
              <a:lnSpc>
                <a:spcPct val="100000"/>
              </a:lnSpc>
              <a:spcBef>
                <a:spcPts val="900"/>
              </a:spcBef>
              <a:buClr>
                <a:srgbClr val="0BD0D9"/>
              </a:buClr>
              <a:buSzPct val="94230"/>
              <a:buFont typeface="Arial"/>
              <a:buChar char="●"/>
              <a:tabLst>
                <a:tab pos="287020" algn="l"/>
              </a:tabLst>
            </a:pPr>
            <a:r>
              <a:rPr sz="2400" dirty="0">
                <a:latin typeface="Bookman Old Style" pitchFamily="18" charset="0"/>
                <a:cs typeface="Book Antiqua"/>
              </a:rPr>
              <a:t>Plan </a:t>
            </a:r>
            <a:r>
              <a:rPr sz="2400" spc="-5" dirty="0">
                <a:latin typeface="Bookman Old Style" pitchFamily="18" charset="0"/>
                <a:cs typeface="Book Antiqua"/>
              </a:rPr>
              <a:t>the</a:t>
            </a:r>
            <a:r>
              <a:rPr sz="2400" dirty="0">
                <a:latin typeface="Bookman Old Style" pitchFamily="18" charset="0"/>
                <a:cs typeface="Book Antiqua"/>
              </a:rPr>
              <a:t> </a:t>
            </a:r>
            <a:r>
              <a:rPr sz="2400" spc="-5" dirty="0">
                <a:latin typeface="Bookman Old Style" pitchFamily="18" charset="0"/>
                <a:cs typeface="Book Antiqua"/>
              </a:rPr>
              <a:t>solution</a:t>
            </a:r>
            <a:r>
              <a:rPr sz="2400" dirty="0">
                <a:latin typeface="Bookman Old Style" pitchFamily="18" charset="0"/>
                <a:cs typeface="Book Antiqua"/>
              </a:rPr>
              <a:t> </a:t>
            </a:r>
            <a:r>
              <a:rPr sz="2400" spc="-5" dirty="0">
                <a:latin typeface="Bookman Old Style" pitchFamily="18" charset="0"/>
                <a:cs typeface="Book Antiqua"/>
              </a:rPr>
              <a:t>(modeling</a:t>
            </a:r>
            <a:r>
              <a:rPr sz="2400" spc="5" dirty="0">
                <a:latin typeface="Bookman Old Style" pitchFamily="18" charset="0"/>
                <a:cs typeface="Book Antiqua"/>
              </a:rPr>
              <a:t> </a:t>
            </a:r>
            <a:r>
              <a:rPr sz="2400" dirty="0">
                <a:latin typeface="Bookman Old Style" pitchFamily="18" charset="0"/>
                <a:cs typeface="Book Antiqua"/>
              </a:rPr>
              <a:t>and </a:t>
            </a:r>
            <a:r>
              <a:rPr sz="2400" spc="-10" dirty="0">
                <a:latin typeface="Bookman Old Style" pitchFamily="18" charset="0"/>
                <a:cs typeface="Book Antiqua"/>
              </a:rPr>
              <a:t>software</a:t>
            </a:r>
            <a:r>
              <a:rPr sz="2400" dirty="0">
                <a:latin typeface="Bookman Old Style" pitchFamily="18" charset="0"/>
                <a:cs typeface="Book Antiqua"/>
              </a:rPr>
              <a:t> </a:t>
            </a:r>
            <a:r>
              <a:rPr sz="2400" spc="-5" dirty="0">
                <a:latin typeface="Bookman Old Style" pitchFamily="18" charset="0"/>
                <a:cs typeface="Book Antiqua"/>
              </a:rPr>
              <a:t>design).</a:t>
            </a:r>
            <a:endParaRPr sz="2400">
              <a:latin typeface="Bookman Old Style" pitchFamily="18" charset="0"/>
              <a:cs typeface="Book Antiqua"/>
            </a:endParaRPr>
          </a:p>
          <a:p>
            <a:pPr marL="287020" indent="-274320">
              <a:lnSpc>
                <a:spcPct val="100000"/>
              </a:lnSpc>
              <a:spcBef>
                <a:spcPts val="905"/>
              </a:spcBef>
              <a:buClr>
                <a:srgbClr val="0BD0D9"/>
              </a:buClr>
              <a:buSzPct val="94230"/>
              <a:buFont typeface="Arial"/>
              <a:buChar char="●"/>
              <a:tabLst>
                <a:tab pos="287020" algn="l"/>
              </a:tabLst>
            </a:pPr>
            <a:r>
              <a:rPr sz="2400" dirty="0">
                <a:latin typeface="Bookman Old Style" pitchFamily="18" charset="0"/>
                <a:cs typeface="Book Antiqua"/>
              </a:rPr>
              <a:t>Carry</a:t>
            </a:r>
            <a:r>
              <a:rPr sz="2400" spc="-5" dirty="0">
                <a:latin typeface="Bookman Old Style" pitchFamily="18" charset="0"/>
                <a:cs typeface="Book Antiqua"/>
              </a:rPr>
              <a:t> out</a:t>
            </a:r>
            <a:r>
              <a:rPr sz="2400" dirty="0">
                <a:latin typeface="Bookman Old Style" pitchFamily="18" charset="0"/>
                <a:cs typeface="Book Antiqua"/>
              </a:rPr>
              <a:t> </a:t>
            </a:r>
            <a:r>
              <a:rPr sz="2400" spc="-5" dirty="0">
                <a:latin typeface="Bookman Old Style" pitchFamily="18" charset="0"/>
                <a:cs typeface="Book Antiqua"/>
              </a:rPr>
              <a:t>the plan</a:t>
            </a:r>
            <a:r>
              <a:rPr sz="2400" spc="-10" dirty="0">
                <a:latin typeface="Bookman Old Style" pitchFamily="18" charset="0"/>
                <a:cs typeface="Book Antiqua"/>
              </a:rPr>
              <a:t> </a:t>
            </a:r>
            <a:r>
              <a:rPr sz="2400" spc="-5" dirty="0">
                <a:latin typeface="Bookman Old Style" pitchFamily="18" charset="0"/>
                <a:cs typeface="Book Antiqua"/>
              </a:rPr>
              <a:t>(code</a:t>
            </a:r>
            <a:r>
              <a:rPr sz="2400" dirty="0">
                <a:latin typeface="Bookman Old Style" pitchFamily="18" charset="0"/>
                <a:cs typeface="Book Antiqua"/>
              </a:rPr>
              <a:t> </a:t>
            </a:r>
            <a:r>
              <a:rPr sz="2400" spc="-5" dirty="0">
                <a:latin typeface="Bookman Old Style" pitchFamily="18" charset="0"/>
                <a:cs typeface="Book Antiqua"/>
              </a:rPr>
              <a:t>generation).</a:t>
            </a:r>
            <a:endParaRPr sz="2400">
              <a:latin typeface="Bookman Old Style" pitchFamily="18" charset="0"/>
              <a:cs typeface="Book Antiqua"/>
            </a:endParaRPr>
          </a:p>
          <a:p>
            <a:pPr marL="287020" indent="-274320">
              <a:lnSpc>
                <a:spcPct val="100000"/>
              </a:lnSpc>
              <a:spcBef>
                <a:spcPts val="905"/>
              </a:spcBef>
              <a:buClr>
                <a:srgbClr val="0BD0D9"/>
              </a:buClr>
              <a:buSzPct val="94230"/>
              <a:buFont typeface="Arial"/>
              <a:buChar char="●"/>
              <a:tabLst>
                <a:tab pos="287020" algn="l"/>
              </a:tabLst>
            </a:pPr>
            <a:r>
              <a:rPr sz="2400" spc="-5" dirty="0">
                <a:latin typeface="Bookman Old Style" pitchFamily="18" charset="0"/>
                <a:cs typeface="Book Antiqua"/>
              </a:rPr>
              <a:t>Examine</a:t>
            </a:r>
            <a:r>
              <a:rPr sz="2400" spc="-15" dirty="0">
                <a:latin typeface="Bookman Old Style" pitchFamily="18" charset="0"/>
                <a:cs typeface="Book Antiqua"/>
              </a:rPr>
              <a:t> </a:t>
            </a:r>
            <a:r>
              <a:rPr sz="2400" spc="-5" dirty="0">
                <a:latin typeface="Bookman Old Style" pitchFamily="18" charset="0"/>
                <a:cs typeface="Book Antiqua"/>
              </a:rPr>
              <a:t>the</a:t>
            </a:r>
            <a:r>
              <a:rPr sz="2400" spc="-10" dirty="0">
                <a:latin typeface="Bookman Old Style" pitchFamily="18" charset="0"/>
                <a:cs typeface="Book Antiqua"/>
              </a:rPr>
              <a:t> </a:t>
            </a:r>
            <a:r>
              <a:rPr sz="2400" spc="-5" dirty="0">
                <a:latin typeface="Bookman Old Style" pitchFamily="18" charset="0"/>
                <a:cs typeface="Book Antiqua"/>
              </a:rPr>
              <a:t>result(testing</a:t>
            </a:r>
            <a:r>
              <a:rPr sz="2400" spc="-10" dirty="0">
                <a:latin typeface="Bookman Old Style" pitchFamily="18" charset="0"/>
                <a:cs typeface="Book Antiqua"/>
              </a:rPr>
              <a:t> </a:t>
            </a:r>
            <a:r>
              <a:rPr sz="2400" dirty="0">
                <a:latin typeface="Bookman Old Style" pitchFamily="18" charset="0"/>
                <a:cs typeface="Book Antiqua"/>
              </a:rPr>
              <a:t>and</a:t>
            </a:r>
            <a:r>
              <a:rPr sz="2400" spc="-10" dirty="0">
                <a:latin typeface="Bookman Old Style" pitchFamily="18" charset="0"/>
                <a:cs typeface="Book Antiqua"/>
              </a:rPr>
              <a:t> </a:t>
            </a:r>
            <a:r>
              <a:rPr sz="2400" spc="-5" dirty="0">
                <a:latin typeface="Bookman Old Style" pitchFamily="18" charset="0"/>
                <a:cs typeface="Book Antiqua"/>
              </a:rPr>
              <a:t>quality</a:t>
            </a:r>
            <a:r>
              <a:rPr sz="2400" spc="-10" dirty="0">
                <a:latin typeface="Bookman Old Style" pitchFamily="18" charset="0"/>
                <a:cs typeface="Book Antiqua"/>
              </a:rPr>
              <a:t> </a:t>
            </a:r>
            <a:r>
              <a:rPr sz="2400" spc="-5" dirty="0">
                <a:latin typeface="Bookman Old Style" pitchFamily="18" charset="0"/>
                <a:cs typeface="Book Antiqua"/>
              </a:rPr>
              <a:t>assurance).</a:t>
            </a:r>
            <a:endParaRPr sz="2400">
              <a:latin typeface="Bookman Old Style" pitchFamily="18" charset="0"/>
              <a:cs typeface="Book Antiqua"/>
            </a:endParaRPr>
          </a:p>
        </p:txBody>
      </p:sp>
      <p:sp>
        <p:nvSpPr>
          <p:cNvPr id="11" name="object 11"/>
          <p:cNvSpPr txBox="1"/>
          <p:nvPr/>
        </p:nvSpPr>
        <p:spPr>
          <a:xfrm>
            <a:off x="8504583" y="6524079"/>
            <a:ext cx="19494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45C75"/>
                </a:solidFill>
                <a:latin typeface="Arial"/>
                <a:cs typeface="Arial"/>
              </a:rPr>
              <a:t>20</a:t>
            </a:r>
            <a:endParaRPr sz="1200">
              <a:latin typeface="Arial"/>
              <a:cs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9" name="object 9"/>
          <p:cNvSpPr txBox="1">
            <a:spLocks noGrp="1"/>
          </p:cNvSpPr>
          <p:nvPr>
            <p:ph type="title"/>
          </p:nvPr>
        </p:nvSpPr>
        <p:spPr>
          <a:xfrm>
            <a:off x="487334" y="615483"/>
            <a:ext cx="6218266" cy="628377"/>
          </a:xfrm>
          <a:prstGeom prst="rect">
            <a:avLst/>
          </a:prstGeom>
        </p:spPr>
        <p:txBody>
          <a:bodyPr vert="horz" wrap="square" lIns="0" tIns="12700" rIns="0" bIns="0" rtlCol="0">
            <a:spAutoFit/>
          </a:bodyPr>
          <a:lstStyle/>
          <a:p>
            <a:pPr marL="12700">
              <a:lnSpc>
                <a:spcPct val="100000"/>
              </a:lnSpc>
              <a:spcBef>
                <a:spcPts val="100"/>
              </a:spcBef>
              <a:tabLst>
                <a:tab pos="4256405" algn="l"/>
              </a:tabLst>
            </a:pPr>
            <a:r>
              <a:rPr sz="4000" b="1" dirty="0">
                <a:solidFill>
                  <a:schemeClr val="tx1"/>
                </a:solidFill>
                <a:latin typeface="Bookman Old Style" pitchFamily="18" charset="0"/>
              </a:rPr>
              <a:t>Gene</a:t>
            </a:r>
            <a:r>
              <a:rPr sz="4000" b="1" spc="-5" dirty="0">
                <a:solidFill>
                  <a:schemeClr val="tx1"/>
                </a:solidFill>
                <a:latin typeface="Bookman Old Style" pitchFamily="18" charset="0"/>
              </a:rPr>
              <a:t>r</a:t>
            </a:r>
            <a:r>
              <a:rPr sz="4000" b="1" dirty="0">
                <a:solidFill>
                  <a:schemeClr val="tx1"/>
                </a:solidFill>
                <a:latin typeface="Bookman Old Style" pitchFamily="18" charset="0"/>
              </a:rPr>
              <a:t>ic P</a:t>
            </a:r>
            <a:r>
              <a:rPr sz="4000" b="1" spc="-85" dirty="0">
                <a:solidFill>
                  <a:schemeClr val="tx1"/>
                </a:solidFill>
                <a:latin typeface="Bookman Old Style" pitchFamily="18" charset="0"/>
              </a:rPr>
              <a:t>r</a:t>
            </a:r>
            <a:r>
              <a:rPr sz="4000" b="1" spc="-5" dirty="0">
                <a:solidFill>
                  <a:schemeClr val="tx1"/>
                </a:solidFill>
                <a:latin typeface="Bookman Old Style" pitchFamily="18" charset="0"/>
              </a:rPr>
              <a:t>o</a:t>
            </a:r>
            <a:r>
              <a:rPr sz="4000" b="1" dirty="0">
                <a:solidFill>
                  <a:schemeClr val="tx1"/>
                </a:solidFill>
                <a:latin typeface="Bookman Old Style" pitchFamily="18" charset="0"/>
              </a:rPr>
              <a:t>ce</a:t>
            </a:r>
            <a:r>
              <a:rPr sz="4000" b="1" spc="-5" dirty="0">
                <a:solidFill>
                  <a:schemeClr val="tx1"/>
                </a:solidFill>
                <a:latin typeface="Bookman Old Style" pitchFamily="18" charset="0"/>
              </a:rPr>
              <a:t>s</a:t>
            </a:r>
            <a:r>
              <a:rPr sz="4000" b="1" dirty="0">
                <a:solidFill>
                  <a:schemeClr val="tx1"/>
                </a:solidFill>
                <a:latin typeface="Bookman Old Style" pitchFamily="18" charset="0"/>
              </a:rPr>
              <a:t>s</a:t>
            </a:r>
            <a:r>
              <a:rPr sz="4000" b="1">
                <a:solidFill>
                  <a:schemeClr val="tx1"/>
                </a:solidFill>
                <a:latin typeface="Bookman Old Style" pitchFamily="18" charset="0"/>
              </a:rPr>
              <a:t>	</a:t>
            </a:r>
            <a:r>
              <a:rPr lang="en-US" sz="4000" b="1" dirty="0">
                <a:solidFill>
                  <a:schemeClr val="tx1"/>
                </a:solidFill>
                <a:latin typeface="Bookman Old Style" pitchFamily="18" charset="0"/>
              </a:rPr>
              <a:t> </a:t>
            </a:r>
            <a:r>
              <a:rPr sz="4000" b="1">
                <a:solidFill>
                  <a:schemeClr val="tx1"/>
                </a:solidFill>
                <a:latin typeface="Bookman Old Style" pitchFamily="18" charset="0"/>
              </a:rPr>
              <a:t>Model</a:t>
            </a:r>
            <a:endParaRPr sz="4000" b="1" dirty="0">
              <a:solidFill>
                <a:schemeClr val="tx1"/>
              </a:solidFill>
              <a:latin typeface="Bookman Old Style" pitchFamily="18" charset="0"/>
            </a:endParaRPr>
          </a:p>
        </p:txBody>
      </p:sp>
      <p:sp>
        <p:nvSpPr>
          <p:cNvPr id="10" name="object 10"/>
          <p:cNvSpPr txBox="1"/>
          <p:nvPr/>
        </p:nvSpPr>
        <p:spPr>
          <a:xfrm>
            <a:off x="8504583" y="6524079"/>
            <a:ext cx="19494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45C75"/>
                </a:solidFill>
                <a:latin typeface="Arial"/>
                <a:cs typeface="Arial"/>
              </a:rPr>
              <a:t>21</a:t>
            </a:r>
            <a:endParaRPr sz="1200">
              <a:latin typeface="Arial"/>
              <a:cs typeface="Arial"/>
            </a:endParaRPr>
          </a:p>
        </p:txBody>
      </p:sp>
      <p:sp>
        <p:nvSpPr>
          <p:cNvPr id="12" name="object 12"/>
          <p:cNvSpPr txBox="1"/>
          <p:nvPr/>
        </p:nvSpPr>
        <p:spPr>
          <a:xfrm>
            <a:off x="685800" y="1764204"/>
            <a:ext cx="7696200" cy="3983142"/>
          </a:xfrm>
          <a:prstGeom prst="rect">
            <a:avLst/>
          </a:prstGeom>
        </p:spPr>
        <p:txBody>
          <a:bodyPr vert="horz" wrap="square" lIns="0" tIns="33020" rIns="0" bIns="0" rtlCol="0">
            <a:spAutoFit/>
          </a:bodyPr>
          <a:lstStyle/>
          <a:p>
            <a:pPr marL="12700" marR="173990">
              <a:lnSpc>
                <a:spcPts val="2800"/>
              </a:lnSpc>
              <a:spcBef>
                <a:spcPts val="260"/>
              </a:spcBef>
              <a:tabLst>
                <a:tab pos="204470" algn="l"/>
              </a:tabLst>
            </a:pPr>
            <a:r>
              <a:rPr sz="2400" dirty="0">
                <a:latin typeface="Bookman Old Style" pitchFamily="18" charset="0"/>
                <a:cs typeface="Arial"/>
              </a:rPr>
              <a:t>Process is a </a:t>
            </a:r>
            <a:r>
              <a:rPr sz="2400" spc="-5" dirty="0">
                <a:latin typeface="Bookman Old Style" pitchFamily="18" charset="0"/>
                <a:cs typeface="Arial"/>
              </a:rPr>
              <a:t>collection </a:t>
            </a:r>
            <a:r>
              <a:rPr sz="2400" dirty="0">
                <a:latin typeface="Bookman Old Style" pitchFamily="18" charset="0"/>
                <a:cs typeface="Arial"/>
              </a:rPr>
              <a:t>of </a:t>
            </a:r>
            <a:r>
              <a:rPr sz="2400" b="1" i="1" spc="-5" dirty="0">
                <a:latin typeface="Bookman Old Style" pitchFamily="18" charset="0"/>
                <a:cs typeface="Arial"/>
              </a:rPr>
              <a:t>activities</a:t>
            </a:r>
            <a:r>
              <a:rPr sz="2400" spc="-5" dirty="0">
                <a:latin typeface="Bookman Old Style" pitchFamily="18" charset="0"/>
                <a:cs typeface="Arial"/>
              </a:rPr>
              <a:t>, </a:t>
            </a:r>
            <a:r>
              <a:rPr sz="2400" dirty="0">
                <a:latin typeface="Bookman Old Style" pitchFamily="18" charset="0"/>
                <a:cs typeface="Arial"/>
              </a:rPr>
              <a:t> </a:t>
            </a:r>
            <a:r>
              <a:rPr sz="2400" b="1" i="1" spc="-5" dirty="0">
                <a:latin typeface="Bookman Old Style" pitchFamily="18" charset="0"/>
                <a:cs typeface="Arial"/>
              </a:rPr>
              <a:t>actions</a:t>
            </a:r>
            <a:r>
              <a:rPr sz="2400" spc="-5" dirty="0">
                <a:latin typeface="Bookman Old Style" pitchFamily="18" charset="0"/>
                <a:cs typeface="Arial"/>
              </a:rPr>
              <a:t> </a:t>
            </a:r>
            <a:r>
              <a:rPr sz="2400" dirty="0">
                <a:latin typeface="Bookman Old Style" pitchFamily="18" charset="0"/>
                <a:cs typeface="Arial"/>
              </a:rPr>
              <a:t>and </a:t>
            </a:r>
            <a:r>
              <a:rPr sz="2400" b="1" i="1" spc="-5" dirty="0">
                <a:latin typeface="Bookman Old Style" pitchFamily="18" charset="0"/>
                <a:cs typeface="Arial"/>
              </a:rPr>
              <a:t>tasks</a:t>
            </a:r>
            <a:r>
              <a:rPr sz="2400" spc="-5" dirty="0">
                <a:latin typeface="Bookman Old Style" pitchFamily="18" charset="0"/>
                <a:cs typeface="Arial"/>
              </a:rPr>
              <a:t> for </a:t>
            </a:r>
            <a:r>
              <a:rPr sz="2400" dirty="0">
                <a:latin typeface="Bookman Old Style" pitchFamily="18" charset="0"/>
                <a:cs typeface="Arial"/>
              </a:rPr>
              <a:t>a work product </a:t>
            </a:r>
            <a:r>
              <a:rPr sz="2400" spc="-5" dirty="0">
                <a:latin typeface="Bookman Old Style" pitchFamily="18" charset="0"/>
                <a:cs typeface="Arial"/>
              </a:rPr>
              <a:t>to </a:t>
            </a:r>
            <a:r>
              <a:rPr sz="2400" spc="-655" dirty="0">
                <a:latin typeface="Bookman Old Style" pitchFamily="18" charset="0"/>
                <a:cs typeface="Arial"/>
              </a:rPr>
              <a:t> </a:t>
            </a:r>
            <a:r>
              <a:rPr sz="2400" dirty="0">
                <a:latin typeface="Bookman Old Style" pitchFamily="18" charset="0"/>
                <a:cs typeface="Arial"/>
              </a:rPr>
              <a:t>be</a:t>
            </a:r>
            <a:r>
              <a:rPr sz="2400" spc="-5" dirty="0">
                <a:latin typeface="Bookman Old Style" pitchFamily="18" charset="0"/>
                <a:cs typeface="Arial"/>
              </a:rPr>
              <a:t> created.</a:t>
            </a:r>
            <a:endParaRPr sz="2400">
              <a:latin typeface="Bookman Old Style" pitchFamily="18" charset="0"/>
              <a:cs typeface="Arial"/>
            </a:endParaRPr>
          </a:p>
          <a:p>
            <a:pPr marL="12700" marR="5080" indent="67310">
              <a:lnSpc>
                <a:spcPts val="2800"/>
              </a:lnSpc>
            </a:pPr>
            <a:endParaRPr lang="en-US" sz="2400" dirty="0">
              <a:latin typeface="Bookman Old Style" pitchFamily="18" charset="0"/>
              <a:cs typeface="Arial"/>
            </a:endParaRPr>
          </a:p>
          <a:p>
            <a:pPr marL="12700" marR="5080" indent="67310">
              <a:lnSpc>
                <a:spcPts val="2800"/>
              </a:lnSpc>
            </a:pPr>
            <a:r>
              <a:rPr sz="2400">
                <a:latin typeface="Bookman Old Style" pitchFamily="18" charset="0"/>
                <a:cs typeface="Arial"/>
              </a:rPr>
              <a:t>All </a:t>
            </a:r>
            <a:r>
              <a:rPr sz="2400" spc="-5" dirty="0">
                <a:latin typeface="Bookman Old Style" pitchFamily="18" charset="0"/>
                <a:cs typeface="Arial"/>
              </a:rPr>
              <a:t>these </a:t>
            </a:r>
            <a:r>
              <a:rPr sz="2400" dirty="0">
                <a:latin typeface="Bookman Old Style" pitchFamily="18" charset="0"/>
                <a:cs typeface="Arial"/>
              </a:rPr>
              <a:t>reside </a:t>
            </a:r>
            <a:r>
              <a:rPr sz="2400" spc="-5" dirty="0">
                <a:latin typeface="Bookman Old Style" pitchFamily="18" charset="0"/>
                <a:cs typeface="Arial"/>
              </a:rPr>
              <a:t>within </a:t>
            </a:r>
            <a:r>
              <a:rPr sz="2400" dirty="0">
                <a:latin typeface="Bookman Old Style" pitchFamily="18" charset="0"/>
                <a:cs typeface="Arial"/>
              </a:rPr>
              <a:t>a </a:t>
            </a:r>
            <a:r>
              <a:rPr sz="2400" spc="-5" dirty="0">
                <a:latin typeface="Bookman Old Style" pitchFamily="18" charset="0"/>
                <a:cs typeface="Arial"/>
              </a:rPr>
              <a:t>framework </a:t>
            </a:r>
            <a:r>
              <a:rPr sz="2400" dirty="0">
                <a:latin typeface="Bookman Old Style" pitchFamily="18" charset="0"/>
                <a:cs typeface="Arial"/>
              </a:rPr>
              <a:t>or a </a:t>
            </a:r>
            <a:r>
              <a:rPr sz="2400" spc="-655" dirty="0">
                <a:latin typeface="Bookman Old Style" pitchFamily="18" charset="0"/>
                <a:cs typeface="Arial"/>
              </a:rPr>
              <a:t> </a:t>
            </a:r>
            <a:r>
              <a:rPr sz="2400" dirty="0">
                <a:latin typeface="Bookman Old Style" pitchFamily="18" charset="0"/>
                <a:cs typeface="Arial"/>
              </a:rPr>
              <a:t>model </a:t>
            </a:r>
            <a:r>
              <a:rPr sz="2400" spc="-5" dirty="0">
                <a:latin typeface="Bookman Old Style" pitchFamily="18" charset="0"/>
                <a:cs typeface="Arial"/>
              </a:rPr>
              <a:t>that define</a:t>
            </a:r>
            <a:r>
              <a:rPr sz="2400" spc="5" dirty="0">
                <a:latin typeface="Bookman Old Style" pitchFamily="18" charset="0"/>
                <a:cs typeface="Arial"/>
              </a:rPr>
              <a:t> </a:t>
            </a:r>
            <a:r>
              <a:rPr sz="2400" spc="-5" dirty="0">
                <a:latin typeface="Bookman Old Style" pitchFamily="18" charset="0"/>
                <a:cs typeface="Arial"/>
              </a:rPr>
              <a:t>the</a:t>
            </a:r>
            <a:r>
              <a:rPr sz="2400" dirty="0">
                <a:latin typeface="Bookman Old Style" pitchFamily="18" charset="0"/>
                <a:cs typeface="Arial"/>
              </a:rPr>
              <a:t> </a:t>
            </a:r>
            <a:r>
              <a:rPr sz="2400" spc="-5" dirty="0">
                <a:latin typeface="Bookman Old Style" pitchFamily="18" charset="0"/>
                <a:cs typeface="Arial"/>
              </a:rPr>
              <a:t>relationship</a:t>
            </a:r>
            <a:r>
              <a:rPr sz="2400" spc="5" dirty="0">
                <a:latin typeface="Bookman Old Style" pitchFamily="18" charset="0"/>
                <a:cs typeface="Arial"/>
              </a:rPr>
              <a:t> </a:t>
            </a:r>
            <a:r>
              <a:rPr sz="2400" spc="-5">
                <a:latin typeface="Bookman Old Style" pitchFamily="18" charset="0"/>
                <a:cs typeface="Arial"/>
              </a:rPr>
              <a:t>with the </a:t>
            </a:r>
            <a:r>
              <a:rPr sz="2400" dirty="0">
                <a:latin typeface="Bookman Old Style" pitchFamily="18" charset="0"/>
                <a:cs typeface="Arial"/>
              </a:rPr>
              <a:t>process</a:t>
            </a:r>
            <a:r>
              <a:rPr sz="2400" spc="-10" dirty="0">
                <a:latin typeface="Bookman Old Style" pitchFamily="18" charset="0"/>
                <a:cs typeface="Arial"/>
              </a:rPr>
              <a:t> </a:t>
            </a:r>
            <a:r>
              <a:rPr sz="2400" dirty="0">
                <a:latin typeface="Bookman Old Style" pitchFamily="18" charset="0"/>
                <a:cs typeface="Arial"/>
              </a:rPr>
              <a:t>and</a:t>
            </a:r>
            <a:r>
              <a:rPr sz="2400" spc="-5" dirty="0">
                <a:latin typeface="Bookman Old Style" pitchFamily="18" charset="0"/>
                <a:cs typeface="Arial"/>
              </a:rPr>
              <a:t> with</a:t>
            </a:r>
            <a:r>
              <a:rPr sz="2400" dirty="0">
                <a:latin typeface="Bookman Old Style" pitchFamily="18" charset="0"/>
                <a:cs typeface="Arial"/>
              </a:rPr>
              <a:t> one</a:t>
            </a:r>
            <a:r>
              <a:rPr sz="2400" spc="-5" dirty="0">
                <a:latin typeface="Bookman Old Style" pitchFamily="18" charset="0"/>
                <a:cs typeface="Arial"/>
              </a:rPr>
              <a:t> </a:t>
            </a:r>
            <a:r>
              <a:rPr sz="2400" spc="-20">
                <a:latin typeface="Bookman Old Style" pitchFamily="18" charset="0"/>
                <a:cs typeface="Arial"/>
              </a:rPr>
              <a:t>another.</a:t>
            </a:r>
            <a:endParaRPr lang="en-US" sz="2400" spc="-20" dirty="0">
              <a:latin typeface="Bookman Old Style" pitchFamily="18" charset="0"/>
              <a:cs typeface="Arial"/>
            </a:endParaRPr>
          </a:p>
          <a:p>
            <a:pPr marL="12700" marR="5080" indent="67310">
              <a:lnSpc>
                <a:spcPts val="2800"/>
              </a:lnSpc>
            </a:pPr>
            <a:endParaRPr sz="2400">
              <a:latin typeface="Bookman Old Style" pitchFamily="18" charset="0"/>
              <a:cs typeface="Arial"/>
            </a:endParaRPr>
          </a:p>
          <a:p>
            <a:pPr marL="12700" marR="156845">
              <a:lnSpc>
                <a:spcPts val="2800"/>
              </a:lnSpc>
            </a:pPr>
            <a:r>
              <a:rPr sz="2400" spc="-5" dirty="0">
                <a:latin typeface="Bookman Old Style" pitchFamily="18" charset="0"/>
                <a:cs typeface="Arial"/>
              </a:rPr>
              <a:t>Software </a:t>
            </a:r>
            <a:r>
              <a:rPr sz="2400" dirty="0">
                <a:latin typeface="Bookman Old Style" pitchFamily="18" charset="0"/>
                <a:cs typeface="Arial"/>
              </a:rPr>
              <a:t>Process is </a:t>
            </a:r>
            <a:r>
              <a:rPr sz="2400" spc="-5" dirty="0">
                <a:latin typeface="Bookman Old Style" pitchFamily="18" charset="0"/>
                <a:cs typeface="Arial"/>
              </a:rPr>
              <a:t>represented </a:t>
            </a:r>
            <a:r>
              <a:rPr sz="2400" dirty="0">
                <a:latin typeface="Bookman Old Style" pitchFamily="18" charset="0"/>
                <a:cs typeface="Arial"/>
              </a:rPr>
              <a:t>in </a:t>
            </a:r>
            <a:r>
              <a:rPr sz="2400" spc="-5" dirty="0">
                <a:latin typeface="Bookman Old Style" pitchFamily="18" charset="0"/>
                <a:cs typeface="Arial"/>
              </a:rPr>
              <a:t>the </a:t>
            </a:r>
            <a:r>
              <a:rPr sz="2400" spc="-655" dirty="0">
                <a:latin typeface="Bookman Old Style" pitchFamily="18" charset="0"/>
                <a:cs typeface="Arial"/>
              </a:rPr>
              <a:t> </a:t>
            </a:r>
            <a:r>
              <a:rPr sz="2400" spc="-5" dirty="0">
                <a:latin typeface="Bookman Old Style" pitchFamily="18" charset="0"/>
                <a:cs typeface="Arial"/>
              </a:rPr>
              <a:t>figure.</a:t>
            </a:r>
            <a:endParaRPr sz="2400">
              <a:latin typeface="Bookman Old Style" pitchFamily="18" charset="0"/>
              <a:cs typeface="Arial"/>
            </a:endParaRPr>
          </a:p>
          <a:p>
            <a:pPr marL="12700" marR="394335" indent="78740">
              <a:lnSpc>
                <a:spcPts val="2800"/>
              </a:lnSpc>
            </a:pPr>
            <a:r>
              <a:rPr sz="2400" spc="-5" dirty="0">
                <a:latin typeface="Bookman Old Style" pitchFamily="18" charset="0"/>
                <a:cs typeface="Arial"/>
              </a:rPr>
              <a:t>There </a:t>
            </a:r>
            <a:r>
              <a:rPr sz="2400" dirty="0">
                <a:latin typeface="Bookman Old Style" pitchFamily="18" charset="0"/>
                <a:cs typeface="Arial"/>
              </a:rPr>
              <a:t>can be</a:t>
            </a:r>
            <a:r>
              <a:rPr sz="2400" spc="-5" dirty="0">
                <a:latin typeface="Bookman Old Style" pitchFamily="18" charset="0"/>
                <a:cs typeface="Arial"/>
              </a:rPr>
              <a:t> </a:t>
            </a:r>
            <a:r>
              <a:rPr sz="2400" b="1" i="1" spc="-20" dirty="0">
                <a:latin typeface="Bookman Old Style" pitchFamily="18" charset="0"/>
                <a:cs typeface="Arial"/>
              </a:rPr>
              <a:t>linear</a:t>
            </a:r>
            <a:r>
              <a:rPr sz="2400" b="1" spc="-20" dirty="0">
                <a:latin typeface="Bookman Old Style" pitchFamily="18" charset="0"/>
                <a:cs typeface="Arial"/>
              </a:rPr>
              <a:t>,</a:t>
            </a:r>
            <a:r>
              <a:rPr sz="2400" b="1" spc="-5" dirty="0">
                <a:latin typeface="Bookman Old Style" pitchFamily="18" charset="0"/>
                <a:cs typeface="Arial"/>
              </a:rPr>
              <a:t> </a:t>
            </a:r>
            <a:r>
              <a:rPr sz="2400" b="1" i="1" spc="-5" dirty="0">
                <a:latin typeface="Bookman Old Style" pitchFamily="18" charset="0"/>
                <a:cs typeface="Arial"/>
              </a:rPr>
              <a:t>iterative</a:t>
            </a:r>
            <a:r>
              <a:rPr sz="2400" b="1" spc="-5" dirty="0">
                <a:latin typeface="Bookman Old Style" pitchFamily="18" charset="0"/>
                <a:cs typeface="Arial"/>
              </a:rPr>
              <a:t>, </a:t>
            </a:r>
            <a:r>
              <a:rPr sz="2400" b="1" dirty="0">
                <a:latin typeface="Bookman Old Style" pitchFamily="18" charset="0"/>
                <a:cs typeface="Arial"/>
              </a:rPr>
              <a:t> </a:t>
            </a:r>
            <a:r>
              <a:rPr sz="2400" b="1" i="1" spc="-5" dirty="0">
                <a:latin typeface="Bookman Old Style" pitchFamily="18" charset="0"/>
                <a:cs typeface="Arial"/>
              </a:rPr>
              <a:t>evolutionary</a:t>
            </a:r>
            <a:r>
              <a:rPr sz="2400" b="1" spc="-15" dirty="0">
                <a:latin typeface="Bookman Old Style" pitchFamily="18" charset="0"/>
                <a:cs typeface="Arial"/>
              </a:rPr>
              <a:t> </a:t>
            </a:r>
            <a:r>
              <a:rPr sz="2400" dirty="0">
                <a:latin typeface="Bookman Old Style" pitchFamily="18" charset="0"/>
                <a:cs typeface="Arial"/>
              </a:rPr>
              <a:t>or</a:t>
            </a:r>
            <a:r>
              <a:rPr sz="2400" b="1" spc="-10" dirty="0">
                <a:latin typeface="Bookman Old Style" pitchFamily="18" charset="0"/>
                <a:cs typeface="Arial"/>
              </a:rPr>
              <a:t> </a:t>
            </a:r>
            <a:r>
              <a:rPr sz="2400" b="1" i="1" dirty="0">
                <a:latin typeface="Bookman Old Style" pitchFamily="18" charset="0"/>
                <a:cs typeface="Arial"/>
              </a:rPr>
              <a:t>parallel</a:t>
            </a:r>
            <a:r>
              <a:rPr sz="2400" b="1" i="1" spc="-5" dirty="0">
                <a:latin typeface="Bookman Old Style" pitchFamily="18" charset="0"/>
                <a:cs typeface="Arial"/>
              </a:rPr>
              <a:t> </a:t>
            </a:r>
            <a:r>
              <a:rPr sz="2400" b="1" i="1" dirty="0">
                <a:latin typeface="Bookman Old Style" pitchFamily="18" charset="0"/>
                <a:cs typeface="Arial"/>
              </a:rPr>
              <a:t>process</a:t>
            </a:r>
            <a:r>
              <a:rPr sz="2400" spc="-10" dirty="0">
                <a:latin typeface="Bookman Old Style" pitchFamily="18" charset="0"/>
                <a:cs typeface="Arial"/>
              </a:rPr>
              <a:t> </a:t>
            </a:r>
            <a:r>
              <a:rPr sz="2400" spc="-5" dirty="0">
                <a:latin typeface="Bookman Old Style" pitchFamily="18" charset="0"/>
                <a:cs typeface="Arial"/>
              </a:rPr>
              <a:t>flows </a:t>
            </a:r>
            <a:r>
              <a:rPr sz="2400" spc="-655" dirty="0">
                <a:latin typeface="Bookman Old Style" pitchFamily="18" charset="0"/>
                <a:cs typeface="Arial"/>
              </a:rPr>
              <a:t> </a:t>
            </a:r>
            <a:r>
              <a:rPr sz="2400" spc="-5" dirty="0">
                <a:latin typeface="Bookman Old Style" pitchFamily="18" charset="0"/>
                <a:cs typeface="Arial"/>
              </a:rPr>
              <a:t>executing</a:t>
            </a:r>
            <a:r>
              <a:rPr sz="2400" dirty="0">
                <a:latin typeface="Bookman Old Style" pitchFamily="18" charset="0"/>
                <a:cs typeface="Arial"/>
              </a:rPr>
              <a:t> </a:t>
            </a:r>
            <a:r>
              <a:rPr sz="2400" spc="-5" dirty="0">
                <a:latin typeface="Bookman Old Style" pitchFamily="18" charset="0"/>
                <a:cs typeface="Arial"/>
              </a:rPr>
              <a:t>framework activities.</a:t>
            </a:r>
            <a:endParaRPr sz="2400">
              <a:latin typeface="Bookman Old Style" pitchFamily="18" charset="0"/>
              <a:cs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1"/>
          <p:cNvPicPr/>
          <p:nvPr/>
        </p:nvPicPr>
        <p:blipFill>
          <a:blip r:embed="rId2" cstate="print"/>
          <a:stretch>
            <a:fillRect/>
          </a:stretch>
        </p:blipFill>
        <p:spPr>
          <a:xfrm>
            <a:off x="1295400" y="152400"/>
            <a:ext cx="7239000" cy="65532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9" name="object 9"/>
          <p:cNvSpPr txBox="1">
            <a:spLocks noGrp="1"/>
          </p:cNvSpPr>
          <p:nvPr>
            <p:ph type="title"/>
          </p:nvPr>
        </p:nvSpPr>
        <p:spPr>
          <a:xfrm>
            <a:off x="457200" y="685800"/>
            <a:ext cx="4203700" cy="628377"/>
          </a:xfrm>
          <a:prstGeom prst="rect">
            <a:avLst/>
          </a:prstGeom>
        </p:spPr>
        <p:txBody>
          <a:bodyPr vert="horz" wrap="square" lIns="0" tIns="12700" rIns="0" bIns="0" rtlCol="0">
            <a:spAutoFit/>
          </a:bodyPr>
          <a:lstStyle/>
          <a:p>
            <a:pPr marL="12700">
              <a:lnSpc>
                <a:spcPct val="100000"/>
              </a:lnSpc>
              <a:spcBef>
                <a:spcPts val="100"/>
              </a:spcBef>
            </a:pPr>
            <a:r>
              <a:rPr sz="4000" b="1" spc="-15" dirty="0">
                <a:solidFill>
                  <a:schemeClr val="tx1"/>
                </a:solidFill>
                <a:latin typeface="Bookman Old Style" pitchFamily="18" charset="0"/>
              </a:rPr>
              <a:t>Process</a:t>
            </a:r>
            <a:r>
              <a:rPr sz="4000" b="1" spc="-75" dirty="0">
                <a:solidFill>
                  <a:schemeClr val="tx1"/>
                </a:solidFill>
                <a:latin typeface="Bookman Old Style" pitchFamily="18" charset="0"/>
              </a:rPr>
              <a:t> </a:t>
            </a:r>
            <a:r>
              <a:rPr sz="4000" b="1" spc="-5" dirty="0">
                <a:solidFill>
                  <a:schemeClr val="tx1"/>
                </a:solidFill>
                <a:latin typeface="Bookman Old Style" pitchFamily="18" charset="0"/>
              </a:rPr>
              <a:t>Flow</a:t>
            </a:r>
          </a:p>
        </p:txBody>
      </p:sp>
      <p:sp>
        <p:nvSpPr>
          <p:cNvPr id="10" name="object 10"/>
          <p:cNvSpPr txBox="1"/>
          <p:nvPr/>
        </p:nvSpPr>
        <p:spPr>
          <a:xfrm>
            <a:off x="457200" y="1447800"/>
            <a:ext cx="8000365" cy="881652"/>
          </a:xfrm>
          <a:prstGeom prst="rect">
            <a:avLst/>
          </a:prstGeom>
        </p:spPr>
        <p:txBody>
          <a:bodyPr vert="horz" wrap="square" lIns="0" tIns="141605" rIns="0" bIns="0" rtlCol="0">
            <a:spAutoFit/>
          </a:bodyPr>
          <a:lstStyle/>
          <a:p>
            <a:pPr marL="287020" indent="-274320">
              <a:lnSpc>
                <a:spcPct val="100000"/>
              </a:lnSpc>
              <a:buClr>
                <a:srgbClr val="0BD0D9"/>
              </a:buClr>
              <a:buSzPct val="94230"/>
              <a:buFont typeface="Arial"/>
              <a:buChar char="●"/>
              <a:tabLst>
                <a:tab pos="287020" algn="l"/>
              </a:tabLst>
            </a:pPr>
            <a:r>
              <a:rPr sz="2400" b="1" spc="-5" dirty="0">
                <a:latin typeface="Bookman Old Style" pitchFamily="18" charset="0"/>
                <a:cs typeface="Book Antiqua"/>
              </a:rPr>
              <a:t>Linear</a:t>
            </a:r>
            <a:r>
              <a:rPr sz="2400" b="1" spc="-35" dirty="0">
                <a:latin typeface="Bookman Old Style" pitchFamily="18" charset="0"/>
                <a:cs typeface="Book Antiqua"/>
              </a:rPr>
              <a:t> </a:t>
            </a:r>
            <a:r>
              <a:rPr sz="2400" b="1" spc="-10">
                <a:latin typeface="Bookman Old Style" pitchFamily="18" charset="0"/>
                <a:cs typeface="Book Antiqua"/>
              </a:rPr>
              <a:t>Process</a:t>
            </a:r>
            <a:r>
              <a:rPr sz="2400" b="1" spc="-30">
                <a:latin typeface="Bookman Old Style" pitchFamily="18" charset="0"/>
                <a:cs typeface="Book Antiqua"/>
              </a:rPr>
              <a:t> </a:t>
            </a:r>
            <a:r>
              <a:rPr sz="2400" b="1">
                <a:latin typeface="Bookman Old Style" pitchFamily="18" charset="0"/>
                <a:cs typeface="Book Antiqua"/>
              </a:rPr>
              <a:t>Flow</a:t>
            </a:r>
            <a:r>
              <a:rPr lang="en-US" sz="2400" b="1" dirty="0">
                <a:latin typeface="Bookman Old Style" pitchFamily="18" charset="0"/>
                <a:cs typeface="Book Antiqua"/>
              </a:rPr>
              <a:t> </a:t>
            </a:r>
            <a:r>
              <a:rPr lang="en-US" sz="2400" dirty="0">
                <a:latin typeface="Bookman Old Style" pitchFamily="18" charset="0"/>
                <a:cs typeface="Book Antiqua"/>
              </a:rPr>
              <a:t>: </a:t>
            </a:r>
            <a:r>
              <a:rPr sz="2400" spc="-5">
                <a:latin typeface="Bookman Old Style" pitchFamily="18" charset="0"/>
                <a:cs typeface="Book Antiqua"/>
              </a:rPr>
              <a:t>Executes</a:t>
            </a:r>
            <a:r>
              <a:rPr sz="2400">
                <a:latin typeface="Bookman Old Style" pitchFamily="18" charset="0"/>
                <a:cs typeface="Book Antiqua"/>
              </a:rPr>
              <a:t> </a:t>
            </a:r>
            <a:r>
              <a:rPr sz="2400" spc="-5" dirty="0">
                <a:latin typeface="Bookman Old Style" pitchFamily="18" charset="0"/>
                <a:cs typeface="Book Antiqua"/>
              </a:rPr>
              <a:t>flow</a:t>
            </a:r>
            <a:r>
              <a:rPr sz="2400" spc="5" dirty="0">
                <a:latin typeface="Bookman Old Style" pitchFamily="18" charset="0"/>
                <a:cs typeface="Book Antiqua"/>
              </a:rPr>
              <a:t> </a:t>
            </a:r>
            <a:r>
              <a:rPr sz="2400" spc="-10" dirty="0">
                <a:latin typeface="Bookman Old Style" pitchFamily="18" charset="0"/>
                <a:cs typeface="Book Antiqua"/>
              </a:rPr>
              <a:t>from</a:t>
            </a:r>
            <a:r>
              <a:rPr sz="2400" spc="5" dirty="0">
                <a:latin typeface="Bookman Old Style" pitchFamily="18" charset="0"/>
                <a:cs typeface="Book Antiqua"/>
              </a:rPr>
              <a:t> </a:t>
            </a:r>
            <a:r>
              <a:rPr sz="2400" spc="-5" dirty="0">
                <a:latin typeface="Bookman Old Style" pitchFamily="18" charset="0"/>
                <a:cs typeface="Book Antiqua"/>
              </a:rPr>
              <a:t>communication</a:t>
            </a:r>
            <a:r>
              <a:rPr sz="2400" dirty="0">
                <a:latin typeface="Bookman Old Style" pitchFamily="18" charset="0"/>
                <a:cs typeface="Book Antiqua"/>
              </a:rPr>
              <a:t> to</a:t>
            </a:r>
            <a:r>
              <a:rPr sz="2400" spc="5" dirty="0">
                <a:latin typeface="Bookman Old Style" pitchFamily="18" charset="0"/>
                <a:cs typeface="Book Antiqua"/>
              </a:rPr>
              <a:t> </a:t>
            </a:r>
            <a:r>
              <a:rPr sz="2400" spc="-5" dirty="0">
                <a:latin typeface="Bookman Old Style" pitchFamily="18" charset="0"/>
                <a:cs typeface="Book Antiqua"/>
              </a:rPr>
              <a:t>deployment</a:t>
            </a:r>
            <a:r>
              <a:rPr sz="2400" spc="5" dirty="0">
                <a:latin typeface="Bookman Old Style" pitchFamily="18" charset="0"/>
                <a:cs typeface="Book Antiqua"/>
              </a:rPr>
              <a:t> </a:t>
            </a:r>
            <a:r>
              <a:rPr sz="2400" spc="-5" dirty="0">
                <a:latin typeface="Bookman Old Style" pitchFamily="18" charset="0"/>
                <a:cs typeface="Book Antiqua"/>
              </a:rPr>
              <a:t>in</a:t>
            </a:r>
            <a:r>
              <a:rPr sz="2400" dirty="0">
                <a:latin typeface="Bookman Old Style" pitchFamily="18" charset="0"/>
                <a:cs typeface="Book Antiqua"/>
              </a:rPr>
              <a:t> </a:t>
            </a:r>
            <a:r>
              <a:rPr sz="2400" spc="-5" dirty="0">
                <a:latin typeface="Bookman Old Style" pitchFamily="18" charset="0"/>
                <a:cs typeface="Book Antiqua"/>
              </a:rPr>
              <a:t>sequence</a:t>
            </a:r>
            <a:endParaRPr sz="2400">
              <a:latin typeface="Bookman Old Style" pitchFamily="18" charset="0"/>
              <a:cs typeface="Book Antiqua"/>
            </a:endParaRPr>
          </a:p>
        </p:txBody>
      </p:sp>
      <p:sp>
        <p:nvSpPr>
          <p:cNvPr id="11" name="object 11"/>
          <p:cNvSpPr txBox="1"/>
          <p:nvPr/>
        </p:nvSpPr>
        <p:spPr>
          <a:xfrm>
            <a:off x="533400" y="4038600"/>
            <a:ext cx="4267200" cy="382156"/>
          </a:xfrm>
          <a:prstGeom prst="rect">
            <a:avLst/>
          </a:prstGeom>
        </p:spPr>
        <p:txBody>
          <a:bodyPr vert="horz" wrap="square" lIns="0" tIns="12700" rIns="0" bIns="0" rtlCol="0">
            <a:spAutoFit/>
          </a:bodyPr>
          <a:lstStyle/>
          <a:p>
            <a:pPr marL="287020" indent="-274320">
              <a:lnSpc>
                <a:spcPct val="100000"/>
              </a:lnSpc>
              <a:spcBef>
                <a:spcPts val="100"/>
              </a:spcBef>
              <a:buClr>
                <a:srgbClr val="0BD0D9"/>
              </a:buClr>
              <a:buSzPct val="94230"/>
              <a:buFont typeface="Arial"/>
              <a:buChar char="●"/>
              <a:tabLst>
                <a:tab pos="287020" algn="l"/>
              </a:tabLst>
            </a:pPr>
            <a:r>
              <a:rPr sz="2400" b="1" spc="-5" dirty="0">
                <a:latin typeface="Bookman Old Style" pitchFamily="18" charset="0"/>
                <a:cs typeface="Book Antiqua"/>
              </a:rPr>
              <a:t>Iterative</a:t>
            </a:r>
            <a:r>
              <a:rPr sz="2400" b="1" spc="-20" dirty="0">
                <a:latin typeface="Bookman Old Style" pitchFamily="18" charset="0"/>
                <a:cs typeface="Book Antiqua"/>
              </a:rPr>
              <a:t> </a:t>
            </a:r>
            <a:r>
              <a:rPr sz="2400" b="1" spc="-10" dirty="0">
                <a:latin typeface="Bookman Old Style" pitchFamily="18" charset="0"/>
                <a:cs typeface="Book Antiqua"/>
              </a:rPr>
              <a:t>Process</a:t>
            </a:r>
            <a:r>
              <a:rPr sz="2400" b="1" spc="-20" dirty="0">
                <a:latin typeface="Bookman Old Style" pitchFamily="18" charset="0"/>
                <a:cs typeface="Book Antiqua"/>
              </a:rPr>
              <a:t> </a:t>
            </a:r>
            <a:r>
              <a:rPr sz="2400" b="1" spc="-5" dirty="0">
                <a:latin typeface="Bookman Old Style" pitchFamily="18" charset="0"/>
                <a:cs typeface="Book Antiqua"/>
              </a:rPr>
              <a:t>Flow</a:t>
            </a:r>
            <a:endParaRPr sz="2400" b="1">
              <a:latin typeface="Bookman Old Style" pitchFamily="18" charset="0"/>
              <a:cs typeface="Book Antiqua"/>
            </a:endParaRPr>
          </a:p>
        </p:txBody>
      </p:sp>
      <p:sp>
        <p:nvSpPr>
          <p:cNvPr id="12" name="object 12"/>
          <p:cNvSpPr txBox="1"/>
          <p:nvPr/>
        </p:nvSpPr>
        <p:spPr>
          <a:xfrm>
            <a:off x="8504583" y="6524079"/>
            <a:ext cx="19494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45C75"/>
                </a:solidFill>
                <a:latin typeface="Arial"/>
                <a:cs typeface="Arial"/>
              </a:rPr>
              <a:t>22</a:t>
            </a:r>
            <a:endParaRPr sz="1200">
              <a:latin typeface="Arial"/>
              <a:cs typeface="Arial"/>
            </a:endParaRPr>
          </a:p>
        </p:txBody>
      </p:sp>
      <p:pic>
        <p:nvPicPr>
          <p:cNvPr id="13" name="object 13"/>
          <p:cNvPicPr/>
          <p:nvPr/>
        </p:nvPicPr>
        <p:blipFill>
          <a:blip r:embed="rId5" cstate="print"/>
          <a:stretch>
            <a:fillRect/>
          </a:stretch>
        </p:blipFill>
        <p:spPr>
          <a:xfrm>
            <a:off x="838200" y="2590800"/>
            <a:ext cx="7453338" cy="1114428"/>
          </a:xfrm>
          <a:prstGeom prst="rect">
            <a:avLst/>
          </a:prstGeom>
        </p:spPr>
      </p:pic>
      <p:pic>
        <p:nvPicPr>
          <p:cNvPr id="14" name="object 14"/>
          <p:cNvPicPr/>
          <p:nvPr/>
        </p:nvPicPr>
        <p:blipFill>
          <a:blip r:embed="rId6" cstate="print"/>
          <a:stretch>
            <a:fillRect/>
          </a:stretch>
        </p:blipFill>
        <p:spPr>
          <a:xfrm>
            <a:off x="928662" y="4421394"/>
            <a:ext cx="7453338" cy="182700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10" name="object 10"/>
          <p:cNvSpPr txBox="1"/>
          <p:nvPr/>
        </p:nvSpPr>
        <p:spPr>
          <a:xfrm>
            <a:off x="533400" y="685800"/>
            <a:ext cx="7696200" cy="1247136"/>
          </a:xfrm>
          <a:prstGeom prst="rect">
            <a:avLst/>
          </a:prstGeom>
        </p:spPr>
        <p:txBody>
          <a:bodyPr vert="horz" wrap="square" lIns="0" tIns="137795" rIns="0" bIns="0" rtlCol="0">
            <a:spAutoFit/>
          </a:bodyPr>
          <a:lstStyle/>
          <a:p>
            <a:pPr marL="287020" indent="-274320">
              <a:buClr>
                <a:srgbClr val="0BD0D9"/>
              </a:buClr>
              <a:buSzPct val="94230"/>
              <a:buFont typeface="Arial"/>
              <a:buChar char="●"/>
              <a:tabLst>
                <a:tab pos="287020" algn="l"/>
              </a:tabLst>
            </a:pPr>
            <a:r>
              <a:rPr sz="2400" b="1" spc="-5" dirty="0">
                <a:latin typeface="Bookman Old Style" pitchFamily="18" charset="0"/>
                <a:cs typeface="Book Antiqua"/>
              </a:rPr>
              <a:t>Evolutionary</a:t>
            </a:r>
            <a:r>
              <a:rPr sz="2400" b="1" spc="-20" dirty="0">
                <a:latin typeface="Bookman Old Style" pitchFamily="18" charset="0"/>
                <a:cs typeface="Book Antiqua"/>
              </a:rPr>
              <a:t> </a:t>
            </a:r>
            <a:r>
              <a:rPr sz="2400" b="1" spc="-10">
                <a:latin typeface="Bookman Old Style" pitchFamily="18" charset="0"/>
                <a:cs typeface="Book Antiqua"/>
              </a:rPr>
              <a:t>Process</a:t>
            </a:r>
            <a:r>
              <a:rPr sz="2400" b="1" spc="-25">
                <a:latin typeface="Bookman Old Style" pitchFamily="18" charset="0"/>
                <a:cs typeface="Book Antiqua"/>
              </a:rPr>
              <a:t> </a:t>
            </a:r>
            <a:r>
              <a:rPr sz="2400" b="1">
                <a:latin typeface="Bookman Old Style" pitchFamily="18" charset="0"/>
                <a:cs typeface="Book Antiqua"/>
              </a:rPr>
              <a:t>Flow</a:t>
            </a:r>
            <a:r>
              <a:rPr lang="en-US" sz="2400" b="1" dirty="0">
                <a:latin typeface="Bookman Old Style" pitchFamily="18" charset="0"/>
                <a:cs typeface="Book Antiqua"/>
              </a:rPr>
              <a:t> : </a:t>
            </a:r>
            <a:r>
              <a:rPr sz="2400" spc="-5">
                <a:latin typeface="Bookman Old Style" pitchFamily="18" charset="0"/>
                <a:cs typeface="Book Antiqua"/>
              </a:rPr>
              <a:t>Executes </a:t>
            </a:r>
            <a:r>
              <a:rPr sz="2400" spc="-5" dirty="0">
                <a:latin typeface="Bookman Old Style" pitchFamily="18" charset="0"/>
                <a:cs typeface="Book Antiqua"/>
              </a:rPr>
              <a:t>the activities in </a:t>
            </a:r>
            <a:r>
              <a:rPr sz="2400" dirty="0">
                <a:latin typeface="Bookman Old Style" pitchFamily="18" charset="0"/>
                <a:cs typeface="Book Antiqua"/>
              </a:rPr>
              <a:t>a </a:t>
            </a:r>
            <a:r>
              <a:rPr sz="2400" spc="-10" dirty="0">
                <a:latin typeface="Bookman Old Style" pitchFamily="18" charset="0"/>
                <a:cs typeface="Verdana"/>
              </a:rPr>
              <a:t>―</a:t>
            </a:r>
            <a:r>
              <a:rPr sz="2400" spc="-10" dirty="0">
                <a:latin typeface="Bookman Old Style" pitchFamily="18" charset="0"/>
                <a:cs typeface="Book Antiqua"/>
              </a:rPr>
              <a:t>circular</a:t>
            </a:r>
            <a:r>
              <a:rPr sz="2400" spc="-5" dirty="0">
                <a:latin typeface="Bookman Old Style" pitchFamily="18" charset="0"/>
                <a:cs typeface="Book Antiqua"/>
              </a:rPr>
              <a:t> </a:t>
            </a:r>
            <a:r>
              <a:rPr sz="2400" dirty="0">
                <a:latin typeface="Bookman Old Style" pitchFamily="18" charset="0"/>
                <a:cs typeface="Book Antiqua"/>
              </a:rPr>
              <a:t>manner to </a:t>
            </a:r>
            <a:r>
              <a:rPr sz="2400" spc="-585" dirty="0">
                <a:latin typeface="Bookman Old Style" pitchFamily="18" charset="0"/>
                <a:cs typeface="Book Antiqua"/>
              </a:rPr>
              <a:t> </a:t>
            </a:r>
            <a:r>
              <a:rPr sz="2400" spc="-10" dirty="0">
                <a:latin typeface="Bookman Old Style" pitchFamily="18" charset="0"/>
                <a:cs typeface="Book Antiqua"/>
              </a:rPr>
              <a:t>provide</a:t>
            </a:r>
            <a:r>
              <a:rPr sz="2400" spc="-5" dirty="0">
                <a:latin typeface="Bookman Old Style" pitchFamily="18" charset="0"/>
                <a:cs typeface="Book Antiqua"/>
              </a:rPr>
              <a:t> </a:t>
            </a:r>
            <a:r>
              <a:rPr sz="2400" dirty="0">
                <a:latin typeface="Bookman Old Style" pitchFamily="18" charset="0"/>
                <a:cs typeface="Book Antiqua"/>
              </a:rPr>
              <a:t>a </a:t>
            </a:r>
            <a:r>
              <a:rPr sz="2400" spc="-10" dirty="0">
                <a:latin typeface="Bookman Old Style" pitchFamily="18" charset="0"/>
                <a:cs typeface="Book Antiqua"/>
              </a:rPr>
              <a:t>software</a:t>
            </a:r>
            <a:r>
              <a:rPr sz="2400" dirty="0">
                <a:latin typeface="Bookman Old Style" pitchFamily="18" charset="0"/>
                <a:cs typeface="Book Antiqua"/>
              </a:rPr>
              <a:t> </a:t>
            </a:r>
            <a:r>
              <a:rPr sz="2400" spc="-5" dirty="0">
                <a:latin typeface="Bookman Old Style" pitchFamily="18" charset="0"/>
                <a:cs typeface="Book Antiqua"/>
              </a:rPr>
              <a:t>version</a:t>
            </a:r>
            <a:endParaRPr sz="2400">
              <a:latin typeface="Bookman Old Style" pitchFamily="18" charset="0"/>
              <a:cs typeface="Book Antiqua"/>
            </a:endParaRPr>
          </a:p>
        </p:txBody>
      </p:sp>
      <p:sp>
        <p:nvSpPr>
          <p:cNvPr id="12" name="object 12"/>
          <p:cNvSpPr txBox="1"/>
          <p:nvPr/>
        </p:nvSpPr>
        <p:spPr>
          <a:xfrm>
            <a:off x="8504583" y="6524079"/>
            <a:ext cx="19494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45C75"/>
                </a:solidFill>
                <a:latin typeface="Arial"/>
                <a:cs typeface="Arial"/>
              </a:rPr>
              <a:t>23</a:t>
            </a:r>
            <a:endParaRPr sz="1200">
              <a:latin typeface="Arial"/>
              <a:cs typeface="Arial"/>
            </a:endParaRPr>
          </a:p>
        </p:txBody>
      </p:sp>
      <p:pic>
        <p:nvPicPr>
          <p:cNvPr id="13" name="object 13"/>
          <p:cNvPicPr/>
          <p:nvPr/>
        </p:nvPicPr>
        <p:blipFill>
          <a:blip r:embed="rId5" cstate="print"/>
          <a:stretch>
            <a:fillRect/>
          </a:stretch>
        </p:blipFill>
        <p:spPr>
          <a:xfrm>
            <a:off x="1371600" y="1981200"/>
            <a:ext cx="6324600" cy="42672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10" name="object 10"/>
          <p:cNvSpPr txBox="1"/>
          <p:nvPr/>
        </p:nvSpPr>
        <p:spPr>
          <a:xfrm>
            <a:off x="457200" y="990601"/>
            <a:ext cx="7967981" cy="782265"/>
          </a:xfrm>
          <a:prstGeom prst="rect">
            <a:avLst/>
          </a:prstGeom>
        </p:spPr>
        <p:txBody>
          <a:bodyPr vert="horz" wrap="square" lIns="0" tIns="12700" rIns="0" bIns="0" rtlCol="0">
            <a:spAutoFit/>
          </a:bodyPr>
          <a:lstStyle/>
          <a:p>
            <a:pPr marL="287020" lvl="1" indent="-274320">
              <a:spcBef>
                <a:spcPts val="100"/>
              </a:spcBef>
              <a:buClr>
                <a:srgbClr val="0BD0D9"/>
              </a:buClr>
              <a:buSzPct val="94230"/>
              <a:buFont typeface="Arial"/>
              <a:buChar char="●"/>
              <a:tabLst>
                <a:tab pos="287020" algn="l"/>
              </a:tabLst>
            </a:pPr>
            <a:r>
              <a:rPr sz="2600" b="1" dirty="0">
                <a:latin typeface="Book Antiqua"/>
                <a:cs typeface="Book Antiqua"/>
              </a:rPr>
              <a:t>Parallel</a:t>
            </a:r>
            <a:r>
              <a:rPr sz="2600" b="1" spc="-35" dirty="0">
                <a:latin typeface="Book Antiqua"/>
                <a:cs typeface="Book Antiqua"/>
              </a:rPr>
              <a:t> </a:t>
            </a:r>
            <a:r>
              <a:rPr sz="2600" b="1" spc="-10">
                <a:latin typeface="Book Antiqua"/>
                <a:cs typeface="Book Antiqua"/>
              </a:rPr>
              <a:t>Process</a:t>
            </a:r>
            <a:r>
              <a:rPr sz="2600" b="1" spc="-40">
                <a:latin typeface="Book Antiqua"/>
                <a:cs typeface="Book Antiqua"/>
              </a:rPr>
              <a:t> </a:t>
            </a:r>
            <a:r>
              <a:rPr sz="2600" b="1" spc="-5">
                <a:latin typeface="Book Antiqua"/>
                <a:cs typeface="Book Antiqua"/>
              </a:rPr>
              <a:t>Flow</a:t>
            </a:r>
            <a:r>
              <a:rPr lang="en-US" sz="2600" b="1" spc="-5" dirty="0">
                <a:latin typeface="Book Antiqua"/>
                <a:cs typeface="Book Antiqua"/>
              </a:rPr>
              <a:t>: </a:t>
            </a:r>
            <a:r>
              <a:rPr lang="en-US" sz="2400" spc="-5" dirty="0">
                <a:latin typeface="Book Antiqua"/>
                <a:cs typeface="Book Antiqua"/>
              </a:rPr>
              <a:t>Executes one </a:t>
            </a:r>
            <a:r>
              <a:rPr lang="en-US" sz="2400" dirty="0">
                <a:latin typeface="Book Antiqua"/>
                <a:cs typeface="Book Antiqua"/>
              </a:rPr>
              <a:t>or</a:t>
            </a:r>
            <a:r>
              <a:rPr lang="en-US" sz="2400" spc="-5" dirty="0">
                <a:latin typeface="Book Antiqua"/>
                <a:cs typeface="Book Antiqua"/>
              </a:rPr>
              <a:t> </a:t>
            </a:r>
            <a:r>
              <a:rPr lang="en-US" sz="2400" spc="-15" dirty="0">
                <a:latin typeface="Book Antiqua"/>
                <a:cs typeface="Book Antiqua"/>
              </a:rPr>
              <a:t>more</a:t>
            </a:r>
            <a:r>
              <a:rPr lang="en-US" sz="2400" dirty="0">
                <a:latin typeface="Book Antiqua"/>
                <a:cs typeface="Book Antiqua"/>
              </a:rPr>
              <a:t> </a:t>
            </a:r>
            <a:r>
              <a:rPr lang="en-US" sz="2400" spc="-5" dirty="0">
                <a:latin typeface="Book Antiqua"/>
                <a:cs typeface="Book Antiqua"/>
              </a:rPr>
              <a:t>activities in </a:t>
            </a:r>
            <a:r>
              <a:rPr lang="en-US" sz="2400" dirty="0">
                <a:latin typeface="Book Antiqua"/>
                <a:cs typeface="Book Antiqua"/>
              </a:rPr>
              <a:t>parallel with</a:t>
            </a:r>
            <a:r>
              <a:rPr lang="en-US" sz="2400" spc="-5" dirty="0">
                <a:latin typeface="Book Antiqua"/>
                <a:cs typeface="Book Antiqua"/>
              </a:rPr>
              <a:t> other </a:t>
            </a:r>
            <a:r>
              <a:rPr lang="en-US" sz="2400" spc="-585" dirty="0">
                <a:latin typeface="Book Antiqua"/>
                <a:cs typeface="Book Antiqua"/>
              </a:rPr>
              <a:t> </a:t>
            </a:r>
            <a:r>
              <a:rPr lang="en-US" sz="2400" spc="-5" dirty="0">
                <a:latin typeface="Book Antiqua"/>
                <a:cs typeface="Book Antiqua"/>
              </a:rPr>
              <a:t>activities</a:t>
            </a:r>
            <a:endParaRPr sz="2600">
              <a:latin typeface="Book Antiqua"/>
              <a:cs typeface="Book Antiqua"/>
            </a:endParaRPr>
          </a:p>
        </p:txBody>
      </p:sp>
      <p:pic>
        <p:nvPicPr>
          <p:cNvPr id="11" name="object 11"/>
          <p:cNvPicPr/>
          <p:nvPr/>
        </p:nvPicPr>
        <p:blipFill>
          <a:blip r:embed="rId5" cstate="print"/>
          <a:stretch>
            <a:fillRect/>
          </a:stretch>
        </p:blipFill>
        <p:spPr>
          <a:xfrm>
            <a:off x="1371600" y="1752600"/>
            <a:ext cx="6148406" cy="3976696"/>
          </a:xfrm>
          <a:prstGeom prst="rect">
            <a:avLst/>
          </a:prstGeom>
        </p:spPr>
      </p:pic>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dirty="0"/>
              <a:pPr marL="38100">
                <a:lnSpc>
                  <a:spcPts val="1425"/>
                </a:lnSpc>
              </a:pPr>
              <a:t>26</a:t>
            </a:fld>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9" name="object 9"/>
          <p:cNvSpPr txBox="1">
            <a:spLocks noGrp="1"/>
          </p:cNvSpPr>
          <p:nvPr>
            <p:ph type="title"/>
          </p:nvPr>
        </p:nvSpPr>
        <p:spPr>
          <a:xfrm>
            <a:off x="444500" y="1040190"/>
            <a:ext cx="6327775" cy="628377"/>
          </a:xfrm>
          <a:prstGeom prst="rect">
            <a:avLst/>
          </a:prstGeom>
        </p:spPr>
        <p:txBody>
          <a:bodyPr vert="horz" wrap="square" lIns="0" tIns="12700" rIns="0" bIns="0" rtlCol="0">
            <a:spAutoFit/>
          </a:bodyPr>
          <a:lstStyle/>
          <a:p>
            <a:pPr marL="12700">
              <a:lnSpc>
                <a:spcPct val="100000"/>
              </a:lnSpc>
              <a:spcBef>
                <a:spcPts val="100"/>
              </a:spcBef>
              <a:tabLst>
                <a:tab pos="1621790" algn="l"/>
                <a:tab pos="4392930" algn="l"/>
              </a:tabLst>
            </a:pPr>
            <a:r>
              <a:rPr sz="4000" b="1" spc="-229" dirty="0">
                <a:solidFill>
                  <a:schemeClr val="tx1"/>
                </a:solidFill>
                <a:latin typeface="Bookman Old Style" pitchFamily="18" charset="0"/>
              </a:rPr>
              <a:t>T</a:t>
            </a:r>
            <a:r>
              <a:rPr sz="4000" b="1" spc="-5" dirty="0">
                <a:solidFill>
                  <a:schemeClr val="tx1"/>
                </a:solidFill>
                <a:latin typeface="Bookman Old Style" pitchFamily="18" charset="0"/>
              </a:rPr>
              <a:t>y</a:t>
            </a:r>
            <a:r>
              <a:rPr sz="4000" b="1" dirty="0">
                <a:solidFill>
                  <a:schemeClr val="tx1"/>
                </a:solidFill>
                <a:latin typeface="Bookman Old Style" pitchFamily="18" charset="0"/>
              </a:rPr>
              <a:t>pes	</a:t>
            </a:r>
            <a:r>
              <a:rPr sz="4000" b="1" spc="-5" dirty="0">
                <a:solidFill>
                  <a:schemeClr val="tx1"/>
                </a:solidFill>
                <a:latin typeface="Bookman Old Style" pitchFamily="18" charset="0"/>
              </a:rPr>
              <a:t>o</a:t>
            </a:r>
            <a:r>
              <a:rPr sz="4000" b="1" dirty="0">
                <a:solidFill>
                  <a:schemeClr val="tx1"/>
                </a:solidFill>
                <a:latin typeface="Bookman Old Style" pitchFamily="18" charset="0"/>
              </a:rPr>
              <a:t>f P</a:t>
            </a:r>
            <a:r>
              <a:rPr sz="4000" b="1" spc="-85" dirty="0">
                <a:solidFill>
                  <a:schemeClr val="tx1"/>
                </a:solidFill>
                <a:latin typeface="Bookman Old Style" pitchFamily="18" charset="0"/>
              </a:rPr>
              <a:t>r</a:t>
            </a:r>
            <a:r>
              <a:rPr sz="4000" b="1" spc="-5" dirty="0">
                <a:solidFill>
                  <a:schemeClr val="tx1"/>
                </a:solidFill>
                <a:latin typeface="Bookman Old Style" pitchFamily="18" charset="0"/>
              </a:rPr>
              <a:t>o</a:t>
            </a:r>
            <a:r>
              <a:rPr sz="4000" b="1" dirty="0">
                <a:solidFill>
                  <a:schemeClr val="tx1"/>
                </a:solidFill>
                <a:latin typeface="Bookman Old Style" pitchFamily="18" charset="0"/>
              </a:rPr>
              <a:t>ce</a:t>
            </a:r>
            <a:r>
              <a:rPr sz="4000" b="1" spc="-5" dirty="0">
                <a:solidFill>
                  <a:schemeClr val="tx1"/>
                </a:solidFill>
                <a:latin typeface="Bookman Old Style" pitchFamily="18" charset="0"/>
              </a:rPr>
              <a:t>s</a:t>
            </a:r>
            <a:r>
              <a:rPr sz="4000" b="1" dirty="0">
                <a:solidFill>
                  <a:schemeClr val="tx1"/>
                </a:solidFill>
                <a:latin typeface="Bookman Old Style" pitchFamily="18" charset="0"/>
              </a:rPr>
              <a:t>s	Models</a:t>
            </a: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dirty="0"/>
              <a:pPr marL="38100">
                <a:lnSpc>
                  <a:spcPts val="1425"/>
                </a:lnSpc>
              </a:pPr>
              <a:t>27</a:t>
            </a:fld>
            <a:endParaRPr dirty="0"/>
          </a:p>
        </p:txBody>
      </p:sp>
      <p:sp>
        <p:nvSpPr>
          <p:cNvPr id="10" name="object 10"/>
          <p:cNvSpPr txBox="1"/>
          <p:nvPr/>
        </p:nvSpPr>
        <p:spPr>
          <a:xfrm>
            <a:off x="1371600" y="2057400"/>
            <a:ext cx="5867400" cy="1585690"/>
          </a:xfrm>
          <a:prstGeom prst="rect">
            <a:avLst/>
          </a:prstGeom>
        </p:spPr>
        <p:txBody>
          <a:bodyPr vert="horz" wrap="square" lIns="0" tIns="127635" rIns="0" bIns="0" rtlCol="0">
            <a:spAutoFit/>
          </a:bodyPr>
          <a:lstStyle/>
          <a:p>
            <a:pPr marL="527050" indent="-514350">
              <a:lnSpc>
                <a:spcPct val="100000"/>
              </a:lnSpc>
              <a:spcBef>
                <a:spcPts val="1005"/>
              </a:spcBef>
              <a:buSzPct val="94230"/>
              <a:buAutoNum type="arabicParenR"/>
              <a:tabLst>
                <a:tab pos="287020" algn="l"/>
              </a:tabLst>
            </a:pPr>
            <a:r>
              <a:rPr sz="2600">
                <a:latin typeface="Bookman Old Style" pitchFamily="18" charset="0"/>
                <a:cs typeface="Book Antiqua"/>
              </a:rPr>
              <a:t>Generic</a:t>
            </a:r>
            <a:r>
              <a:rPr sz="2600" spc="-30">
                <a:latin typeface="Bookman Old Style" pitchFamily="18" charset="0"/>
                <a:cs typeface="Book Antiqua"/>
              </a:rPr>
              <a:t> </a:t>
            </a:r>
            <a:r>
              <a:rPr sz="2600" spc="-10">
                <a:latin typeface="Bookman Old Style" pitchFamily="18" charset="0"/>
                <a:cs typeface="Book Antiqua"/>
              </a:rPr>
              <a:t>Process</a:t>
            </a:r>
            <a:r>
              <a:rPr sz="2600" spc="-25">
                <a:latin typeface="Bookman Old Style" pitchFamily="18" charset="0"/>
                <a:cs typeface="Book Antiqua"/>
              </a:rPr>
              <a:t> </a:t>
            </a:r>
            <a:r>
              <a:rPr sz="2600" spc="-5">
                <a:latin typeface="Bookman Old Style" pitchFamily="18" charset="0"/>
                <a:cs typeface="Book Antiqua"/>
              </a:rPr>
              <a:t>Model</a:t>
            </a:r>
            <a:endParaRPr lang="en-US" sz="2600" spc="-5" dirty="0">
              <a:latin typeface="Bookman Old Style" pitchFamily="18" charset="0"/>
              <a:cs typeface="Book Antiqua"/>
            </a:endParaRPr>
          </a:p>
          <a:p>
            <a:pPr marL="527050" indent="-514350">
              <a:lnSpc>
                <a:spcPct val="100000"/>
              </a:lnSpc>
              <a:spcBef>
                <a:spcPts val="1005"/>
              </a:spcBef>
              <a:buSzPct val="94230"/>
              <a:buAutoNum type="arabicParenR"/>
              <a:tabLst>
                <a:tab pos="287020" algn="l"/>
              </a:tabLst>
            </a:pPr>
            <a:r>
              <a:rPr sz="2600" spc="-10">
                <a:latin typeface="Bookman Old Style" pitchFamily="18" charset="0"/>
                <a:cs typeface="Book Antiqua"/>
              </a:rPr>
              <a:t>Prescriptive</a:t>
            </a:r>
            <a:r>
              <a:rPr sz="2600" spc="-15">
                <a:latin typeface="Bookman Old Style" pitchFamily="18" charset="0"/>
                <a:cs typeface="Book Antiqua"/>
              </a:rPr>
              <a:t> </a:t>
            </a:r>
            <a:r>
              <a:rPr sz="2600" spc="-10">
                <a:latin typeface="Bookman Old Style" pitchFamily="18" charset="0"/>
                <a:cs typeface="Book Antiqua"/>
              </a:rPr>
              <a:t>Process</a:t>
            </a:r>
            <a:r>
              <a:rPr sz="2600" spc="-15">
                <a:latin typeface="Bookman Old Style" pitchFamily="18" charset="0"/>
                <a:cs typeface="Book Antiqua"/>
              </a:rPr>
              <a:t> </a:t>
            </a:r>
            <a:r>
              <a:rPr sz="2600" spc="-5">
                <a:latin typeface="Bookman Old Style" pitchFamily="18" charset="0"/>
                <a:cs typeface="Book Antiqua"/>
              </a:rPr>
              <a:t>Model</a:t>
            </a:r>
            <a:endParaRPr lang="en-US" sz="2600" spc="-5" dirty="0">
              <a:latin typeface="Bookman Old Style" pitchFamily="18" charset="0"/>
              <a:cs typeface="Book Antiqua"/>
            </a:endParaRPr>
          </a:p>
          <a:p>
            <a:pPr marL="527050" indent="-514350">
              <a:lnSpc>
                <a:spcPct val="100000"/>
              </a:lnSpc>
              <a:spcBef>
                <a:spcPts val="1005"/>
              </a:spcBef>
              <a:buSzPct val="94230"/>
              <a:buAutoNum type="arabicParenR"/>
              <a:tabLst>
                <a:tab pos="287020" algn="l"/>
              </a:tabLst>
            </a:pPr>
            <a:r>
              <a:rPr sz="2600" spc="-5">
                <a:latin typeface="Bookman Old Style" pitchFamily="18" charset="0"/>
                <a:cs typeface="Book Antiqua"/>
              </a:rPr>
              <a:t>Evolutionary</a:t>
            </a:r>
            <a:r>
              <a:rPr sz="2600" spc="-25">
                <a:latin typeface="Bookman Old Style" pitchFamily="18" charset="0"/>
                <a:cs typeface="Book Antiqua"/>
              </a:rPr>
              <a:t> </a:t>
            </a:r>
            <a:r>
              <a:rPr sz="2600" spc="-10" dirty="0">
                <a:latin typeface="Bookman Old Style" pitchFamily="18" charset="0"/>
                <a:cs typeface="Book Antiqua"/>
              </a:rPr>
              <a:t>Process</a:t>
            </a:r>
            <a:r>
              <a:rPr sz="2600" spc="-20" dirty="0">
                <a:latin typeface="Bookman Old Style" pitchFamily="18" charset="0"/>
                <a:cs typeface="Book Antiqua"/>
              </a:rPr>
              <a:t> </a:t>
            </a:r>
            <a:r>
              <a:rPr sz="2600" spc="-5" dirty="0">
                <a:latin typeface="Bookman Old Style" pitchFamily="18" charset="0"/>
                <a:cs typeface="Book Antiqua"/>
              </a:rPr>
              <a:t>Model</a:t>
            </a:r>
            <a:endParaRPr sz="2600">
              <a:latin typeface="Bookman Old Style" pitchFamily="18" charset="0"/>
              <a:cs typeface="Book Antiqu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9" name="object 9"/>
          <p:cNvSpPr txBox="1">
            <a:spLocks noGrp="1"/>
          </p:cNvSpPr>
          <p:nvPr>
            <p:ph type="title"/>
          </p:nvPr>
        </p:nvSpPr>
        <p:spPr>
          <a:xfrm>
            <a:off x="457200" y="362223"/>
            <a:ext cx="8382000" cy="566822"/>
          </a:xfrm>
          <a:prstGeom prst="rect">
            <a:avLst/>
          </a:prstGeom>
        </p:spPr>
        <p:txBody>
          <a:bodyPr vert="horz" wrap="square" lIns="0" tIns="12700" rIns="0" bIns="0" rtlCol="0">
            <a:spAutoFit/>
          </a:bodyPr>
          <a:lstStyle/>
          <a:p>
            <a:pPr marL="12700">
              <a:lnSpc>
                <a:spcPct val="100000"/>
              </a:lnSpc>
              <a:spcBef>
                <a:spcPts val="100"/>
              </a:spcBef>
              <a:tabLst>
                <a:tab pos="4256405" algn="l"/>
              </a:tabLst>
            </a:pPr>
            <a:r>
              <a:rPr lang="en-US" sz="3600" b="1" dirty="0">
                <a:solidFill>
                  <a:schemeClr val="tx1"/>
                </a:solidFill>
                <a:latin typeface="Bookman Old Style" pitchFamily="18" charset="0"/>
              </a:rPr>
              <a:t>1) </a:t>
            </a:r>
            <a:r>
              <a:rPr sz="3600" b="1">
                <a:solidFill>
                  <a:schemeClr val="tx1"/>
                </a:solidFill>
                <a:latin typeface="Bookman Old Style" pitchFamily="18" charset="0"/>
              </a:rPr>
              <a:t>Gene</a:t>
            </a:r>
            <a:r>
              <a:rPr sz="3600" b="1" spc="-5">
                <a:solidFill>
                  <a:schemeClr val="tx1"/>
                </a:solidFill>
                <a:latin typeface="Bookman Old Style" pitchFamily="18" charset="0"/>
              </a:rPr>
              <a:t>r</a:t>
            </a:r>
            <a:r>
              <a:rPr sz="3600" b="1">
                <a:solidFill>
                  <a:schemeClr val="tx1"/>
                </a:solidFill>
                <a:latin typeface="Bookman Old Style" pitchFamily="18" charset="0"/>
              </a:rPr>
              <a:t>ic P</a:t>
            </a:r>
            <a:r>
              <a:rPr sz="3600" b="1" spc="-85">
                <a:solidFill>
                  <a:schemeClr val="tx1"/>
                </a:solidFill>
                <a:latin typeface="Bookman Old Style" pitchFamily="18" charset="0"/>
              </a:rPr>
              <a:t>r</a:t>
            </a:r>
            <a:r>
              <a:rPr sz="3600" b="1" spc="-5">
                <a:solidFill>
                  <a:schemeClr val="tx1"/>
                </a:solidFill>
                <a:latin typeface="Bookman Old Style" pitchFamily="18" charset="0"/>
              </a:rPr>
              <a:t>o</a:t>
            </a:r>
            <a:r>
              <a:rPr sz="3600" b="1">
                <a:solidFill>
                  <a:schemeClr val="tx1"/>
                </a:solidFill>
                <a:latin typeface="Bookman Old Style" pitchFamily="18" charset="0"/>
              </a:rPr>
              <a:t>ce</a:t>
            </a:r>
            <a:r>
              <a:rPr sz="3600" b="1" spc="-5">
                <a:solidFill>
                  <a:schemeClr val="tx1"/>
                </a:solidFill>
                <a:latin typeface="Bookman Old Style" pitchFamily="18" charset="0"/>
              </a:rPr>
              <a:t>s</a:t>
            </a:r>
            <a:r>
              <a:rPr sz="3600" b="1">
                <a:solidFill>
                  <a:schemeClr val="tx1"/>
                </a:solidFill>
                <a:latin typeface="Bookman Old Style" pitchFamily="18" charset="0"/>
              </a:rPr>
              <a:t>s</a:t>
            </a:r>
            <a:r>
              <a:rPr lang="en-US" sz="3600" b="1" dirty="0">
                <a:solidFill>
                  <a:schemeClr val="tx1"/>
                </a:solidFill>
                <a:latin typeface="Bookman Old Style" pitchFamily="18" charset="0"/>
              </a:rPr>
              <a:t> </a:t>
            </a:r>
            <a:r>
              <a:rPr sz="3600" b="1">
                <a:solidFill>
                  <a:schemeClr val="tx1"/>
                </a:solidFill>
                <a:latin typeface="Bookman Old Style" pitchFamily="18" charset="0"/>
              </a:rPr>
              <a:t>Model</a:t>
            </a:r>
            <a:endParaRPr sz="3600" b="1" dirty="0">
              <a:solidFill>
                <a:schemeClr val="tx1"/>
              </a:solidFill>
              <a:latin typeface="Bookman Old Style" pitchFamily="18" charset="0"/>
            </a:endParaRPr>
          </a:p>
        </p:txBody>
      </p:sp>
      <p:sp>
        <p:nvSpPr>
          <p:cNvPr id="17" name="object 17"/>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dirty="0"/>
              <a:pPr marL="38100">
                <a:lnSpc>
                  <a:spcPts val="1425"/>
                </a:lnSpc>
              </a:pPr>
              <a:t>28</a:t>
            </a:fld>
            <a:endParaRPr dirty="0"/>
          </a:p>
        </p:txBody>
      </p:sp>
      <p:sp>
        <p:nvSpPr>
          <p:cNvPr id="10" name="object 10"/>
          <p:cNvSpPr txBox="1"/>
          <p:nvPr/>
        </p:nvSpPr>
        <p:spPr>
          <a:xfrm>
            <a:off x="533400" y="990600"/>
            <a:ext cx="8153400" cy="5663089"/>
          </a:xfrm>
          <a:prstGeom prst="rect">
            <a:avLst/>
          </a:prstGeom>
        </p:spPr>
        <p:txBody>
          <a:bodyPr vert="horz" wrap="square" lIns="0" tIns="76200" rIns="0" bIns="0" rtlCol="0">
            <a:spAutoFit/>
          </a:bodyPr>
          <a:lstStyle/>
          <a:p>
            <a:pPr marL="273050" indent="-260985">
              <a:buClr>
                <a:srgbClr val="0BD0D9"/>
              </a:buClr>
              <a:buSzPct val="92857"/>
              <a:tabLst>
                <a:tab pos="273685" algn="l"/>
              </a:tabLst>
            </a:pPr>
            <a:r>
              <a:rPr sz="2200" b="1" spc="-10" dirty="0">
                <a:latin typeface="Bookman Old Style" pitchFamily="18" charset="0"/>
                <a:cs typeface="Book Antiqua"/>
              </a:rPr>
              <a:t>A</a:t>
            </a:r>
            <a:r>
              <a:rPr sz="2200" b="1" spc="-120" dirty="0">
                <a:latin typeface="Bookman Old Style" pitchFamily="18" charset="0"/>
                <a:cs typeface="Book Antiqua"/>
              </a:rPr>
              <a:t> </a:t>
            </a:r>
            <a:r>
              <a:rPr sz="2200" b="1" spc="-5" dirty="0">
                <a:latin typeface="Bookman Old Style" pitchFamily="18" charset="0"/>
                <a:cs typeface="Book Antiqua"/>
              </a:rPr>
              <a:t>generic </a:t>
            </a:r>
            <a:r>
              <a:rPr sz="2200" b="1" spc="-10" dirty="0">
                <a:latin typeface="Bookman Old Style" pitchFamily="18" charset="0"/>
                <a:cs typeface="Book Antiqua"/>
              </a:rPr>
              <a:t>p</a:t>
            </a:r>
            <a:r>
              <a:rPr sz="2200" b="1" spc="-45" dirty="0">
                <a:latin typeface="Bookman Old Style" pitchFamily="18" charset="0"/>
                <a:cs typeface="Book Antiqua"/>
              </a:rPr>
              <a:t>r</a:t>
            </a:r>
            <a:r>
              <a:rPr sz="2200" b="1" spc="-10" dirty="0">
                <a:latin typeface="Bookman Old Style" pitchFamily="18" charset="0"/>
                <a:cs typeface="Book Antiqua"/>
              </a:rPr>
              <a:t>oc</a:t>
            </a:r>
            <a:r>
              <a:rPr sz="2200" b="1" spc="-5" dirty="0">
                <a:latin typeface="Bookman Old Style" pitchFamily="18" charset="0"/>
                <a:cs typeface="Book Antiqua"/>
              </a:rPr>
              <a:t>e</a:t>
            </a:r>
            <a:r>
              <a:rPr sz="2200" b="1" spc="-10" dirty="0">
                <a:latin typeface="Bookman Old Style" pitchFamily="18" charset="0"/>
                <a:cs typeface="Book Antiqua"/>
              </a:rPr>
              <a:t>s</a:t>
            </a:r>
            <a:r>
              <a:rPr sz="2200" b="1" spc="-5" dirty="0">
                <a:latin typeface="Bookman Old Style" pitchFamily="18" charset="0"/>
                <a:cs typeface="Book Antiqua"/>
              </a:rPr>
              <a:t>s </a:t>
            </a:r>
            <a:r>
              <a:rPr sz="2200" b="1" spc="-10" dirty="0">
                <a:latin typeface="Bookman Old Style" pitchFamily="18" charset="0"/>
                <a:cs typeface="Book Antiqua"/>
              </a:rPr>
              <a:t>mo</a:t>
            </a:r>
            <a:r>
              <a:rPr sz="2200" b="1" spc="-15" dirty="0">
                <a:latin typeface="Bookman Old Style" pitchFamily="18" charset="0"/>
                <a:cs typeface="Book Antiqua"/>
              </a:rPr>
              <a:t>d</a:t>
            </a:r>
            <a:r>
              <a:rPr sz="2200" b="1" spc="-5" dirty="0">
                <a:latin typeface="Bookman Old Style" pitchFamily="18" charset="0"/>
                <a:cs typeface="Book Antiqua"/>
              </a:rPr>
              <a:t>el </a:t>
            </a:r>
            <a:r>
              <a:rPr sz="2200" b="1" spc="-15">
                <a:latin typeface="Bookman Old Style" pitchFamily="18" charset="0"/>
                <a:cs typeface="Book Antiqua"/>
              </a:rPr>
              <a:t>ha</a:t>
            </a:r>
            <a:r>
              <a:rPr sz="2200" b="1" spc="-5">
                <a:latin typeface="Bookman Old Style" pitchFamily="18" charset="0"/>
                <a:cs typeface="Book Antiqua"/>
              </a:rPr>
              <a:t>s:</a:t>
            </a:r>
            <a:endParaRPr lang="en-US" sz="2200" b="1" spc="-5" dirty="0">
              <a:latin typeface="Bookman Old Style" pitchFamily="18" charset="0"/>
              <a:cs typeface="Book Antiqua"/>
            </a:endParaRPr>
          </a:p>
          <a:p>
            <a:pPr marL="273050" indent="-260985">
              <a:buClr>
                <a:srgbClr val="0BD0D9"/>
              </a:buClr>
              <a:buSzPct val="92857"/>
              <a:tabLst>
                <a:tab pos="273685" algn="l"/>
              </a:tabLst>
            </a:pPr>
            <a:endParaRPr sz="1100" b="1">
              <a:latin typeface="Bookman Old Style" pitchFamily="18" charset="0"/>
              <a:cs typeface="Book Antiqua"/>
            </a:endParaRPr>
          </a:p>
          <a:p>
            <a:pPr marL="273050" indent="-260985">
              <a:buClr>
                <a:srgbClr val="0BD0D9"/>
              </a:buClr>
              <a:buSzPct val="92857"/>
              <a:tabLst>
                <a:tab pos="273685" algn="l"/>
              </a:tabLst>
            </a:pPr>
            <a:r>
              <a:rPr sz="2200" b="1" spc="-10" dirty="0">
                <a:latin typeface="Bookman Old Style" pitchFamily="18" charset="0"/>
                <a:cs typeface="Book Antiqua"/>
              </a:rPr>
              <a:t>1.Defining</a:t>
            </a:r>
            <a:r>
              <a:rPr sz="2200" b="1" dirty="0">
                <a:latin typeface="Bookman Old Style" pitchFamily="18" charset="0"/>
                <a:cs typeface="Book Antiqua"/>
              </a:rPr>
              <a:t> </a:t>
            </a:r>
            <a:r>
              <a:rPr sz="2200" b="1" spc="-5" dirty="0">
                <a:latin typeface="Bookman Old Style" pitchFamily="18" charset="0"/>
                <a:cs typeface="Book Antiqua"/>
              </a:rPr>
              <a:t>a</a:t>
            </a:r>
            <a:r>
              <a:rPr sz="2200" b="1" dirty="0">
                <a:latin typeface="Bookman Old Style" pitchFamily="18" charset="0"/>
                <a:cs typeface="Book Antiqua"/>
              </a:rPr>
              <a:t> </a:t>
            </a:r>
            <a:r>
              <a:rPr sz="2200" b="1" spc="-10" dirty="0">
                <a:latin typeface="Bookman Old Style" pitchFamily="18" charset="0"/>
                <a:cs typeface="Book Antiqua"/>
              </a:rPr>
              <a:t>framework</a:t>
            </a:r>
            <a:r>
              <a:rPr sz="2200" b="1" dirty="0">
                <a:latin typeface="Bookman Old Style" pitchFamily="18" charset="0"/>
                <a:cs typeface="Book Antiqua"/>
              </a:rPr>
              <a:t> </a:t>
            </a:r>
            <a:r>
              <a:rPr sz="2200" b="1" spc="-10" dirty="0">
                <a:latin typeface="Bookman Old Style" pitchFamily="18" charset="0"/>
                <a:cs typeface="Book Antiqua"/>
              </a:rPr>
              <a:t>activity:</a:t>
            </a:r>
            <a:endParaRPr sz="2200" b="1">
              <a:latin typeface="Bookman Old Style" pitchFamily="18" charset="0"/>
              <a:cs typeface="Book Antiqua"/>
            </a:endParaRPr>
          </a:p>
          <a:p>
            <a:pPr marL="640080" lvl="1" indent="-234950">
              <a:buClr>
                <a:srgbClr val="0F6FC6"/>
              </a:buClr>
              <a:buSzPct val="84210"/>
              <a:buFont typeface="Arial"/>
              <a:buChar char="●"/>
              <a:tabLst>
                <a:tab pos="640715" algn="l"/>
              </a:tabLst>
            </a:pPr>
            <a:r>
              <a:rPr sz="2100" spc="-45" dirty="0">
                <a:latin typeface="Bookman Old Style" pitchFamily="18" charset="0"/>
                <a:cs typeface="Book Antiqua"/>
              </a:rPr>
              <a:t>Work</a:t>
            </a:r>
            <a:r>
              <a:rPr sz="2100" spc="-5" dirty="0">
                <a:latin typeface="Bookman Old Style" pitchFamily="18" charset="0"/>
                <a:cs typeface="Book Antiqua"/>
              </a:rPr>
              <a:t> tasks for</a:t>
            </a:r>
            <a:r>
              <a:rPr sz="2100" spc="-10" dirty="0">
                <a:latin typeface="Bookman Old Style" pitchFamily="18" charset="0"/>
                <a:cs typeface="Book Antiqua"/>
              </a:rPr>
              <a:t> </a:t>
            </a:r>
            <a:r>
              <a:rPr sz="2100" dirty="0">
                <a:latin typeface="Bookman Old Style" pitchFamily="18" charset="0"/>
                <a:cs typeface="Book Antiqua"/>
              </a:rPr>
              <a:t>a </a:t>
            </a:r>
            <a:r>
              <a:rPr sz="2100" spc="-5" dirty="0">
                <a:latin typeface="Bookman Old Style" pitchFamily="18" charset="0"/>
                <a:cs typeface="Book Antiqua"/>
              </a:rPr>
              <a:t>simple</a:t>
            </a:r>
            <a:r>
              <a:rPr sz="2100" spc="-10" dirty="0">
                <a:latin typeface="Bookman Old Style" pitchFamily="18" charset="0"/>
                <a:cs typeface="Book Antiqua"/>
              </a:rPr>
              <a:t> </a:t>
            </a:r>
            <a:r>
              <a:rPr sz="2100" spc="-5" dirty="0">
                <a:latin typeface="Bookman Old Style" pitchFamily="18" charset="0"/>
                <a:cs typeface="Book Antiqua"/>
              </a:rPr>
              <a:t>software</a:t>
            </a:r>
            <a:r>
              <a:rPr sz="2100" dirty="0">
                <a:latin typeface="Bookman Old Style" pitchFamily="18" charset="0"/>
                <a:cs typeface="Book Antiqua"/>
              </a:rPr>
              <a:t> </a:t>
            </a:r>
            <a:r>
              <a:rPr sz="2100" spc="-10" dirty="0">
                <a:latin typeface="Bookman Old Style" pitchFamily="18" charset="0"/>
                <a:cs typeface="Book Antiqua"/>
              </a:rPr>
              <a:t>project</a:t>
            </a:r>
            <a:r>
              <a:rPr sz="2100" dirty="0">
                <a:latin typeface="Bookman Old Style" pitchFamily="18" charset="0"/>
                <a:cs typeface="Book Antiqua"/>
              </a:rPr>
              <a:t> </a:t>
            </a:r>
            <a:r>
              <a:rPr sz="2100" spc="-10">
                <a:latin typeface="Bookman Old Style" pitchFamily="18" charset="0"/>
                <a:cs typeface="Book Antiqua"/>
              </a:rPr>
              <a:t>are:</a:t>
            </a:r>
            <a:endParaRPr lang="en-US" sz="2100" spc="-10" dirty="0">
              <a:latin typeface="Bookman Old Style" pitchFamily="18" charset="0"/>
              <a:cs typeface="Book Antiqua"/>
            </a:endParaRPr>
          </a:p>
          <a:p>
            <a:pPr marL="1097280" lvl="2" indent="-234950">
              <a:buClr>
                <a:srgbClr val="0F6FC6"/>
              </a:buClr>
              <a:buSzPct val="84210"/>
              <a:buFont typeface="Arial"/>
              <a:buChar char="●"/>
              <a:tabLst>
                <a:tab pos="640715" algn="l"/>
              </a:tabLst>
            </a:pPr>
            <a:r>
              <a:rPr lang="en-US" sz="2100" spc="5" dirty="0">
                <a:latin typeface="Bookman Old Style" pitchFamily="18" charset="0"/>
                <a:cs typeface="Book Antiqua"/>
              </a:rPr>
              <a:t>Make </a:t>
            </a:r>
            <a:r>
              <a:rPr lang="en-US" sz="2100" dirty="0">
                <a:latin typeface="Bookman Old Style" pitchFamily="18" charset="0"/>
                <a:cs typeface="Book Antiqua"/>
              </a:rPr>
              <a:t>contact </a:t>
            </a:r>
            <a:r>
              <a:rPr lang="en-US" sz="2100" spc="5" dirty="0">
                <a:latin typeface="Bookman Old Style" pitchFamily="18" charset="0"/>
                <a:cs typeface="Book Antiqua"/>
              </a:rPr>
              <a:t>with stakeholder </a:t>
            </a:r>
            <a:r>
              <a:rPr lang="en-US" sz="2100" dirty="0">
                <a:latin typeface="Bookman Old Style" pitchFamily="18" charset="0"/>
                <a:cs typeface="Book Antiqua"/>
              </a:rPr>
              <a:t>via </a:t>
            </a:r>
            <a:r>
              <a:rPr lang="en-US" sz="2100" spc="5" dirty="0">
                <a:latin typeface="Bookman Old Style" pitchFamily="18" charset="0"/>
                <a:cs typeface="Book Antiqua"/>
              </a:rPr>
              <a:t>telephone. </a:t>
            </a:r>
            <a:r>
              <a:rPr lang="en-US" sz="2100" spc="-385" dirty="0">
                <a:latin typeface="Bookman Old Style" pitchFamily="18" charset="0"/>
                <a:cs typeface="Book Antiqua"/>
              </a:rPr>
              <a:t> </a:t>
            </a:r>
          </a:p>
          <a:p>
            <a:pPr marL="1097280" lvl="2" indent="-234950">
              <a:buClr>
                <a:srgbClr val="0F6FC6"/>
              </a:buClr>
              <a:buSzPct val="84210"/>
              <a:buFont typeface="Arial"/>
              <a:buChar char="●"/>
              <a:tabLst>
                <a:tab pos="640715" algn="l"/>
              </a:tabLst>
            </a:pPr>
            <a:r>
              <a:rPr lang="en-US" sz="2100" spc="5" dirty="0">
                <a:latin typeface="Bookman Old Style" pitchFamily="18" charset="0"/>
                <a:cs typeface="Book Antiqua"/>
              </a:rPr>
              <a:t>Discuss</a:t>
            </a:r>
            <a:r>
              <a:rPr lang="en-US" sz="2100" spc="-5" dirty="0">
                <a:latin typeface="Bookman Old Style" pitchFamily="18" charset="0"/>
                <a:cs typeface="Book Antiqua"/>
              </a:rPr>
              <a:t> </a:t>
            </a:r>
            <a:r>
              <a:rPr lang="en-US" sz="2100" dirty="0">
                <a:latin typeface="Bookman Old Style" pitchFamily="18" charset="0"/>
                <a:cs typeface="Book Antiqua"/>
              </a:rPr>
              <a:t>requirements </a:t>
            </a:r>
            <a:r>
              <a:rPr lang="en-US" sz="2100" spc="5" dirty="0">
                <a:latin typeface="Bookman Old Style" pitchFamily="18" charset="0"/>
                <a:cs typeface="Book Antiqua"/>
              </a:rPr>
              <a:t>and</a:t>
            </a:r>
            <a:r>
              <a:rPr lang="en-US" sz="2100" dirty="0">
                <a:latin typeface="Bookman Old Style" pitchFamily="18" charset="0"/>
                <a:cs typeface="Book Antiqua"/>
              </a:rPr>
              <a:t> </a:t>
            </a:r>
            <a:r>
              <a:rPr lang="en-US" sz="2100" spc="5" dirty="0">
                <a:latin typeface="Bookman Old Style" pitchFamily="18" charset="0"/>
                <a:cs typeface="Book Antiqua"/>
              </a:rPr>
              <a:t>take</a:t>
            </a:r>
            <a:r>
              <a:rPr lang="en-US" sz="2100" spc="-5" dirty="0">
                <a:latin typeface="Bookman Old Style" pitchFamily="18" charset="0"/>
                <a:cs typeface="Book Antiqua"/>
              </a:rPr>
              <a:t> </a:t>
            </a:r>
            <a:r>
              <a:rPr lang="en-US" sz="2100" dirty="0">
                <a:latin typeface="Bookman Old Style" pitchFamily="18" charset="0"/>
                <a:cs typeface="Book Antiqua"/>
              </a:rPr>
              <a:t>notes.</a:t>
            </a:r>
          </a:p>
          <a:p>
            <a:pPr marL="1097280" lvl="2" indent="-234950">
              <a:buClr>
                <a:srgbClr val="0F6FC6"/>
              </a:buClr>
              <a:buSzPct val="84210"/>
              <a:buFont typeface="Arial"/>
              <a:buChar char="●"/>
              <a:tabLst>
                <a:tab pos="640715" algn="l"/>
              </a:tabLst>
            </a:pPr>
            <a:r>
              <a:rPr lang="en-US" sz="2100" dirty="0">
                <a:latin typeface="Bookman Old Style" pitchFamily="18" charset="0"/>
                <a:cs typeface="Book Antiqua"/>
              </a:rPr>
              <a:t>Organize </a:t>
            </a:r>
            <a:r>
              <a:rPr lang="en-US" sz="2100" spc="5" dirty="0">
                <a:latin typeface="Bookman Old Style" pitchFamily="18" charset="0"/>
                <a:cs typeface="Book Antiqua"/>
              </a:rPr>
              <a:t>notes into a </a:t>
            </a:r>
            <a:r>
              <a:rPr lang="en-US" sz="2100" dirty="0">
                <a:latin typeface="Bookman Old Style" pitchFamily="18" charset="0"/>
                <a:cs typeface="Book Antiqua"/>
              </a:rPr>
              <a:t>brief </a:t>
            </a:r>
            <a:r>
              <a:rPr lang="en-US" sz="2100" spc="5" dirty="0">
                <a:latin typeface="Bookman Old Style" pitchFamily="18" charset="0"/>
                <a:cs typeface="Book Antiqua"/>
              </a:rPr>
              <a:t>written statement of </a:t>
            </a:r>
            <a:r>
              <a:rPr lang="en-US" sz="2100" dirty="0">
                <a:latin typeface="Bookman Old Style" pitchFamily="18" charset="0"/>
                <a:cs typeface="Book Antiqua"/>
              </a:rPr>
              <a:t>requirements. </a:t>
            </a:r>
            <a:r>
              <a:rPr lang="en-US" sz="2100" spc="-385" dirty="0">
                <a:latin typeface="Bookman Old Style" pitchFamily="18" charset="0"/>
                <a:cs typeface="Book Antiqua"/>
              </a:rPr>
              <a:t> </a:t>
            </a:r>
          </a:p>
          <a:p>
            <a:pPr marL="1097280" lvl="2" indent="-234950">
              <a:buClr>
                <a:srgbClr val="0F6FC6"/>
              </a:buClr>
              <a:buSzPct val="84210"/>
              <a:buFont typeface="Arial"/>
              <a:buChar char="●"/>
              <a:tabLst>
                <a:tab pos="640715" algn="l"/>
              </a:tabLst>
            </a:pPr>
            <a:r>
              <a:rPr lang="en-US" sz="2100" spc="5" dirty="0">
                <a:latin typeface="Bookman Old Style" pitchFamily="18" charset="0"/>
                <a:cs typeface="Book Antiqua"/>
              </a:rPr>
              <a:t>E-mail</a:t>
            </a:r>
            <a:r>
              <a:rPr lang="en-US" sz="2100" spc="-5" dirty="0">
                <a:latin typeface="Bookman Old Style" pitchFamily="18" charset="0"/>
                <a:cs typeface="Book Antiqua"/>
              </a:rPr>
              <a:t> </a:t>
            </a:r>
            <a:r>
              <a:rPr lang="en-US" sz="2100" spc="5" dirty="0">
                <a:latin typeface="Bookman Old Style" pitchFamily="18" charset="0"/>
                <a:cs typeface="Book Antiqua"/>
              </a:rPr>
              <a:t>to</a:t>
            </a:r>
            <a:r>
              <a:rPr lang="en-US" sz="2100" dirty="0">
                <a:latin typeface="Bookman Old Style" pitchFamily="18" charset="0"/>
                <a:cs typeface="Book Antiqua"/>
              </a:rPr>
              <a:t> </a:t>
            </a:r>
            <a:r>
              <a:rPr lang="en-US" sz="2100" spc="5" dirty="0">
                <a:latin typeface="Bookman Old Style" pitchFamily="18" charset="0"/>
                <a:cs typeface="Book Antiqua"/>
              </a:rPr>
              <a:t>stakeholder</a:t>
            </a:r>
            <a:r>
              <a:rPr lang="en-US" sz="2100" dirty="0">
                <a:latin typeface="Bookman Old Style" pitchFamily="18" charset="0"/>
                <a:cs typeface="Book Antiqua"/>
              </a:rPr>
              <a:t> for review </a:t>
            </a:r>
            <a:r>
              <a:rPr lang="en-US" sz="2100" spc="5" dirty="0">
                <a:latin typeface="Bookman Old Style" pitchFamily="18" charset="0"/>
                <a:cs typeface="Book Antiqua"/>
              </a:rPr>
              <a:t>and</a:t>
            </a:r>
            <a:r>
              <a:rPr lang="en-US" sz="2100" dirty="0">
                <a:latin typeface="Bookman Old Style" pitchFamily="18" charset="0"/>
                <a:cs typeface="Book Antiqua"/>
              </a:rPr>
              <a:t> approval.</a:t>
            </a:r>
          </a:p>
          <a:p>
            <a:pPr marL="640080" lvl="1" indent="-234950">
              <a:buClr>
                <a:srgbClr val="0F6FC6"/>
              </a:buClr>
              <a:buSzPct val="84210"/>
              <a:buFont typeface="Arial"/>
              <a:buChar char="●"/>
              <a:tabLst>
                <a:tab pos="640715" algn="l"/>
              </a:tabLst>
            </a:pPr>
            <a:r>
              <a:rPr lang="en-US" sz="2100" dirty="0">
                <a:latin typeface="Bookman Old Style" pitchFamily="18" charset="0"/>
                <a:cs typeface="Book Antiqua"/>
              </a:rPr>
              <a:t>If</a:t>
            </a:r>
            <a:r>
              <a:rPr lang="en-US" sz="2100" spc="10" dirty="0">
                <a:latin typeface="Bookman Old Style" pitchFamily="18" charset="0"/>
                <a:cs typeface="Book Antiqua"/>
              </a:rPr>
              <a:t> </a:t>
            </a:r>
            <a:r>
              <a:rPr lang="en-US" sz="2100" spc="-10" dirty="0">
                <a:latin typeface="Bookman Old Style" pitchFamily="18" charset="0"/>
                <a:cs typeface="Book Antiqua"/>
              </a:rPr>
              <a:t>Project</a:t>
            </a:r>
            <a:r>
              <a:rPr lang="en-US" sz="2100" spc="10" dirty="0">
                <a:latin typeface="Bookman Old Style" pitchFamily="18" charset="0"/>
                <a:cs typeface="Book Antiqua"/>
              </a:rPr>
              <a:t> </a:t>
            </a:r>
            <a:r>
              <a:rPr lang="en-US" sz="2100" dirty="0">
                <a:latin typeface="Bookman Old Style" pitchFamily="18" charset="0"/>
                <a:cs typeface="Book Antiqua"/>
              </a:rPr>
              <a:t>is</a:t>
            </a:r>
            <a:r>
              <a:rPr lang="en-US" sz="2100" spc="10" dirty="0">
                <a:latin typeface="Bookman Old Style" pitchFamily="18" charset="0"/>
                <a:cs typeface="Book Antiqua"/>
              </a:rPr>
              <a:t> </a:t>
            </a:r>
            <a:r>
              <a:rPr lang="en-US" sz="2100" spc="-5" dirty="0">
                <a:latin typeface="Bookman Old Style" pitchFamily="18" charset="0"/>
                <a:cs typeface="Book Antiqua"/>
              </a:rPr>
              <a:t>complex,</a:t>
            </a:r>
            <a:r>
              <a:rPr lang="en-US" sz="2100" spc="10" dirty="0">
                <a:latin typeface="Bookman Old Style" pitchFamily="18" charset="0"/>
                <a:cs typeface="Book Antiqua"/>
              </a:rPr>
              <a:t> </a:t>
            </a:r>
            <a:r>
              <a:rPr lang="en-US" sz="2100" spc="-5" dirty="0">
                <a:latin typeface="Bookman Old Style" pitchFamily="18" charset="0"/>
                <a:cs typeface="Book Antiqua"/>
              </a:rPr>
              <a:t>then</a:t>
            </a:r>
            <a:r>
              <a:rPr lang="en-US" sz="2100" spc="5" dirty="0">
                <a:latin typeface="Bookman Old Style" pitchFamily="18" charset="0"/>
                <a:cs typeface="Book Antiqua"/>
              </a:rPr>
              <a:t> </a:t>
            </a:r>
            <a:r>
              <a:rPr lang="en-US" sz="2100" dirty="0">
                <a:latin typeface="Bookman Old Style" pitchFamily="18" charset="0"/>
                <a:cs typeface="Book Antiqua"/>
              </a:rPr>
              <a:t>go</a:t>
            </a:r>
            <a:r>
              <a:rPr lang="en-US" sz="2100" spc="15" dirty="0">
                <a:latin typeface="Bookman Old Style" pitchFamily="18" charset="0"/>
                <a:cs typeface="Book Antiqua"/>
              </a:rPr>
              <a:t> </a:t>
            </a:r>
            <a:r>
              <a:rPr lang="en-US" sz="2100" spc="-5" dirty="0">
                <a:latin typeface="Bookman Old Style" pitchFamily="18" charset="0"/>
                <a:cs typeface="Book Antiqua"/>
              </a:rPr>
              <a:t>for:</a:t>
            </a:r>
            <a:r>
              <a:rPr lang="en-US" sz="2100" spc="5" dirty="0">
                <a:latin typeface="Bookman Old Style" pitchFamily="18" charset="0"/>
                <a:cs typeface="Book Antiqua"/>
              </a:rPr>
              <a:t> </a:t>
            </a:r>
            <a:r>
              <a:rPr lang="en-US" sz="2100" spc="-5" dirty="0">
                <a:latin typeface="Bookman Old Style" pitchFamily="18" charset="0"/>
                <a:cs typeface="Book Antiqua"/>
              </a:rPr>
              <a:t>inception,</a:t>
            </a:r>
            <a:r>
              <a:rPr lang="en-US" sz="2100" spc="10" dirty="0">
                <a:latin typeface="Bookman Old Style" pitchFamily="18" charset="0"/>
                <a:cs typeface="Book Antiqua"/>
              </a:rPr>
              <a:t> </a:t>
            </a:r>
            <a:r>
              <a:rPr lang="en-US" sz="2100" spc="-5" dirty="0">
                <a:latin typeface="Bookman Old Style" pitchFamily="18" charset="0"/>
                <a:cs typeface="Book Antiqua"/>
              </a:rPr>
              <a:t>elicitation,</a:t>
            </a:r>
            <a:r>
              <a:rPr lang="en-US" sz="2100" spc="5" dirty="0">
                <a:latin typeface="Bookman Old Style" pitchFamily="18" charset="0"/>
                <a:cs typeface="Book Antiqua"/>
              </a:rPr>
              <a:t> </a:t>
            </a:r>
            <a:r>
              <a:rPr lang="en-US" sz="2100" spc="-5" dirty="0">
                <a:latin typeface="Bookman Old Style" pitchFamily="18" charset="0"/>
                <a:cs typeface="Book Antiqua"/>
              </a:rPr>
              <a:t>elaboration, </a:t>
            </a:r>
            <a:r>
              <a:rPr lang="en-US" sz="2100" spc="-459" dirty="0">
                <a:latin typeface="Bookman Old Style" pitchFamily="18" charset="0"/>
                <a:cs typeface="Book Antiqua"/>
              </a:rPr>
              <a:t> </a:t>
            </a:r>
            <a:r>
              <a:rPr lang="en-US" sz="2100" spc="-5" dirty="0">
                <a:latin typeface="Bookman Old Style" pitchFamily="18" charset="0"/>
                <a:cs typeface="Book Antiqua"/>
              </a:rPr>
              <a:t>negotiation, specification, </a:t>
            </a:r>
            <a:r>
              <a:rPr lang="en-US" sz="2100" dirty="0">
                <a:latin typeface="Bookman Old Style" pitchFamily="18" charset="0"/>
                <a:cs typeface="Book Antiqua"/>
              </a:rPr>
              <a:t>and</a:t>
            </a:r>
            <a:r>
              <a:rPr lang="en-US" sz="2100" spc="-5" dirty="0">
                <a:latin typeface="Bookman Old Style" pitchFamily="18" charset="0"/>
                <a:cs typeface="Book Antiqua"/>
              </a:rPr>
              <a:t> validation.</a:t>
            </a:r>
          </a:p>
          <a:p>
            <a:pPr marL="273050" indent="-260985">
              <a:buClr>
                <a:srgbClr val="0BD0D9"/>
              </a:buClr>
              <a:buSzPct val="92857"/>
              <a:tabLst>
                <a:tab pos="273685" algn="l"/>
              </a:tabLst>
            </a:pPr>
            <a:r>
              <a:rPr lang="en-US" sz="2200" spc="-10" dirty="0">
                <a:latin typeface="Bookman Old Style" pitchFamily="18" charset="0"/>
                <a:cs typeface="Book Antiqua"/>
              </a:rPr>
              <a:t>2. </a:t>
            </a:r>
            <a:r>
              <a:rPr lang="en-US" sz="2200" b="1" spc="-10" dirty="0">
                <a:latin typeface="Bookman Old Style" pitchFamily="18" charset="0"/>
                <a:cs typeface="Book Antiqua"/>
              </a:rPr>
              <a:t>Identifying </a:t>
            </a:r>
            <a:r>
              <a:rPr lang="en-US" sz="2200" b="1" spc="-5" dirty="0">
                <a:latin typeface="Bookman Old Style" pitchFamily="18" charset="0"/>
                <a:cs typeface="Book Antiqua"/>
              </a:rPr>
              <a:t>a</a:t>
            </a:r>
            <a:r>
              <a:rPr lang="en-US" sz="2200" b="1" spc="-10" dirty="0">
                <a:latin typeface="Bookman Old Style" pitchFamily="18" charset="0"/>
                <a:cs typeface="Book Antiqua"/>
              </a:rPr>
              <a:t> task </a:t>
            </a:r>
            <a:r>
              <a:rPr lang="en-US" sz="2200" b="1" spc="-5" dirty="0">
                <a:latin typeface="Bookman Old Style" pitchFamily="18" charset="0"/>
                <a:cs typeface="Book Antiqua"/>
              </a:rPr>
              <a:t>set:</a:t>
            </a:r>
            <a:endParaRPr lang="en-US" sz="2200" b="1" dirty="0">
              <a:latin typeface="Bookman Old Style" pitchFamily="18" charset="0"/>
              <a:cs typeface="Book Antiqua"/>
            </a:endParaRPr>
          </a:p>
          <a:p>
            <a:pPr marL="640080" marR="5080" lvl="1" indent="-234950">
              <a:buClr>
                <a:srgbClr val="0F6FC6"/>
              </a:buClr>
              <a:buSzPct val="84210"/>
              <a:buFont typeface="Arial"/>
              <a:buChar char="●"/>
              <a:tabLst>
                <a:tab pos="640715" algn="l"/>
              </a:tabLst>
            </a:pPr>
            <a:r>
              <a:rPr lang="en-US" sz="2100" spc="-45" dirty="0">
                <a:latin typeface="Bookman Old Style" pitchFamily="18" charset="0"/>
                <a:cs typeface="Book Antiqua"/>
              </a:rPr>
              <a:t>Task</a:t>
            </a:r>
            <a:r>
              <a:rPr lang="en-US" sz="2100" dirty="0">
                <a:latin typeface="Bookman Old Style" pitchFamily="18" charset="0"/>
                <a:cs typeface="Book Antiqua"/>
              </a:rPr>
              <a:t> </a:t>
            </a:r>
            <a:r>
              <a:rPr lang="en-US" sz="2100" spc="-5" dirty="0">
                <a:latin typeface="Bookman Old Style" pitchFamily="18" charset="0"/>
                <a:cs typeface="Book Antiqua"/>
              </a:rPr>
              <a:t>sets</a:t>
            </a:r>
            <a:r>
              <a:rPr lang="en-US" sz="2100" dirty="0">
                <a:latin typeface="Bookman Old Style" pitchFamily="18" charset="0"/>
                <a:cs typeface="Book Antiqua"/>
              </a:rPr>
              <a:t> </a:t>
            </a:r>
            <a:r>
              <a:rPr lang="en-US" sz="2100" spc="-15" dirty="0">
                <a:latin typeface="Bookman Old Style" pitchFamily="18" charset="0"/>
                <a:cs typeface="Book Antiqua"/>
              </a:rPr>
              <a:t>are</a:t>
            </a:r>
            <a:r>
              <a:rPr lang="en-US" sz="2100" spc="5" dirty="0">
                <a:latin typeface="Bookman Old Style" pitchFamily="18" charset="0"/>
                <a:cs typeface="Book Antiqua"/>
              </a:rPr>
              <a:t> </a:t>
            </a:r>
            <a:r>
              <a:rPr lang="en-US" sz="2100" spc="-5" dirty="0">
                <a:latin typeface="Bookman Old Style" pitchFamily="18" charset="0"/>
                <a:cs typeface="Book Antiqua"/>
              </a:rPr>
              <a:t>actual</a:t>
            </a:r>
            <a:r>
              <a:rPr lang="en-US" sz="2100" dirty="0">
                <a:latin typeface="Bookman Old Style" pitchFamily="18" charset="0"/>
                <a:cs typeface="Book Antiqua"/>
              </a:rPr>
              <a:t> </a:t>
            </a:r>
            <a:r>
              <a:rPr lang="en-US" sz="2100" spc="-5" dirty="0">
                <a:latin typeface="Bookman Old Style" pitchFamily="18" charset="0"/>
                <a:cs typeface="Book Antiqua"/>
              </a:rPr>
              <a:t>list</a:t>
            </a:r>
            <a:r>
              <a:rPr lang="en-US" sz="2100" spc="5" dirty="0">
                <a:latin typeface="Bookman Old Style" pitchFamily="18" charset="0"/>
                <a:cs typeface="Book Antiqua"/>
              </a:rPr>
              <a:t> </a:t>
            </a:r>
            <a:r>
              <a:rPr lang="en-US" sz="2100" dirty="0">
                <a:latin typeface="Bookman Old Style" pitchFamily="18" charset="0"/>
                <a:cs typeface="Book Antiqua"/>
              </a:rPr>
              <a:t>of</a:t>
            </a:r>
            <a:r>
              <a:rPr lang="en-US" sz="2100" spc="5" dirty="0">
                <a:latin typeface="Bookman Old Style" pitchFamily="18" charset="0"/>
                <a:cs typeface="Book Antiqua"/>
              </a:rPr>
              <a:t> </a:t>
            </a:r>
            <a:r>
              <a:rPr lang="en-US" sz="2100" spc="-5" dirty="0">
                <a:latin typeface="Bookman Old Style" pitchFamily="18" charset="0"/>
                <a:cs typeface="Book Antiqua"/>
              </a:rPr>
              <a:t>work</a:t>
            </a:r>
            <a:r>
              <a:rPr lang="en-US" sz="2100" spc="5" dirty="0">
                <a:latin typeface="Bookman Old Style" pitchFamily="18" charset="0"/>
                <a:cs typeface="Book Antiqua"/>
              </a:rPr>
              <a:t> </a:t>
            </a:r>
            <a:r>
              <a:rPr lang="en-US" sz="2100" dirty="0">
                <a:latin typeface="Bookman Old Style" pitchFamily="18" charset="0"/>
                <a:cs typeface="Book Antiqua"/>
              </a:rPr>
              <a:t>to</a:t>
            </a:r>
            <a:r>
              <a:rPr lang="en-US" sz="2100" spc="5" dirty="0">
                <a:latin typeface="Bookman Old Style" pitchFamily="18" charset="0"/>
                <a:cs typeface="Book Antiqua"/>
              </a:rPr>
              <a:t> </a:t>
            </a:r>
            <a:r>
              <a:rPr lang="en-US" sz="2100" dirty="0">
                <a:latin typeface="Bookman Old Style" pitchFamily="18" charset="0"/>
                <a:cs typeface="Book Antiqua"/>
              </a:rPr>
              <a:t>be</a:t>
            </a:r>
            <a:r>
              <a:rPr lang="en-US" sz="2100" spc="5" dirty="0">
                <a:latin typeface="Bookman Old Style" pitchFamily="18" charset="0"/>
                <a:cs typeface="Book Antiqua"/>
              </a:rPr>
              <a:t> </a:t>
            </a:r>
            <a:r>
              <a:rPr lang="en-US" sz="2100" spc="-5" dirty="0">
                <a:latin typeface="Bookman Old Style" pitchFamily="18" charset="0"/>
                <a:cs typeface="Book Antiqua"/>
              </a:rPr>
              <a:t>done</a:t>
            </a:r>
            <a:r>
              <a:rPr lang="en-US" sz="2100" dirty="0">
                <a:latin typeface="Bookman Old Style" pitchFamily="18" charset="0"/>
                <a:cs typeface="Book Antiqua"/>
              </a:rPr>
              <a:t> to </a:t>
            </a:r>
            <a:r>
              <a:rPr lang="en-US" sz="2100" spc="-5" dirty="0">
                <a:latin typeface="Bookman Old Style" pitchFamily="18" charset="0"/>
                <a:cs typeface="Book Antiqua"/>
              </a:rPr>
              <a:t>accomplish</a:t>
            </a:r>
            <a:r>
              <a:rPr lang="en-US" sz="2100" dirty="0">
                <a:latin typeface="Bookman Old Style" pitchFamily="18" charset="0"/>
                <a:cs typeface="Book Antiqua"/>
              </a:rPr>
              <a:t> </a:t>
            </a:r>
            <a:r>
              <a:rPr lang="en-US" sz="2100" spc="-5" dirty="0">
                <a:latin typeface="Bookman Old Style" pitchFamily="18" charset="0"/>
                <a:cs typeface="Book Antiqua"/>
              </a:rPr>
              <a:t>the</a:t>
            </a:r>
            <a:r>
              <a:rPr lang="en-US" sz="2100" dirty="0">
                <a:latin typeface="Bookman Old Style" pitchFamily="18" charset="0"/>
                <a:cs typeface="Book Antiqua"/>
              </a:rPr>
              <a:t> </a:t>
            </a:r>
            <a:r>
              <a:rPr lang="en-US" sz="2100" spc="-5" dirty="0">
                <a:latin typeface="Bookman Old Style" pitchFamily="18" charset="0"/>
                <a:cs typeface="Book Antiqua"/>
              </a:rPr>
              <a:t>objective </a:t>
            </a:r>
            <a:r>
              <a:rPr lang="en-US" sz="2100" spc="-459" dirty="0">
                <a:latin typeface="Bookman Old Style" pitchFamily="18" charset="0"/>
                <a:cs typeface="Book Antiqua"/>
              </a:rPr>
              <a:t> </a:t>
            </a:r>
            <a:r>
              <a:rPr lang="en-US" sz="2100" dirty="0">
                <a:latin typeface="Bookman Old Style" pitchFamily="18" charset="0"/>
                <a:cs typeface="Book Antiqua"/>
              </a:rPr>
              <a:t>of</a:t>
            </a:r>
            <a:r>
              <a:rPr lang="en-US" sz="2100" spc="-5" dirty="0">
                <a:latin typeface="Bookman Old Style" pitchFamily="18" charset="0"/>
                <a:cs typeface="Book Antiqua"/>
              </a:rPr>
              <a:t> s/w</a:t>
            </a:r>
            <a:r>
              <a:rPr lang="en-US" sz="2100" dirty="0">
                <a:latin typeface="Bookman Old Style" pitchFamily="18" charset="0"/>
                <a:cs typeface="Book Antiqua"/>
              </a:rPr>
              <a:t> </a:t>
            </a:r>
            <a:r>
              <a:rPr lang="en-US" sz="2100" dirty="0" err="1">
                <a:latin typeface="Bookman Old Style" pitchFamily="18" charset="0"/>
                <a:cs typeface="Book Antiqua"/>
              </a:rPr>
              <a:t>engg</a:t>
            </a:r>
            <a:r>
              <a:rPr lang="en-US" sz="2100" dirty="0">
                <a:latin typeface="Bookman Old Style" pitchFamily="18" charset="0"/>
                <a:cs typeface="Book Antiqua"/>
              </a:rPr>
              <a:t>. </a:t>
            </a:r>
            <a:r>
              <a:rPr lang="en-US" sz="2100" spc="-5" dirty="0">
                <a:latin typeface="Bookman Old Style" pitchFamily="18" charset="0"/>
                <a:cs typeface="Book Antiqua"/>
              </a:rPr>
              <a:t>action.</a:t>
            </a:r>
            <a:endParaRPr lang="en-US" sz="2100" dirty="0">
              <a:latin typeface="Bookman Old Style" pitchFamily="18" charset="0"/>
              <a:cs typeface="Book Antiqua"/>
            </a:endParaRPr>
          </a:p>
          <a:p>
            <a:pPr marL="640080" lvl="1" indent="-234950">
              <a:buClr>
                <a:srgbClr val="0F6FC6"/>
              </a:buClr>
              <a:buSzPct val="84210"/>
              <a:buFont typeface="Arial"/>
              <a:buChar char="●"/>
              <a:tabLst>
                <a:tab pos="640715" algn="l"/>
              </a:tabLst>
            </a:pPr>
            <a:r>
              <a:rPr lang="en-US" sz="2100" spc="-5" dirty="0">
                <a:latin typeface="Bookman Old Style" pitchFamily="18" charset="0"/>
                <a:cs typeface="Book Antiqua"/>
              </a:rPr>
              <a:t>Select suitable task</a:t>
            </a:r>
            <a:r>
              <a:rPr lang="en-US" sz="2100" dirty="0">
                <a:latin typeface="Bookman Old Style" pitchFamily="18" charset="0"/>
                <a:cs typeface="Book Antiqua"/>
              </a:rPr>
              <a:t> </a:t>
            </a:r>
            <a:r>
              <a:rPr lang="en-US" sz="2100" spc="-5" dirty="0">
                <a:latin typeface="Bookman Old Style" pitchFamily="18" charset="0"/>
                <a:cs typeface="Book Antiqua"/>
              </a:rPr>
              <a:t>set</a:t>
            </a:r>
            <a:r>
              <a:rPr lang="en-US" sz="2100" dirty="0">
                <a:latin typeface="Bookman Old Style" pitchFamily="18" charset="0"/>
                <a:cs typeface="Book Antiqua"/>
              </a:rPr>
              <a:t> </a:t>
            </a:r>
            <a:r>
              <a:rPr lang="en-US" sz="2100" spc="-5" dirty="0">
                <a:latin typeface="Bookman Old Style" pitchFamily="18" charset="0"/>
                <a:cs typeface="Book Antiqua"/>
              </a:rPr>
              <a:t>based</a:t>
            </a:r>
            <a:r>
              <a:rPr lang="en-US" sz="2100" spc="-10" dirty="0">
                <a:latin typeface="Bookman Old Style" pitchFamily="18" charset="0"/>
                <a:cs typeface="Book Antiqua"/>
              </a:rPr>
              <a:t> </a:t>
            </a:r>
            <a:r>
              <a:rPr lang="en-US" sz="2100" dirty="0">
                <a:latin typeface="Bookman Old Style" pitchFamily="18" charset="0"/>
                <a:cs typeface="Book Antiqua"/>
              </a:rPr>
              <a:t>on</a:t>
            </a:r>
            <a:r>
              <a:rPr lang="en-US" sz="2100" spc="-5" dirty="0">
                <a:latin typeface="Bookman Old Style" pitchFamily="18" charset="0"/>
                <a:cs typeface="Book Antiqua"/>
              </a:rPr>
              <a:t> problem </a:t>
            </a:r>
            <a:r>
              <a:rPr lang="en-US" sz="2100" dirty="0">
                <a:latin typeface="Bookman Old Style" pitchFamily="18" charset="0"/>
                <a:cs typeface="Book Antiqua"/>
              </a:rPr>
              <a:t>and</a:t>
            </a:r>
            <a:r>
              <a:rPr lang="en-US" sz="2100" spc="-5" dirty="0">
                <a:latin typeface="Bookman Old Style" pitchFamily="18" charset="0"/>
                <a:cs typeface="Book Antiqua"/>
              </a:rPr>
              <a:t> project.</a:t>
            </a:r>
            <a:endParaRPr lang="en-US" sz="2100" dirty="0">
              <a:latin typeface="Bookman Old Style" pitchFamily="18" charset="0"/>
              <a:cs typeface="Book Antiqua"/>
            </a:endParaRPr>
          </a:p>
          <a:p>
            <a:pPr marL="273050" indent="-260985">
              <a:buClr>
                <a:srgbClr val="0BD0D9"/>
              </a:buClr>
              <a:buSzPct val="92857"/>
              <a:tabLst>
                <a:tab pos="273685" algn="l"/>
              </a:tabLst>
            </a:pPr>
            <a:r>
              <a:rPr lang="en-US" sz="2200" spc="-15" dirty="0">
                <a:latin typeface="Bookman Old Style" pitchFamily="18" charset="0"/>
                <a:cs typeface="Book Antiqua"/>
              </a:rPr>
              <a:t>3. </a:t>
            </a:r>
            <a:r>
              <a:rPr lang="en-US" sz="2200" b="1" spc="-15" dirty="0">
                <a:latin typeface="Bookman Old Style" pitchFamily="18" charset="0"/>
                <a:cs typeface="Book Antiqua"/>
              </a:rPr>
              <a:t>Process</a:t>
            </a:r>
            <a:r>
              <a:rPr lang="en-US" sz="2200" b="1" dirty="0">
                <a:latin typeface="Bookman Old Style" pitchFamily="18" charset="0"/>
                <a:cs typeface="Book Antiqua"/>
              </a:rPr>
              <a:t> </a:t>
            </a:r>
            <a:r>
              <a:rPr lang="en-US" sz="2200" b="1" spc="-5" dirty="0">
                <a:latin typeface="Bookman Old Style" pitchFamily="18" charset="0"/>
                <a:cs typeface="Book Antiqua"/>
              </a:rPr>
              <a:t>patterns:</a:t>
            </a:r>
            <a:r>
              <a:rPr lang="en-US" sz="2200" b="1" spc="5" dirty="0">
                <a:latin typeface="Bookman Old Style" pitchFamily="18" charset="0"/>
                <a:cs typeface="Book Antiqua"/>
              </a:rPr>
              <a:t> </a:t>
            </a:r>
            <a:r>
              <a:rPr lang="en-US" sz="2200" spc="-15" dirty="0">
                <a:latin typeface="Bookman Old Style" pitchFamily="18" charset="0"/>
                <a:cs typeface="Book Antiqua"/>
              </a:rPr>
              <a:t>Proven</a:t>
            </a:r>
            <a:r>
              <a:rPr lang="en-US" sz="2200" dirty="0">
                <a:latin typeface="Bookman Old Style" pitchFamily="18" charset="0"/>
                <a:cs typeface="Book Antiqua"/>
              </a:rPr>
              <a:t> </a:t>
            </a:r>
            <a:r>
              <a:rPr lang="en-US" sz="2200" spc="-10" dirty="0">
                <a:latin typeface="Bookman Old Style" pitchFamily="18" charset="0"/>
                <a:cs typeface="Book Antiqua"/>
              </a:rPr>
              <a:t>solutions</a:t>
            </a:r>
            <a:r>
              <a:rPr lang="en-US" sz="2200" spc="5" dirty="0">
                <a:latin typeface="Bookman Old Style" pitchFamily="18" charset="0"/>
                <a:cs typeface="Book Antiqua"/>
              </a:rPr>
              <a:t> </a:t>
            </a:r>
            <a:r>
              <a:rPr lang="en-US" sz="2200" spc="-10" dirty="0">
                <a:latin typeface="Bookman Old Style" pitchFamily="18" charset="0"/>
                <a:cs typeface="Book Antiqua"/>
              </a:rPr>
              <a:t>for</a:t>
            </a:r>
            <a:r>
              <a:rPr lang="en-US" sz="2200" dirty="0">
                <a:latin typeface="Bookman Old Style" pitchFamily="18" charset="0"/>
                <a:cs typeface="Book Antiqua"/>
              </a:rPr>
              <a:t> </a:t>
            </a:r>
            <a:r>
              <a:rPr lang="en-US" sz="2200" spc="-10" dirty="0">
                <a:latin typeface="Bookman Old Style" pitchFamily="18" charset="0"/>
                <a:cs typeface="Book Antiqua"/>
              </a:rPr>
              <a:t>the</a:t>
            </a:r>
            <a:r>
              <a:rPr lang="en-US" sz="2200" spc="5" dirty="0">
                <a:latin typeface="Bookman Old Style" pitchFamily="18" charset="0"/>
                <a:cs typeface="Book Antiqua"/>
              </a:rPr>
              <a:t> </a:t>
            </a:r>
            <a:r>
              <a:rPr lang="en-US" sz="2200" spc="-10" dirty="0">
                <a:latin typeface="Bookman Old Style" pitchFamily="18" charset="0"/>
                <a:cs typeface="Book Antiqua"/>
              </a:rPr>
              <a:t>similar</a:t>
            </a:r>
            <a:r>
              <a:rPr lang="en-US" sz="2200" dirty="0">
                <a:latin typeface="Bookman Old Style" pitchFamily="18" charset="0"/>
                <a:cs typeface="Book Antiqua"/>
              </a:rPr>
              <a:t> </a:t>
            </a:r>
            <a:r>
              <a:rPr lang="en-US" sz="2200" spc="-15" dirty="0">
                <a:latin typeface="Bookman Old Style" pitchFamily="18" charset="0"/>
                <a:cs typeface="Book Antiqua"/>
              </a:rPr>
              <a:t>problems</a:t>
            </a:r>
            <a:endParaRPr sz="2200">
              <a:latin typeface="Bookman Old Style" pitchFamily="18" charset="0"/>
              <a:cs typeface="Book Antiqu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9" name="object 9"/>
          <p:cNvSpPr txBox="1">
            <a:spLocks noGrp="1"/>
          </p:cNvSpPr>
          <p:nvPr>
            <p:ph type="title"/>
          </p:nvPr>
        </p:nvSpPr>
        <p:spPr>
          <a:xfrm>
            <a:off x="381000" y="457200"/>
            <a:ext cx="8534400" cy="566822"/>
          </a:xfrm>
          <a:prstGeom prst="rect">
            <a:avLst/>
          </a:prstGeom>
        </p:spPr>
        <p:txBody>
          <a:bodyPr vert="horz" wrap="square" lIns="0" tIns="12700" rIns="0" bIns="0" rtlCol="0">
            <a:spAutoFit/>
          </a:bodyPr>
          <a:lstStyle/>
          <a:p>
            <a:pPr marL="12700" algn="just">
              <a:lnSpc>
                <a:spcPct val="100000"/>
              </a:lnSpc>
              <a:spcBef>
                <a:spcPts val="100"/>
              </a:spcBef>
              <a:tabLst>
                <a:tab pos="5281930" algn="l"/>
              </a:tabLst>
            </a:pPr>
            <a:r>
              <a:rPr lang="en-US" sz="3600" b="1" dirty="0">
                <a:solidFill>
                  <a:schemeClr val="tx1"/>
                </a:solidFill>
                <a:latin typeface="Bookman Old Style" pitchFamily="18" charset="0"/>
              </a:rPr>
              <a:t>2) </a:t>
            </a:r>
            <a:r>
              <a:rPr sz="3600" b="1">
                <a:solidFill>
                  <a:schemeClr val="tx1"/>
                </a:solidFill>
                <a:latin typeface="Bookman Old Style" pitchFamily="18" charset="0"/>
              </a:rPr>
              <a:t>P</a:t>
            </a:r>
            <a:r>
              <a:rPr sz="3600" b="1" spc="-70">
                <a:solidFill>
                  <a:schemeClr val="tx1"/>
                </a:solidFill>
                <a:latin typeface="Bookman Old Style" pitchFamily="18" charset="0"/>
              </a:rPr>
              <a:t>r</a:t>
            </a:r>
            <a:r>
              <a:rPr sz="3600" b="1">
                <a:solidFill>
                  <a:schemeClr val="tx1"/>
                </a:solidFill>
                <a:latin typeface="Bookman Old Style" pitchFamily="18" charset="0"/>
              </a:rPr>
              <a:t>e</a:t>
            </a:r>
            <a:r>
              <a:rPr sz="3600" b="1" spc="-5">
                <a:solidFill>
                  <a:schemeClr val="tx1"/>
                </a:solidFill>
                <a:latin typeface="Bookman Old Style" pitchFamily="18" charset="0"/>
              </a:rPr>
              <a:t>s</a:t>
            </a:r>
            <a:r>
              <a:rPr sz="3600" b="1">
                <a:solidFill>
                  <a:schemeClr val="tx1"/>
                </a:solidFill>
                <a:latin typeface="Bookman Old Style" pitchFamily="18" charset="0"/>
              </a:rPr>
              <a:t>c</a:t>
            </a:r>
            <a:r>
              <a:rPr sz="3600" b="1" spc="-5">
                <a:solidFill>
                  <a:schemeClr val="tx1"/>
                </a:solidFill>
                <a:latin typeface="Bookman Old Style" pitchFamily="18" charset="0"/>
              </a:rPr>
              <a:t>r</a:t>
            </a:r>
            <a:r>
              <a:rPr sz="3600" b="1">
                <a:solidFill>
                  <a:schemeClr val="tx1"/>
                </a:solidFill>
                <a:latin typeface="Bookman Old Style" pitchFamily="18" charset="0"/>
              </a:rPr>
              <a:t>i</a:t>
            </a:r>
            <a:r>
              <a:rPr sz="3600" b="1" spc="-25">
                <a:solidFill>
                  <a:schemeClr val="tx1"/>
                </a:solidFill>
                <a:latin typeface="Bookman Old Style" pitchFamily="18" charset="0"/>
              </a:rPr>
              <a:t>p</a:t>
            </a:r>
            <a:r>
              <a:rPr sz="3600" b="1">
                <a:solidFill>
                  <a:schemeClr val="tx1"/>
                </a:solidFill>
                <a:latin typeface="Bookman Old Style" pitchFamily="18" charset="0"/>
              </a:rPr>
              <a:t>ti</a:t>
            </a:r>
            <a:r>
              <a:rPr sz="3600" b="1" spc="-50">
                <a:solidFill>
                  <a:schemeClr val="tx1"/>
                </a:solidFill>
                <a:latin typeface="Bookman Old Style" pitchFamily="18" charset="0"/>
              </a:rPr>
              <a:t>v</a:t>
            </a:r>
            <a:r>
              <a:rPr sz="3600" b="1">
                <a:solidFill>
                  <a:schemeClr val="tx1"/>
                </a:solidFill>
                <a:latin typeface="Bookman Old Style" pitchFamily="18" charset="0"/>
              </a:rPr>
              <a:t>e </a:t>
            </a:r>
            <a:r>
              <a:rPr sz="3600" b="1" dirty="0">
                <a:solidFill>
                  <a:schemeClr val="tx1"/>
                </a:solidFill>
                <a:latin typeface="Bookman Old Style" pitchFamily="18" charset="0"/>
              </a:rPr>
              <a:t>P</a:t>
            </a:r>
            <a:r>
              <a:rPr sz="3600" b="1" spc="-85" dirty="0">
                <a:solidFill>
                  <a:schemeClr val="tx1"/>
                </a:solidFill>
                <a:latin typeface="Bookman Old Style" pitchFamily="18" charset="0"/>
              </a:rPr>
              <a:t>r</a:t>
            </a:r>
            <a:r>
              <a:rPr sz="3600" b="1" spc="-5" dirty="0">
                <a:solidFill>
                  <a:schemeClr val="tx1"/>
                </a:solidFill>
                <a:latin typeface="Bookman Old Style" pitchFamily="18" charset="0"/>
              </a:rPr>
              <a:t>o</a:t>
            </a:r>
            <a:r>
              <a:rPr sz="3600" b="1" dirty="0">
                <a:solidFill>
                  <a:schemeClr val="tx1"/>
                </a:solidFill>
                <a:latin typeface="Bookman Old Style" pitchFamily="18" charset="0"/>
              </a:rPr>
              <a:t>ce</a:t>
            </a:r>
            <a:r>
              <a:rPr sz="3600" b="1" spc="-5" dirty="0">
                <a:solidFill>
                  <a:schemeClr val="tx1"/>
                </a:solidFill>
                <a:latin typeface="Bookman Old Style" pitchFamily="18" charset="0"/>
              </a:rPr>
              <a:t>s</a:t>
            </a:r>
            <a:r>
              <a:rPr sz="3600" b="1" dirty="0">
                <a:solidFill>
                  <a:schemeClr val="tx1"/>
                </a:solidFill>
                <a:latin typeface="Bookman Old Style" pitchFamily="18" charset="0"/>
              </a:rPr>
              <a:t>s	Models</a:t>
            </a: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dirty="0"/>
              <a:pPr marL="38100">
                <a:lnSpc>
                  <a:spcPts val="1425"/>
                </a:lnSpc>
              </a:pPr>
              <a:t>29</a:t>
            </a:fld>
            <a:endParaRPr dirty="0"/>
          </a:p>
        </p:txBody>
      </p:sp>
      <p:sp>
        <p:nvSpPr>
          <p:cNvPr id="10" name="object 10"/>
          <p:cNvSpPr txBox="1"/>
          <p:nvPr/>
        </p:nvSpPr>
        <p:spPr>
          <a:xfrm>
            <a:off x="381000" y="1219200"/>
            <a:ext cx="8534400" cy="5552161"/>
          </a:xfrm>
          <a:prstGeom prst="rect">
            <a:avLst/>
          </a:prstGeom>
        </p:spPr>
        <p:txBody>
          <a:bodyPr vert="horz" wrap="square" lIns="0" tIns="12065" rIns="0" bIns="0" rtlCol="0">
            <a:spAutoFit/>
          </a:bodyPr>
          <a:lstStyle/>
          <a:p>
            <a:pPr marL="273050" marR="378460" indent="-260985" algn="just">
              <a:buClr>
                <a:srgbClr val="0BD0D9"/>
              </a:buClr>
              <a:buSzPct val="95918"/>
              <a:buFont typeface="Arial"/>
              <a:buChar char="●"/>
              <a:tabLst>
                <a:tab pos="273685" algn="l"/>
              </a:tabLst>
            </a:pPr>
            <a:r>
              <a:rPr lang="en-US" sz="2400" dirty="0">
                <a:latin typeface="Bookman Old Style" pitchFamily="18" charset="0"/>
                <a:cs typeface="Book Antiqua"/>
              </a:rPr>
              <a:t>It </a:t>
            </a:r>
            <a:r>
              <a:rPr sz="2400" spc="5">
                <a:latin typeface="Bookman Old Style" pitchFamily="18" charset="0"/>
                <a:cs typeface="Book Antiqua"/>
              </a:rPr>
              <a:t>define </a:t>
            </a:r>
            <a:r>
              <a:rPr sz="2400" spc="10" dirty="0">
                <a:latin typeface="Bookman Old Style" pitchFamily="18" charset="0"/>
                <a:cs typeface="Book Antiqua"/>
              </a:rPr>
              <a:t>a </a:t>
            </a:r>
            <a:r>
              <a:rPr sz="2400" dirty="0">
                <a:latin typeface="Bookman Old Style" pitchFamily="18" charset="0"/>
                <a:cs typeface="Book Antiqua"/>
              </a:rPr>
              <a:t>prescribed </a:t>
            </a:r>
            <a:r>
              <a:rPr sz="2400" spc="5" dirty="0">
                <a:latin typeface="Bookman Old Style" pitchFamily="18" charset="0"/>
                <a:cs typeface="Book Antiqua"/>
              </a:rPr>
              <a:t>set </a:t>
            </a:r>
            <a:r>
              <a:rPr sz="2400" spc="5">
                <a:latin typeface="Bookman Old Style" pitchFamily="18" charset="0"/>
                <a:cs typeface="Book Antiqua"/>
              </a:rPr>
              <a:t>of </a:t>
            </a:r>
            <a:r>
              <a:rPr sz="2400">
                <a:latin typeface="Bookman Old Style" pitchFamily="18" charset="0"/>
                <a:cs typeface="Book Antiqua"/>
              </a:rPr>
              <a:t>process </a:t>
            </a:r>
            <a:r>
              <a:rPr sz="2400" spc="5" dirty="0">
                <a:latin typeface="Bookman Old Style" pitchFamily="18" charset="0"/>
                <a:cs typeface="Book Antiqua"/>
              </a:rPr>
              <a:t>elements</a:t>
            </a:r>
            <a:r>
              <a:rPr sz="2400" dirty="0">
                <a:latin typeface="Bookman Old Style" pitchFamily="18" charset="0"/>
                <a:cs typeface="Book Antiqua"/>
              </a:rPr>
              <a:t> </a:t>
            </a:r>
            <a:r>
              <a:rPr sz="2400" spc="10" dirty="0">
                <a:latin typeface="Bookman Old Style" pitchFamily="18" charset="0"/>
                <a:cs typeface="Book Antiqua"/>
              </a:rPr>
              <a:t>and</a:t>
            </a:r>
            <a:r>
              <a:rPr sz="2400" spc="5" dirty="0">
                <a:latin typeface="Bookman Old Style" pitchFamily="18" charset="0"/>
                <a:cs typeface="Book Antiqua"/>
              </a:rPr>
              <a:t> </a:t>
            </a:r>
            <a:r>
              <a:rPr sz="2400" spc="10" dirty="0">
                <a:latin typeface="Bookman Old Style" pitchFamily="18" charset="0"/>
                <a:cs typeface="Book Antiqua"/>
              </a:rPr>
              <a:t>a</a:t>
            </a:r>
            <a:r>
              <a:rPr sz="2400" spc="5" dirty="0">
                <a:latin typeface="Bookman Old Style" pitchFamily="18" charset="0"/>
                <a:cs typeface="Book Antiqua"/>
              </a:rPr>
              <a:t> </a:t>
            </a:r>
            <a:r>
              <a:rPr sz="2400" dirty="0">
                <a:latin typeface="Bookman Old Style" pitchFamily="18" charset="0"/>
                <a:cs typeface="Book Antiqua"/>
              </a:rPr>
              <a:t>predictable</a:t>
            </a:r>
            <a:r>
              <a:rPr sz="2400" spc="5" dirty="0">
                <a:latin typeface="Bookman Old Style" pitchFamily="18" charset="0"/>
                <a:cs typeface="Book Antiqua"/>
              </a:rPr>
              <a:t> </a:t>
            </a:r>
            <a:r>
              <a:rPr sz="2400" dirty="0">
                <a:latin typeface="Bookman Old Style" pitchFamily="18" charset="0"/>
                <a:cs typeface="Book Antiqua"/>
              </a:rPr>
              <a:t>process </a:t>
            </a:r>
            <a:r>
              <a:rPr sz="2400" spc="10" dirty="0">
                <a:latin typeface="Bookman Old Style" pitchFamily="18" charset="0"/>
                <a:cs typeface="Book Antiqua"/>
              </a:rPr>
              <a:t>work </a:t>
            </a:r>
            <a:r>
              <a:rPr sz="2400" spc="-40" dirty="0">
                <a:latin typeface="Bookman Old Style" pitchFamily="18" charset="0"/>
                <a:cs typeface="Book Antiqua"/>
              </a:rPr>
              <a:t>flow.</a:t>
            </a:r>
            <a:endParaRPr sz="2400">
              <a:latin typeface="Bookman Old Style" pitchFamily="18" charset="0"/>
              <a:cs typeface="Book Antiqua"/>
            </a:endParaRPr>
          </a:p>
          <a:p>
            <a:pPr marL="273050" indent="-260985" algn="just">
              <a:buClr>
                <a:srgbClr val="0BD0D9"/>
              </a:buClr>
              <a:buSzPct val="94339"/>
              <a:buFont typeface="Arial"/>
              <a:buChar char="●"/>
              <a:tabLst>
                <a:tab pos="273685" algn="l"/>
              </a:tabLst>
            </a:pPr>
            <a:r>
              <a:rPr sz="2400" spc="-5" dirty="0">
                <a:latin typeface="Bookman Old Style" pitchFamily="18" charset="0"/>
                <a:cs typeface="Book Antiqua"/>
              </a:rPr>
              <a:t>Organize</a:t>
            </a:r>
            <a:r>
              <a:rPr sz="2400" spc="5" dirty="0">
                <a:latin typeface="Bookman Old Style" pitchFamily="18" charset="0"/>
                <a:cs typeface="Book Antiqua"/>
              </a:rPr>
              <a:t> </a:t>
            </a:r>
            <a:r>
              <a:rPr sz="2400" dirty="0">
                <a:latin typeface="Bookman Old Style" pitchFamily="18" charset="0"/>
                <a:cs typeface="Book Antiqua"/>
              </a:rPr>
              <a:t>framework</a:t>
            </a:r>
            <a:r>
              <a:rPr sz="2400" spc="5" dirty="0">
                <a:latin typeface="Bookman Old Style" pitchFamily="18" charset="0"/>
                <a:cs typeface="Book Antiqua"/>
              </a:rPr>
              <a:t> </a:t>
            </a:r>
            <a:r>
              <a:rPr sz="2400" dirty="0">
                <a:latin typeface="Bookman Old Style" pitchFamily="18" charset="0"/>
                <a:cs typeface="Book Antiqua"/>
              </a:rPr>
              <a:t>activities</a:t>
            </a:r>
            <a:r>
              <a:rPr sz="2400" spc="5" dirty="0">
                <a:latin typeface="Bookman Old Style" pitchFamily="18" charset="0"/>
                <a:cs typeface="Book Antiqua"/>
              </a:rPr>
              <a:t> </a:t>
            </a:r>
            <a:r>
              <a:rPr sz="2400" dirty="0">
                <a:latin typeface="Bookman Old Style" pitchFamily="18" charset="0"/>
                <a:cs typeface="Book Antiqua"/>
              </a:rPr>
              <a:t>in</a:t>
            </a:r>
            <a:r>
              <a:rPr sz="2400" spc="5" dirty="0">
                <a:latin typeface="Bookman Old Style" pitchFamily="18" charset="0"/>
                <a:cs typeface="Book Antiqua"/>
              </a:rPr>
              <a:t> a </a:t>
            </a:r>
            <a:r>
              <a:rPr sz="2400" dirty="0">
                <a:latin typeface="Bookman Old Style" pitchFamily="18" charset="0"/>
                <a:cs typeface="Book Antiqua"/>
              </a:rPr>
              <a:t>certain</a:t>
            </a:r>
            <a:r>
              <a:rPr sz="2400" spc="5" dirty="0">
                <a:latin typeface="Bookman Old Style" pitchFamily="18" charset="0"/>
                <a:cs typeface="Book Antiqua"/>
              </a:rPr>
              <a:t> </a:t>
            </a:r>
            <a:r>
              <a:rPr sz="2400" spc="-10" dirty="0">
                <a:latin typeface="Bookman Old Style" pitchFamily="18" charset="0"/>
                <a:cs typeface="Book Antiqua"/>
              </a:rPr>
              <a:t>order</a:t>
            </a:r>
            <a:endParaRPr sz="2400">
              <a:latin typeface="Bookman Old Style" pitchFamily="18" charset="0"/>
              <a:cs typeface="Book Antiqua"/>
            </a:endParaRPr>
          </a:p>
          <a:p>
            <a:pPr marL="273050" marR="5080" indent="-260985" algn="just">
              <a:buClr>
                <a:srgbClr val="0BD0D9"/>
              </a:buClr>
              <a:buSzPct val="94339"/>
              <a:buFont typeface="Arial"/>
              <a:buChar char="●"/>
              <a:tabLst>
                <a:tab pos="273685" algn="l"/>
              </a:tabLst>
            </a:pPr>
            <a:r>
              <a:rPr sz="2400" spc="-5" dirty="0">
                <a:latin typeface="Bookman Old Style" pitchFamily="18" charset="0"/>
                <a:cs typeface="Book Antiqua"/>
              </a:rPr>
              <a:t>Process</a:t>
            </a:r>
            <a:r>
              <a:rPr sz="2400" dirty="0">
                <a:latin typeface="Bookman Old Style" pitchFamily="18" charset="0"/>
                <a:cs typeface="Book Antiqua"/>
              </a:rPr>
              <a:t> framework</a:t>
            </a:r>
            <a:r>
              <a:rPr sz="2400" spc="5" dirty="0">
                <a:latin typeface="Bookman Old Style" pitchFamily="18" charset="0"/>
                <a:cs typeface="Book Antiqua"/>
              </a:rPr>
              <a:t> </a:t>
            </a:r>
            <a:r>
              <a:rPr sz="2400" dirty="0">
                <a:latin typeface="Bookman Old Style" pitchFamily="18" charset="0"/>
                <a:cs typeface="Book Antiqua"/>
              </a:rPr>
              <a:t>activity</a:t>
            </a:r>
            <a:r>
              <a:rPr sz="2400" spc="5" dirty="0">
                <a:latin typeface="Bookman Old Style" pitchFamily="18" charset="0"/>
                <a:cs typeface="Book Antiqua"/>
              </a:rPr>
              <a:t> with</a:t>
            </a:r>
            <a:r>
              <a:rPr sz="2400" spc="10" dirty="0">
                <a:latin typeface="Bookman Old Style" pitchFamily="18" charset="0"/>
                <a:cs typeface="Book Antiqua"/>
              </a:rPr>
              <a:t> </a:t>
            </a:r>
            <a:r>
              <a:rPr sz="2400" dirty="0">
                <a:latin typeface="Bookman Old Style" pitchFamily="18" charset="0"/>
                <a:cs typeface="Book Antiqua"/>
              </a:rPr>
              <a:t>set</a:t>
            </a:r>
            <a:r>
              <a:rPr sz="2400" spc="5" dirty="0">
                <a:latin typeface="Bookman Old Style" pitchFamily="18" charset="0"/>
                <a:cs typeface="Book Antiqua"/>
              </a:rPr>
              <a:t> </a:t>
            </a:r>
            <a:r>
              <a:rPr sz="2400" dirty="0">
                <a:latin typeface="Bookman Old Style" pitchFamily="18" charset="0"/>
                <a:cs typeface="Book Antiqua"/>
              </a:rPr>
              <a:t>of</a:t>
            </a:r>
            <a:r>
              <a:rPr sz="2400" spc="5" dirty="0">
                <a:latin typeface="Bookman Old Style" pitchFamily="18" charset="0"/>
                <a:cs typeface="Book Antiqua"/>
              </a:rPr>
              <a:t> </a:t>
            </a:r>
            <a:r>
              <a:rPr sz="2400" spc="-5" dirty="0">
                <a:latin typeface="Bookman Old Style" pitchFamily="18" charset="0"/>
                <a:cs typeface="Book Antiqua"/>
              </a:rPr>
              <a:t>software </a:t>
            </a:r>
            <a:r>
              <a:rPr sz="2400" spc="-650" dirty="0">
                <a:latin typeface="Bookman Old Style" pitchFamily="18" charset="0"/>
                <a:cs typeface="Book Antiqua"/>
              </a:rPr>
              <a:t> </a:t>
            </a:r>
            <a:r>
              <a:rPr sz="2400" dirty="0">
                <a:latin typeface="Bookman Old Style" pitchFamily="18" charset="0"/>
                <a:cs typeface="Book Antiqua"/>
              </a:rPr>
              <a:t>engineering</a:t>
            </a:r>
            <a:r>
              <a:rPr sz="2400" spc="-5" dirty="0">
                <a:latin typeface="Bookman Old Style" pitchFamily="18" charset="0"/>
                <a:cs typeface="Book Antiqua"/>
              </a:rPr>
              <a:t> </a:t>
            </a:r>
            <a:r>
              <a:rPr sz="2400" dirty="0">
                <a:latin typeface="Bookman Old Style" pitchFamily="18" charset="0"/>
                <a:cs typeface="Book Antiqua"/>
              </a:rPr>
              <a:t>actions.</a:t>
            </a:r>
            <a:endParaRPr sz="2400">
              <a:latin typeface="Bookman Old Style" pitchFamily="18" charset="0"/>
              <a:cs typeface="Book Antiqua"/>
            </a:endParaRPr>
          </a:p>
          <a:p>
            <a:pPr marL="273050" marR="5080" indent="-260985" algn="just">
              <a:buClr>
                <a:srgbClr val="0BD0D9"/>
              </a:buClr>
              <a:buSzPct val="94339"/>
              <a:buFont typeface="Arial"/>
              <a:buChar char="●"/>
              <a:tabLst>
                <a:tab pos="273685" algn="l"/>
              </a:tabLst>
            </a:pPr>
            <a:r>
              <a:rPr sz="2400" dirty="0">
                <a:latin typeface="Bookman Old Style" pitchFamily="18" charset="0"/>
                <a:cs typeface="Book Antiqua"/>
              </a:rPr>
              <a:t>Each action in terms of </a:t>
            </a:r>
            <a:r>
              <a:rPr sz="2400" spc="5" dirty="0">
                <a:latin typeface="Bookman Old Style" pitchFamily="18" charset="0"/>
                <a:cs typeface="Book Antiqua"/>
              </a:rPr>
              <a:t>a </a:t>
            </a:r>
            <a:r>
              <a:rPr sz="2400" dirty="0">
                <a:latin typeface="Bookman Old Style" pitchFamily="18" charset="0"/>
                <a:cs typeface="Book Antiqua"/>
              </a:rPr>
              <a:t>task set that identifies the </a:t>
            </a:r>
            <a:r>
              <a:rPr sz="2400" spc="5" dirty="0">
                <a:latin typeface="Bookman Old Style" pitchFamily="18" charset="0"/>
                <a:cs typeface="Book Antiqua"/>
              </a:rPr>
              <a:t> </a:t>
            </a:r>
            <a:r>
              <a:rPr sz="2400" dirty="0">
                <a:latin typeface="Bookman Old Style" pitchFamily="18" charset="0"/>
                <a:cs typeface="Book Antiqua"/>
              </a:rPr>
              <a:t>work to be accomplished to </a:t>
            </a:r>
            <a:r>
              <a:rPr sz="2400" spc="5" dirty="0">
                <a:latin typeface="Bookman Old Style" pitchFamily="18" charset="0"/>
                <a:cs typeface="Book Antiqua"/>
              </a:rPr>
              <a:t>meet</a:t>
            </a:r>
            <a:r>
              <a:rPr sz="2400" dirty="0">
                <a:latin typeface="Bookman Old Style" pitchFamily="18" charset="0"/>
                <a:cs typeface="Book Antiqua"/>
              </a:rPr>
              <a:t> the goals.</a:t>
            </a:r>
            <a:endParaRPr sz="2400">
              <a:latin typeface="Bookman Old Style" pitchFamily="18" charset="0"/>
              <a:cs typeface="Book Antiqua"/>
            </a:endParaRPr>
          </a:p>
          <a:p>
            <a:pPr marL="273050" marR="5080" indent="-260985" algn="just">
              <a:buClr>
                <a:srgbClr val="0BD0D9"/>
              </a:buClr>
              <a:buSzPct val="94339"/>
              <a:buFont typeface="Arial"/>
              <a:buChar char="●"/>
              <a:tabLst>
                <a:tab pos="273685" algn="l"/>
              </a:tabLst>
            </a:pPr>
            <a:r>
              <a:rPr sz="2400" dirty="0">
                <a:latin typeface="Bookman Old Style" pitchFamily="18" charset="0"/>
                <a:cs typeface="Book Antiqua"/>
              </a:rPr>
              <a:t>The </a:t>
            </a:r>
            <a:r>
              <a:rPr sz="2400" spc="-5" dirty="0">
                <a:latin typeface="Bookman Old Style" pitchFamily="18" charset="0"/>
                <a:cs typeface="Book Antiqua"/>
              </a:rPr>
              <a:t>resultant process </a:t>
            </a:r>
            <a:r>
              <a:rPr sz="2400" dirty="0">
                <a:latin typeface="Bookman Old Style" pitchFamily="18" charset="0"/>
                <a:cs typeface="Book Antiqua"/>
              </a:rPr>
              <a:t>model should be adapted to </a:t>
            </a:r>
            <a:r>
              <a:rPr sz="2400" spc="5" dirty="0">
                <a:latin typeface="Bookman Old Style" pitchFamily="18" charset="0"/>
                <a:cs typeface="Book Antiqua"/>
              </a:rPr>
              <a:t> </a:t>
            </a:r>
            <a:r>
              <a:rPr sz="2400" dirty="0">
                <a:latin typeface="Bookman Old Style" pitchFamily="18" charset="0"/>
                <a:cs typeface="Book Antiqua"/>
              </a:rPr>
              <a:t>accommodate</a:t>
            </a:r>
            <a:r>
              <a:rPr sz="2400" spc="5" dirty="0">
                <a:latin typeface="Bookman Old Style" pitchFamily="18" charset="0"/>
                <a:cs typeface="Book Antiqua"/>
              </a:rPr>
              <a:t> </a:t>
            </a:r>
            <a:r>
              <a:rPr sz="2400" dirty="0">
                <a:latin typeface="Bookman Old Style" pitchFamily="18" charset="0"/>
                <a:cs typeface="Book Antiqua"/>
              </a:rPr>
              <a:t>the</a:t>
            </a:r>
            <a:r>
              <a:rPr sz="2400" spc="5" dirty="0">
                <a:latin typeface="Bookman Old Style" pitchFamily="18" charset="0"/>
                <a:cs typeface="Book Antiqua"/>
              </a:rPr>
              <a:t> </a:t>
            </a:r>
            <a:r>
              <a:rPr sz="2400" spc="-10" dirty="0">
                <a:latin typeface="Bookman Old Style" pitchFamily="18" charset="0"/>
                <a:cs typeface="Book Antiqua"/>
              </a:rPr>
              <a:t>nature</a:t>
            </a:r>
            <a:r>
              <a:rPr sz="2400" spc="-5" dirty="0">
                <a:latin typeface="Bookman Old Style" pitchFamily="18" charset="0"/>
                <a:cs typeface="Book Antiqua"/>
              </a:rPr>
              <a:t> </a:t>
            </a:r>
            <a:r>
              <a:rPr sz="2400" dirty="0">
                <a:latin typeface="Bookman Old Style" pitchFamily="18" charset="0"/>
                <a:cs typeface="Book Antiqua"/>
              </a:rPr>
              <a:t>of</a:t>
            </a:r>
            <a:r>
              <a:rPr sz="2400" spc="5" dirty="0">
                <a:latin typeface="Bookman Old Style" pitchFamily="18" charset="0"/>
                <a:cs typeface="Book Antiqua"/>
              </a:rPr>
              <a:t> </a:t>
            </a:r>
            <a:r>
              <a:rPr sz="2400" dirty="0">
                <a:latin typeface="Bookman Old Style" pitchFamily="18" charset="0"/>
                <a:cs typeface="Book Antiqua"/>
              </a:rPr>
              <a:t>the</a:t>
            </a:r>
            <a:r>
              <a:rPr sz="2400" spc="5" dirty="0">
                <a:latin typeface="Bookman Old Style" pitchFamily="18" charset="0"/>
                <a:cs typeface="Book Antiqua"/>
              </a:rPr>
              <a:t> </a:t>
            </a:r>
            <a:r>
              <a:rPr sz="2400" dirty="0">
                <a:latin typeface="Bookman Old Style" pitchFamily="18" charset="0"/>
                <a:cs typeface="Book Antiqua"/>
              </a:rPr>
              <a:t>specific</a:t>
            </a:r>
            <a:r>
              <a:rPr sz="2400" spc="5" dirty="0">
                <a:latin typeface="Bookman Old Style" pitchFamily="18" charset="0"/>
                <a:cs typeface="Book Antiqua"/>
              </a:rPr>
              <a:t> </a:t>
            </a:r>
            <a:r>
              <a:rPr sz="2400" spc="-5" dirty="0">
                <a:latin typeface="Bookman Old Style" pitchFamily="18" charset="0"/>
                <a:cs typeface="Book Antiqua"/>
              </a:rPr>
              <a:t>project, </a:t>
            </a:r>
            <a:r>
              <a:rPr sz="2400" dirty="0">
                <a:latin typeface="Bookman Old Style" pitchFamily="18" charset="0"/>
                <a:cs typeface="Book Antiqua"/>
              </a:rPr>
              <a:t> people doing</a:t>
            </a:r>
            <a:r>
              <a:rPr sz="2400" spc="5" dirty="0">
                <a:latin typeface="Bookman Old Style" pitchFamily="18" charset="0"/>
                <a:cs typeface="Book Antiqua"/>
              </a:rPr>
              <a:t> </a:t>
            </a:r>
            <a:r>
              <a:rPr sz="2400" dirty="0">
                <a:latin typeface="Bookman Old Style" pitchFamily="18" charset="0"/>
                <a:cs typeface="Book Antiqua"/>
              </a:rPr>
              <a:t>the</a:t>
            </a:r>
            <a:r>
              <a:rPr sz="2400" spc="5" dirty="0">
                <a:latin typeface="Bookman Old Style" pitchFamily="18" charset="0"/>
                <a:cs typeface="Book Antiqua"/>
              </a:rPr>
              <a:t> </a:t>
            </a:r>
            <a:r>
              <a:rPr sz="2400" dirty="0">
                <a:latin typeface="Bookman Old Style" pitchFamily="18" charset="0"/>
                <a:cs typeface="Book Antiqua"/>
              </a:rPr>
              <a:t>work,</a:t>
            </a:r>
            <a:r>
              <a:rPr sz="2400" spc="5" dirty="0">
                <a:latin typeface="Bookman Old Style" pitchFamily="18" charset="0"/>
                <a:cs typeface="Book Antiqua"/>
              </a:rPr>
              <a:t> and </a:t>
            </a:r>
            <a:r>
              <a:rPr sz="2400" dirty="0">
                <a:latin typeface="Bookman Old Style" pitchFamily="18" charset="0"/>
                <a:cs typeface="Book Antiqua"/>
              </a:rPr>
              <a:t>the</a:t>
            </a:r>
            <a:r>
              <a:rPr sz="2400" spc="5" dirty="0">
                <a:latin typeface="Bookman Old Style" pitchFamily="18" charset="0"/>
                <a:cs typeface="Book Antiqua"/>
              </a:rPr>
              <a:t> </a:t>
            </a:r>
            <a:r>
              <a:rPr sz="2400" dirty="0">
                <a:latin typeface="Bookman Old Style" pitchFamily="18" charset="0"/>
                <a:cs typeface="Book Antiqua"/>
              </a:rPr>
              <a:t>work</a:t>
            </a:r>
            <a:r>
              <a:rPr sz="2400" spc="5" dirty="0">
                <a:latin typeface="Bookman Old Style" pitchFamily="18" charset="0"/>
                <a:cs typeface="Book Antiqua"/>
              </a:rPr>
              <a:t> </a:t>
            </a:r>
            <a:r>
              <a:rPr sz="2400" spc="-5">
                <a:latin typeface="Bookman Old Style" pitchFamily="18" charset="0"/>
                <a:cs typeface="Book Antiqua"/>
              </a:rPr>
              <a:t>environment.</a:t>
            </a:r>
            <a:endParaRPr lang="en-US" sz="2400" spc="-5" dirty="0">
              <a:latin typeface="Bookman Old Style" pitchFamily="18" charset="0"/>
              <a:cs typeface="Book Antiqua"/>
            </a:endParaRPr>
          </a:p>
          <a:p>
            <a:pPr marL="287020" marR="5080" indent="-274320" algn="just">
              <a:buClr>
                <a:srgbClr val="0BD0D9"/>
              </a:buClr>
              <a:buSzPct val="95454"/>
              <a:buFont typeface="Arial"/>
              <a:buChar char="●"/>
              <a:tabLst>
                <a:tab pos="287020" algn="l"/>
              </a:tabLst>
            </a:pPr>
            <a:r>
              <a:rPr lang="en-US" sz="2400" dirty="0">
                <a:latin typeface="Bookman Old Style" pitchFamily="18" charset="0"/>
                <a:cs typeface="Book Antiqua"/>
              </a:rPr>
              <a:t>Calling </a:t>
            </a:r>
            <a:r>
              <a:rPr lang="en-US" sz="2400" spc="-5" dirty="0">
                <a:latin typeface="Bookman Old Style" pitchFamily="18" charset="0"/>
                <a:cs typeface="Book Antiqua"/>
              </a:rPr>
              <a:t>this model </a:t>
            </a:r>
            <a:r>
              <a:rPr lang="en-US" sz="2400" dirty="0">
                <a:latin typeface="Bookman Old Style" pitchFamily="18" charset="0"/>
                <a:cs typeface="Book Antiqua"/>
              </a:rPr>
              <a:t>as </a:t>
            </a:r>
            <a:r>
              <a:rPr lang="en-US" sz="2400" u="heavy" spc="-5" dirty="0">
                <a:uFill>
                  <a:solidFill>
                    <a:srgbClr val="000000"/>
                  </a:solidFill>
                </a:uFill>
                <a:latin typeface="Bookman Old Style" pitchFamily="18" charset="0"/>
                <a:cs typeface="Book Antiqua"/>
              </a:rPr>
              <a:t>“Prescribe</a:t>
            </a:r>
            <a:r>
              <a:rPr lang="en-US" sz="2400" spc="-5" dirty="0">
                <a:uFill>
                  <a:solidFill>
                    <a:srgbClr val="000000"/>
                  </a:solidFill>
                </a:uFill>
                <a:latin typeface="Bookman Old Style" pitchFamily="18" charset="0"/>
                <a:cs typeface="Book Antiqua"/>
              </a:rPr>
              <a:t>” </a:t>
            </a:r>
            <a:r>
              <a:rPr lang="en-US" sz="2400" spc="-5" dirty="0">
                <a:latin typeface="Bookman Old Style" pitchFamily="18" charset="0"/>
                <a:cs typeface="Book Antiqua"/>
              </a:rPr>
              <a:t>because </a:t>
            </a:r>
            <a:r>
              <a:rPr lang="en-US" sz="2400" u="sng" dirty="0">
                <a:uFill>
                  <a:solidFill>
                    <a:srgbClr val="000000"/>
                  </a:solidFill>
                </a:uFill>
                <a:latin typeface="Bookman Old Style" pitchFamily="18" charset="0"/>
                <a:cs typeface="Book Antiqua"/>
              </a:rPr>
              <a:t>it </a:t>
            </a:r>
            <a:r>
              <a:rPr lang="en-US" sz="2400" u="sng" spc="-5" dirty="0">
                <a:uFill>
                  <a:solidFill>
                    <a:srgbClr val="000000"/>
                  </a:solidFill>
                </a:uFill>
                <a:latin typeface="Bookman Old Style" pitchFamily="18" charset="0"/>
                <a:cs typeface="Book Antiqua"/>
              </a:rPr>
              <a:t>recommend</a:t>
            </a:r>
            <a:r>
              <a:rPr lang="en-US" sz="2400" spc="-5" dirty="0">
                <a:uFill>
                  <a:solidFill>
                    <a:srgbClr val="000000"/>
                  </a:solidFill>
                </a:uFill>
                <a:latin typeface="Bookman Old Style" pitchFamily="18" charset="0"/>
                <a:cs typeface="Book Antiqua"/>
              </a:rPr>
              <a:t> </a:t>
            </a:r>
            <a:r>
              <a:rPr lang="en-US" sz="2400" u="sng" dirty="0">
                <a:uFill>
                  <a:solidFill>
                    <a:srgbClr val="000000"/>
                  </a:solidFill>
                </a:uFill>
                <a:latin typeface="Bookman Old Style" pitchFamily="18" charset="0"/>
                <a:cs typeface="Book Antiqua"/>
              </a:rPr>
              <a:t>a</a:t>
            </a:r>
            <a:r>
              <a:rPr lang="en-US" sz="2400" dirty="0">
                <a:uFill>
                  <a:solidFill>
                    <a:srgbClr val="000000"/>
                  </a:solidFill>
                </a:uFill>
                <a:latin typeface="Bookman Old Style" pitchFamily="18" charset="0"/>
                <a:cs typeface="Book Antiqua"/>
              </a:rPr>
              <a:t> </a:t>
            </a:r>
            <a:r>
              <a:rPr lang="en-US" sz="2400" u="sng" spc="-5" dirty="0">
                <a:uFill>
                  <a:solidFill>
                    <a:srgbClr val="000000"/>
                  </a:solidFill>
                </a:uFill>
                <a:latin typeface="Bookman Old Style" pitchFamily="18" charset="0"/>
                <a:cs typeface="Book Antiqua"/>
              </a:rPr>
              <a:t>set</a:t>
            </a:r>
            <a:r>
              <a:rPr lang="en-US" sz="2400" spc="-5" dirty="0">
                <a:uFill>
                  <a:solidFill>
                    <a:srgbClr val="000000"/>
                  </a:solidFill>
                </a:uFill>
                <a:latin typeface="Bookman Old Style" pitchFamily="18" charset="0"/>
                <a:cs typeface="Book Antiqua"/>
              </a:rPr>
              <a:t> </a:t>
            </a:r>
            <a:r>
              <a:rPr lang="en-US" sz="2400" u="sng" dirty="0">
                <a:uFill>
                  <a:solidFill>
                    <a:srgbClr val="000000"/>
                  </a:solidFill>
                </a:uFill>
                <a:latin typeface="Bookman Old Style" pitchFamily="18" charset="0"/>
                <a:cs typeface="Book Antiqua"/>
              </a:rPr>
              <a:t>of</a:t>
            </a:r>
            <a:r>
              <a:rPr lang="en-US" sz="2400" dirty="0">
                <a:uFill>
                  <a:solidFill>
                    <a:srgbClr val="000000"/>
                  </a:solidFill>
                </a:uFill>
                <a:latin typeface="Bookman Old Style" pitchFamily="18" charset="0"/>
                <a:cs typeface="Book Antiqua"/>
              </a:rPr>
              <a:t> </a:t>
            </a:r>
            <a:r>
              <a:rPr lang="en-US" sz="2400" spc="-535" dirty="0">
                <a:latin typeface="Bookman Old Style" pitchFamily="18" charset="0"/>
                <a:cs typeface="Book Antiqua"/>
              </a:rPr>
              <a:t> </a:t>
            </a:r>
            <a:r>
              <a:rPr lang="en-US" sz="2400" u="heavy" spc="-10" dirty="0">
                <a:uFill>
                  <a:solidFill>
                    <a:srgbClr val="000000"/>
                  </a:solidFill>
                </a:uFill>
                <a:latin typeface="Bookman Old Style" pitchFamily="18" charset="0"/>
                <a:cs typeface="Book Antiqua"/>
              </a:rPr>
              <a:t>process</a:t>
            </a:r>
            <a:r>
              <a:rPr lang="en-US" sz="2400" spc="525" dirty="0">
                <a:uFill>
                  <a:solidFill>
                    <a:srgbClr val="000000"/>
                  </a:solidFill>
                </a:uFill>
                <a:latin typeface="Bookman Old Style" pitchFamily="18" charset="0"/>
                <a:cs typeface="Book Antiqua"/>
              </a:rPr>
              <a:t> </a:t>
            </a:r>
            <a:r>
              <a:rPr lang="en-US" sz="2400" u="heavy" spc="-5" dirty="0">
                <a:uFill>
                  <a:solidFill>
                    <a:srgbClr val="000000"/>
                  </a:solidFill>
                </a:uFill>
                <a:latin typeface="Bookman Old Style" pitchFamily="18" charset="0"/>
                <a:cs typeface="Book Antiqua"/>
              </a:rPr>
              <a:t>elements</a:t>
            </a:r>
            <a:r>
              <a:rPr lang="en-US" sz="2400" spc="-5" dirty="0">
                <a:uFill>
                  <a:solidFill>
                    <a:srgbClr val="000000"/>
                  </a:solidFill>
                </a:uFill>
                <a:latin typeface="Bookman Old Style" pitchFamily="18" charset="0"/>
                <a:cs typeface="Book Antiqua"/>
              </a:rPr>
              <a:t>,</a:t>
            </a:r>
            <a:r>
              <a:rPr lang="en-US" sz="2400" spc="520" dirty="0">
                <a:uFill>
                  <a:solidFill>
                    <a:srgbClr val="000000"/>
                  </a:solidFill>
                </a:uFill>
                <a:latin typeface="Bookman Old Style" pitchFamily="18" charset="0"/>
                <a:cs typeface="Book Antiqua"/>
              </a:rPr>
              <a:t> </a:t>
            </a:r>
            <a:r>
              <a:rPr lang="en-US" sz="2400" spc="-5" dirty="0">
                <a:latin typeface="Bookman Old Style" pitchFamily="18" charset="0"/>
                <a:cs typeface="Book Antiqua"/>
              </a:rPr>
              <a:t>activities,</a:t>
            </a:r>
            <a:r>
              <a:rPr lang="en-US" sz="2400" spc="520" dirty="0">
                <a:latin typeface="Bookman Old Style" pitchFamily="18" charset="0"/>
                <a:cs typeface="Book Antiqua"/>
              </a:rPr>
              <a:t> </a:t>
            </a:r>
            <a:r>
              <a:rPr lang="en-US" sz="2400" spc="-5" dirty="0">
                <a:latin typeface="Bookman Old Style" pitchFamily="18" charset="0"/>
                <a:cs typeface="Book Antiqua"/>
              </a:rPr>
              <a:t>action</a:t>
            </a:r>
            <a:r>
              <a:rPr lang="en-US" sz="2400" spc="520" dirty="0">
                <a:latin typeface="Bookman Old Style" pitchFamily="18" charset="0"/>
                <a:cs typeface="Book Antiqua"/>
              </a:rPr>
              <a:t> </a:t>
            </a:r>
            <a:r>
              <a:rPr lang="en-US" sz="2400" spc="-5" dirty="0">
                <a:latin typeface="Bookman Old Style" pitchFamily="18" charset="0"/>
                <a:cs typeface="Book Antiqua"/>
              </a:rPr>
              <a:t>task,</a:t>
            </a:r>
            <a:r>
              <a:rPr lang="en-US" sz="2400" spc="520" dirty="0">
                <a:latin typeface="Bookman Old Style" pitchFamily="18" charset="0"/>
                <a:cs typeface="Book Antiqua"/>
              </a:rPr>
              <a:t> </a:t>
            </a:r>
            <a:r>
              <a:rPr lang="en-US" sz="2400" spc="-5" dirty="0">
                <a:latin typeface="Bookman Old Style" pitchFamily="18" charset="0"/>
                <a:cs typeface="Book Antiqua"/>
              </a:rPr>
              <a:t>work</a:t>
            </a:r>
            <a:r>
              <a:rPr lang="en-US" sz="2400" spc="520" dirty="0">
                <a:latin typeface="Bookman Old Style" pitchFamily="18" charset="0"/>
                <a:cs typeface="Book Antiqua"/>
              </a:rPr>
              <a:t> </a:t>
            </a:r>
            <a:r>
              <a:rPr lang="en-US" sz="2400" spc="-10" dirty="0">
                <a:latin typeface="Bookman Old Style" pitchFamily="18" charset="0"/>
                <a:cs typeface="Book Antiqua"/>
              </a:rPr>
              <a:t>product</a:t>
            </a:r>
            <a:r>
              <a:rPr lang="en-US" sz="2400" spc="525" dirty="0">
                <a:latin typeface="Bookman Old Style" pitchFamily="18" charset="0"/>
                <a:cs typeface="Book Antiqua"/>
              </a:rPr>
              <a:t> </a:t>
            </a:r>
            <a:r>
              <a:rPr lang="en-US" sz="2400" dirty="0">
                <a:latin typeface="Bookman Old Style" pitchFamily="18" charset="0"/>
                <a:cs typeface="Book Antiqua"/>
              </a:rPr>
              <a:t>&amp; </a:t>
            </a:r>
            <a:r>
              <a:rPr lang="en-US" sz="2400" spc="-540" dirty="0">
                <a:latin typeface="Bookman Old Style" pitchFamily="18" charset="0"/>
                <a:cs typeface="Book Antiqua"/>
              </a:rPr>
              <a:t> </a:t>
            </a:r>
            <a:r>
              <a:rPr lang="en-US" sz="2400" spc="-35" dirty="0">
                <a:latin typeface="Bookman Old Style" pitchFamily="18" charset="0"/>
                <a:cs typeface="Book Antiqua"/>
              </a:rPr>
              <a:t>quality.</a:t>
            </a:r>
            <a:endParaRPr lang="en-US" sz="2400" dirty="0">
              <a:latin typeface="Bookman Old Style" pitchFamily="18" charset="0"/>
              <a:cs typeface="Book Antiqua"/>
            </a:endParaRPr>
          </a:p>
          <a:p>
            <a:pPr marL="287020" marR="5080" indent="-274320" algn="just">
              <a:buClr>
                <a:srgbClr val="0BD0D9"/>
              </a:buClr>
              <a:buSzPct val="95454"/>
              <a:buFont typeface="Arial"/>
              <a:buChar char="●"/>
              <a:tabLst>
                <a:tab pos="287020" algn="l"/>
              </a:tabLst>
            </a:pPr>
            <a:r>
              <a:rPr lang="en-US" sz="2400" spc="25" dirty="0">
                <a:latin typeface="Bookman Old Style" pitchFamily="18" charset="0"/>
                <a:cs typeface="Book Antiqua"/>
              </a:rPr>
              <a:t>Each</a:t>
            </a:r>
            <a:r>
              <a:rPr lang="en-US" sz="2400" spc="30" dirty="0">
                <a:latin typeface="Bookman Old Style" pitchFamily="18" charset="0"/>
                <a:cs typeface="Book Antiqua"/>
              </a:rPr>
              <a:t> elements</a:t>
            </a:r>
            <a:r>
              <a:rPr lang="en-US" sz="2400" spc="35" dirty="0">
                <a:latin typeface="Bookman Old Style" pitchFamily="18" charset="0"/>
                <a:cs typeface="Book Antiqua"/>
              </a:rPr>
              <a:t> </a:t>
            </a:r>
            <a:r>
              <a:rPr lang="en-US" sz="2400" spc="10" dirty="0">
                <a:latin typeface="Bookman Old Style" pitchFamily="18" charset="0"/>
                <a:cs typeface="Book Antiqua"/>
              </a:rPr>
              <a:t>are</a:t>
            </a:r>
            <a:r>
              <a:rPr lang="en-US" sz="2400" spc="575" dirty="0">
                <a:latin typeface="Bookman Old Style" pitchFamily="18" charset="0"/>
                <a:cs typeface="Book Antiqua"/>
              </a:rPr>
              <a:t> </a:t>
            </a:r>
            <a:r>
              <a:rPr lang="en-US" sz="2400" spc="25" dirty="0">
                <a:latin typeface="Bookman Old Style" pitchFamily="18" charset="0"/>
                <a:cs typeface="Book Antiqua"/>
              </a:rPr>
              <a:t>inter</a:t>
            </a:r>
            <a:r>
              <a:rPr lang="en-US" sz="2400" spc="30" dirty="0">
                <a:latin typeface="Bookman Old Style" pitchFamily="18" charset="0"/>
                <a:cs typeface="Book Antiqua"/>
              </a:rPr>
              <a:t> </a:t>
            </a:r>
            <a:r>
              <a:rPr lang="en-US" sz="2400" spc="25" dirty="0">
                <a:latin typeface="Bookman Old Style" pitchFamily="18" charset="0"/>
                <a:cs typeface="Book Antiqua"/>
              </a:rPr>
              <a:t>related</a:t>
            </a:r>
            <a:r>
              <a:rPr lang="en-US" sz="2400" spc="30" dirty="0">
                <a:latin typeface="Bookman Old Style" pitchFamily="18" charset="0"/>
                <a:cs typeface="Book Antiqua"/>
              </a:rPr>
              <a:t> </a:t>
            </a:r>
            <a:r>
              <a:rPr lang="en-US" sz="2400" spc="15" dirty="0">
                <a:latin typeface="Bookman Old Style" pitchFamily="18" charset="0"/>
                <a:cs typeface="Book Antiqua"/>
              </a:rPr>
              <a:t>to</a:t>
            </a:r>
            <a:r>
              <a:rPr lang="en-US" sz="2400" spc="20" dirty="0">
                <a:latin typeface="Bookman Old Style" pitchFamily="18" charset="0"/>
                <a:cs typeface="Book Antiqua"/>
              </a:rPr>
              <a:t> one</a:t>
            </a:r>
            <a:r>
              <a:rPr lang="en-US" sz="2400" spc="25" dirty="0">
                <a:latin typeface="Bookman Old Style" pitchFamily="18" charset="0"/>
                <a:cs typeface="Book Antiqua"/>
              </a:rPr>
              <a:t> </a:t>
            </a:r>
            <a:r>
              <a:rPr lang="en-US" sz="2400" spc="30" dirty="0">
                <a:latin typeface="Bookman Old Style" pitchFamily="18" charset="0"/>
                <a:cs typeface="Book Antiqua"/>
              </a:rPr>
              <a:t>another</a:t>
            </a:r>
            <a:r>
              <a:rPr lang="en-US" sz="2400" spc="35" dirty="0">
                <a:latin typeface="Bookman Old Style" pitchFamily="18" charset="0"/>
                <a:cs typeface="Book Antiqua"/>
              </a:rPr>
              <a:t> </a:t>
            </a:r>
            <a:r>
              <a:rPr lang="en-US" sz="2400" spc="30" dirty="0">
                <a:latin typeface="Bookman Old Style" pitchFamily="18" charset="0"/>
                <a:cs typeface="Book Antiqua"/>
              </a:rPr>
              <a:t>(called </a:t>
            </a:r>
            <a:r>
              <a:rPr lang="en-US" sz="2400" spc="35" dirty="0">
                <a:latin typeface="Bookman Old Style" pitchFamily="18" charset="0"/>
                <a:cs typeface="Book Antiqua"/>
              </a:rPr>
              <a:t> </a:t>
            </a:r>
            <a:r>
              <a:rPr lang="en-US" sz="2400" spc="-5" dirty="0">
                <a:latin typeface="Bookman Old Style" pitchFamily="18" charset="0"/>
                <a:cs typeface="Book Antiqua"/>
              </a:rPr>
              <a:t>workflow).</a:t>
            </a:r>
            <a:endParaRPr sz="2400">
              <a:latin typeface="Bookman Old Style" pitchFamily="18" charset="0"/>
              <a:cs typeface="Book Antiqu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pic>
        <p:nvPicPr>
          <p:cNvPr id="9" name="object 9"/>
          <p:cNvPicPr/>
          <p:nvPr/>
        </p:nvPicPr>
        <p:blipFill>
          <a:blip r:embed="rId5" cstate="print"/>
          <a:stretch>
            <a:fillRect/>
          </a:stretch>
        </p:blipFill>
        <p:spPr>
          <a:xfrm>
            <a:off x="1295400" y="2895600"/>
            <a:ext cx="6629400" cy="3429000"/>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dirty="0"/>
              <a:pPr marL="38100">
                <a:lnSpc>
                  <a:spcPts val="1425"/>
                </a:lnSpc>
              </a:pPr>
              <a:t>30</a:t>
            </a:fld>
            <a:endParaRPr dirty="0"/>
          </a:p>
        </p:txBody>
      </p:sp>
      <p:sp>
        <p:nvSpPr>
          <p:cNvPr id="10" name="Rectangle 9"/>
          <p:cNvSpPr/>
          <p:nvPr/>
        </p:nvSpPr>
        <p:spPr>
          <a:xfrm>
            <a:off x="228600" y="838200"/>
            <a:ext cx="8686800" cy="1785104"/>
          </a:xfrm>
          <a:prstGeom prst="rect">
            <a:avLst/>
          </a:prstGeom>
        </p:spPr>
        <p:txBody>
          <a:bodyPr wrap="square">
            <a:spAutoFit/>
          </a:bodyPr>
          <a:lstStyle/>
          <a:p>
            <a:pPr marL="299720" marR="17780" indent="-274320" algn="just">
              <a:buClr>
                <a:srgbClr val="0BD0D9"/>
              </a:buClr>
              <a:buSzPct val="93750"/>
              <a:tabLst>
                <a:tab pos="299720" algn="l"/>
              </a:tabLst>
            </a:pPr>
            <a:r>
              <a:rPr lang="en-US" sz="2200" dirty="0">
                <a:latin typeface="Bookman Old Style" pitchFamily="18" charset="0"/>
                <a:cs typeface="Book Antiqua"/>
              </a:rPr>
              <a:t>	A</a:t>
            </a:r>
            <a:r>
              <a:rPr lang="en-US" sz="2200" spc="5" dirty="0">
                <a:latin typeface="Bookman Old Style" pitchFamily="18" charset="0"/>
                <a:cs typeface="Book Antiqua"/>
              </a:rPr>
              <a:t> </a:t>
            </a:r>
            <a:r>
              <a:rPr lang="en-US" sz="2200" spc="-5" dirty="0">
                <a:latin typeface="Bookman Old Style" pitchFamily="18" charset="0"/>
                <a:cs typeface="Book Antiqua"/>
              </a:rPr>
              <a:t>systematic,</a:t>
            </a:r>
            <a:r>
              <a:rPr lang="en-US" sz="2200" dirty="0">
                <a:latin typeface="Bookman Old Style" pitchFamily="18" charset="0"/>
                <a:cs typeface="Book Antiqua"/>
              </a:rPr>
              <a:t> </a:t>
            </a:r>
            <a:r>
              <a:rPr lang="en-US" sz="2200" spc="-5" dirty="0">
                <a:latin typeface="Bookman Old Style" pitchFamily="18" charset="0"/>
                <a:cs typeface="Book Antiqua"/>
              </a:rPr>
              <a:t>sequential</a:t>
            </a:r>
            <a:r>
              <a:rPr lang="en-US" sz="2200" dirty="0">
                <a:latin typeface="Bookman Old Style" pitchFamily="18" charset="0"/>
                <a:cs typeface="Book Antiqua"/>
              </a:rPr>
              <a:t> </a:t>
            </a:r>
            <a:r>
              <a:rPr lang="en-US" sz="2200" spc="-10" dirty="0">
                <a:latin typeface="Bookman Old Style" pitchFamily="18" charset="0"/>
                <a:cs typeface="Book Antiqua"/>
              </a:rPr>
              <a:t>approach</a:t>
            </a:r>
            <a:r>
              <a:rPr lang="en-US" sz="2200" spc="-5" dirty="0">
                <a:latin typeface="Bookman Old Style" pitchFamily="18" charset="0"/>
                <a:cs typeface="Book Antiqua"/>
              </a:rPr>
              <a:t> </a:t>
            </a:r>
            <a:r>
              <a:rPr lang="en-US" sz="2200" dirty="0">
                <a:latin typeface="Bookman Old Style" pitchFamily="18" charset="0"/>
                <a:cs typeface="Book Antiqua"/>
              </a:rPr>
              <a:t>to </a:t>
            </a:r>
            <a:r>
              <a:rPr lang="en-US" sz="2200" spc="5" dirty="0">
                <a:latin typeface="Bookman Old Style" pitchFamily="18" charset="0"/>
                <a:cs typeface="Book Antiqua"/>
              </a:rPr>
              <a:t> </a:t>
            </a:r>
            <a:r>
              <a:rPr lang="en-US" sz="2200" spc="-10" dirty="0">
                <a:latin typeface="Bookman Old Style" pitchFamily="18" charset="0"/>
                <a:cs typeface="Book Antiqua"/>
              </a:rPr>
              <a:t>software</a:t>
            </a:r>
            <a:r>
              <a:rPr lang="en-US" sz="2200" spc="5" dirty="0">
                <a:latin typeface="Bookman Old Style" pitchFamily="18" charset="0"/>
                <a:cs typeface="Book Antiqua"/>
              </a:rPr>
              <a:t> </a:t>
            </a:r>
            <a:r>
              <a:rPr lang="en-US" sz="2200" spc="-5" dirty="0">
                <a:latin typeface="Bookman Old Style" pitchFamily="18" charset="0"/>
                <a:cs typeface="Book Antiqua"/>
              </a:rPr>
              <a:t>development</a:t>
            </a:r>
            <a:r>
              <a:rPr lang="en-US" sz="2200" spc="5" dirty="0">
                <a:latin typeface="Bookman Old Style" pitchFamily="18" charset="0"/>
                <a:cs typeface="Book Antiqua"/>
              </a:rPr>
              <a:t> </a:t>
            </a:r>
            <a:r>
              <a:rPr lang="en-US" sz="2200" spc="-5" dirty="0">
                <a:latin typeface="Bookman Old Style" pitchFamily="18" charset="0"/>
                <a:cs typeface="Book Antiqua"/>
              </a:rPr>
              <a:t>that</a:t>
            </a:r>
            <a:r>
              <a:rPr lang="en-US" sz="2200" spc="10" dirty="0">
                <a:latin typeface="Bookman Old Style" pitchFamily="18" charset="0"/>
                <a:cs typeface="Book Antiqua"/>
              </a:rPr>
              <a:t> </a:t>
            </a:r>
            <a:r>
              <a:rPr lang="en-US" sz="2200" dirty="0">
                <a:latin typeface="Bookman Old Style" pitchFamily="18" charset="0"/>
                <a:cs typeface="Book Antiqua"/>
              </a:rPr>
              <a:t>begins with </a:t>
            </a:r>
            <a:r>
              <a:rPr lang="en-US" sz="2200" spc="-5" dirty="0">
                <a:latin typeface="Bookman Old Style" pitchFamily="18" charset="0"/>
                <a:cs typeface="Book Antiqua"/>
              </a:rPr>
              <a:t>customer</a:t>
            </a:r>
            <a:r>
              <a:rPr lang="en-US" sz="2200" spc="10" dirty="0">
                <a:latin typeface="Bookman Old Style" pitchFamily="18" charset="0"/>
                <a:cs typeface="Book Antiqua"/>
              </a:rPr>
              <a:t> </a:t>
            </a:r>
            <a:r>
              <a:rPr lang="en-US" sz="2200" spc="-5" dirty="0">
                <a:latin typeface="Bookman Old Style" pitchFamily="18" charset="0"/>
                <a:cs typeface="Book Antiqua"/>
              </a:rPr>
              <a:t>specification </a:t>
            </a:r>
            <a:r>
              <a:rPr lang="en-US" sz="2200" dirty="0">
                <a:latin typeface="Bookman Old Style" pitchFamily="18" charset="0"/>
                <a:cs typeface="Book Antiqua"/>
              </a:rPr>
              <a:t> of</a:t>
            </a:r>
            <a:r>
              <a:rPr lang="en-US" sz="2200" spc="-5" dirty="0">
                <a:latin typeface="Bookman Old Style" pitchFamily="18" charset="0"/>
                <a:cs typeface="Book Antiqua"/>
              </a:rPr>
              <a:t> </a:t>
            </a:r>
            <a:r>
              <a:rPr lang="en-US" sz="2200" spc="-10" dirty="0">
                <a:latin typeface="Bookman Old Style" pitchFamily="18" charset="0"/>
                <a:cs typeface="Book Antiqua"/>
              </a:rPr>
              <a:t>requirements</a:t>
            </a:r>
            <a:r>
              <a:rPr lang="en-US" sz="2200" spc="-5" dirty="0">
                <a:latin typeface="Bookman Old Style" pitchFamily="18" charset="0"/>
                <a:cs typeface="Book Antiqua"/>
              </a:rPr>
              <a:t> </a:t>
            </a:r>
            <a:r>
              <a:rPr lang="en-US" sz="2200" dirty="0">
                <a:latin typeface="Bookman Old Style" pitchFamily="18" charset="0"/>
                <a:cs typeface="Book Antiqua"/>
              </a:rPr>
              <a:t>and</a:t>
            </a:r>
            <a:r>
              <a:rPr lang="en-US" sz="2200" spc="-5" dirty="0">
                <a:latin typeface="Bookman Old Style" pitchFamily="18" charset="0"/>
                <a:cs typeface="Book Antiqua"/>
              </a:rPr>
              <a:t> </a:t>
            </a:r>
            <a:r>
              <a:rPr lang="en-US" sz="2200" spc="-10" dirty="0">
                <a:latin typeface="Bookman Old Style" pitchFamily="18" charset="0"/>
                <a:cs typeface="Book Antiqua"/>
              </a:rPr>
              <a:t>progresses</a:t>
            </a:r>
            <a:r>
              <a:rPr lang="en-US" sz="2200" spc="-5" dirty="0">
                <a:latin typeface="Bookman Old Style" pitchFamily="18" charset="0"/>
                <a:cs typeface="Book Antiqua"/>
              </a:rPr>
              <a:t> </a:t>
            </a:r>
            <a:r>
              <a:rPr lang="en-US" sz="2200" spc="-10" dirty="0">
                <a:latin typeface="Bookman Old Style" pitchFamily="18" charset="0"/>
                <a:cs typeface="Book Antiqua"/>
              </a:rPr>
              <a:t>through</a:t>
            </a:r>
            <a:r>
              <a:rPr lang="en-US" sz="2200" spc="-5" dirty="0">
                <a:latin typeface="Bookman Old Style" pitchFamily="18" charset="0"/>
                <a:cs typeface="Book Antiqua"/>
              </a:rPr>
              <a:t> </a:t>
            </a:r>
            <a:r>
              <a:rPr lang="en-US" sz="2200" dirty="0">
                <a:latin typeface="Bookman Old Style" pitchFamily="18" charset="0"/>
                <a:cs typeface="Book Antiqua"/>
              </a:rPr>
              <a:t>planning, </a:t>
            </a:r>
            <a:r>
              <a:rPr lang="en-US" sz="2200" spc="-5" dirty="0">
                <a:latin typeface="Bookman Old Style" pitchFamily="18" charset="0"/>
                <a:cs typeface="Book Antiqua"/>
              </a:rPr>
              <a:t>modeling, </a:t>
            </a:r>
            <a:r>
              <a:rPr lang="en-US" sz="2200" dirty="0">
                <a:latin typeface="Bookman Old Style" pitchFamily="18" charset="0"/>
                <a:cs typeface="Book Antiqua"/>
              </a:rPr>
              <a:t> </a:t>
            </a:r>
            <a:r>
              <a:rPr lang="en-US" sz="2200" spc="-5" dirty="0">
                <a:latin typeface="Bookman Old Style" pitchFamily="18" charset="0"/>
                <a:cs typeface="Book Antiqua"/>
              </a:rPr>
              <a:t>construction,</a:t>
            </a:r>
            <a:r>
              <a:rPr lang="en-US" sz="2200" dirty="0">
                <a:latin typeface="Bookman Old Style" pitchFamily="18" charset="0"/>
                <a:cs typeface="Book Antiqua"/>
              </a:rPr>
              <a:t> and</a:t>
            </a:r>
            <a:r>
              <a:rPr lang="en-US" sz="2200" spc="5" dirty="0">
                <a:latin typeface="Bookman Old Style" pitchFamily="18" charset="0"/>
                <a:cs typeface="Book Antiqua"/>
              </a:rPr>
              <a:t> </a:t>
            </a:r>
            <a:r>
              <a:rPr lang="en-US" sz="2200" spc="-5" dirty="0">
                <a:latin typeface="Bookman Old Style" pitchFamily="18" charset="0"/>
                <a:cs typeface="Book Antiqua"/>
              </a:rPr>
              <a:t>deployment,</a:t>
            </a:r>
            <a:r>
              <a:rPr lang="en-US" sz="2200" spc="5" dirty="0">
                <a:latin typeface="Bookman Old Style" pitchFamily="18" charset="0"/>
                <a:cs typeface="Book Antiqua"/>
              </a:rPr>
              <a:t> </a:t>
            </a:r>
            <a:r>
              <a:rPr lang="en-US" sz="2200" spc="-5" dirty="0">
                <a:latin typeface="Bookman Old Style" pitchFamily="18" charset="0"/>
                <a:cs typeface="Book Antiqua"/>
              </a:rPr>
              <a:t>culminating</a:t>
            </a:r>
            <a:r>
              <a:rPr lang="en-US" sz="2200" spc="10" dirty="0">
                <a:latin typeface="Bookman Old Style" pitchFamily="18" charset="0"/>
                <a:cs typeface="Book Antiqua"/>
              </a:rPr>
              <a:t> </a:t>
            </a:r>
            <a:r>
              <a:rPr lang="en-US" sz="2200" spc="-5" dirty="0">
                <a:latin typeface="Bookman Old Style" pitchFamily="18" charset="0"/>
                <a:cs typeface="Book Antiqua"/>
              </a:rPr>
              <a:t>in</a:t>
            </a:r>
            <a:r>
              <a:rPr lang="en-US" sz="2200" spc="5" dirty="0">
                <a:latin typeface="Bookman Old Style" pitchFamily="18" charset="0"/>
                <a:cs typeface="Book Antiqua"/>
              </a:rPr>
              <a:t> </a:t>
            </a:r>
            <a:r>
              <a:rPr lang="en-US" sz="2200" spc="-5" dirty="0">
                <a:latin typeface="Bookman Old Style" pitchFamily="18" charset="0"/>
                <a:cs typeface="Book Antiqua"/>
              </a:rPr>
              <a:t>ongoing</a:t>
            </a:r>
            <a:r>
              <a:rPr lang="en-US" sz="2200" spc="5" dirty="0">
                <a:latin typeface="Bookman Old Style" pitchFamily="18" charset="0"/>
                <a:cs typeface="Book Antiqua"/>
              </a:rPr>
              <a:t> </a:t>
            </a:r>
            <a:r>
              <a:rPr lang="en-US" sz="2200" spc="-5" dirty="0">
                <a:latin typeface="Bookman Old Style" pitchFamily="18" charset="0"/>
                <a:cs typeface="Book Antiqua"/>
              </a:rPr>
              <a:t>support </a:t>
            </a:r>
            <a:r>
              <a:rPr lang="en-US" sz="2200" spc="-535" dirty="0">
                <a:latin typeface="Bookman Old Style" pitchFamily="18" charset="0"/>
                <a:cs typeface="Book Antiqua"/>
              </a:rPr>
              <a:t> </a:t>
            </a:r>
            <a:r>
              <a:rPr lang="en-US" sz="2200" dirty="0">
                <a:latin typeface="Bookman Old Style" pitchFamily="18" charset="0"/>
                <a:cs typeface="Book Antiqua"/>
              </a:rPr>
              <a:t>of</a:t>
            </a:r>
            <a:r>
              <a:rPr lang="en-US" sz="2200" spc="-5" dirty="0">
                <a:latin typeface="Bookman Old Style" pitchFamily="18" charset="0"/>
                <a:cs typeface="Book Antiqua"/>
              </a:rPr>
              <a:t> the completed </a:t>
            </a:r>
            <a:r>
              <a:rPr lang="en-US" sz="2200" spc="-10" dirty="0">
                <a:latin typeface="Bookman Old Style" pitchFamily="18" charset="0"/>
                <a:cs typeface="Book Antiqua"/>
              </a:rPr>
              <a:t>software</a:t>
            </a:r>
            <a:endParaRPr lang="en-US" sz="2200" u="heavy" spc="-10" dirty="0">
              <a:uFill>
                <a:solidFill>
                  <a:srgbClr val="000000"/>
                </a:solidFill>
              </a:uFill>
              <a:latin typeface="Bookman Old Style" pitchFamily="18" charset="0"/>
              <a:cs typeface="Book Antiqua"/>
            </a:endParaRPr>
          </a:p>
        </p:txBody>
      </p:sp>
      <p:sp>
        <p:nvSpPr>
          <p:cNvPr id="12" name="object 9"/>
          <p:cNvSpPr txBox="1">
            <a:spLocks/>
          </p:cNvSpPr>
          <p:nvPr/>
        </p:nvSpPr>
        <p:spPr>
          <a:xfrm>
            <a:off x="152400" y="228600"/>
            <a:ext cx="8763000" cy="507189"/>
          </a:xfrm>
          <a:prstGeom prst="rect">
            <a:avLst/>
          </a:prstGeom>
        </p:spPr>
        <p:txBody>
          <a:bodyPr vert="horz" wrap="square" lIns="0" tIns="14604" rIns="0" bIns="0" rtlCol="0">
            <a:spAutoFit/>
          </a:bodyPr>
          <a:lstStyle/>
          <a:p>
            <a:pPr marL="12700" marR="0" lvl="0" indent="0" defTabSz="914400" eaLnBrk="1" fontAlgn="auto" latinLnBrk="0" hangingPunct="1">
              <a:lnSpc>
                <a:spcPct val="100000"/>
              </a:lnSpc>
              <a:spcBef>
                <a:spcPts val="114"/>
              </a:spcBef>
              <a:spcAft>
                <a:spcPts val="0"/>
              </a:spcAft>
              <a:buClrTx/>
              <a:buSzTx/>
              <a:buFontTx/>
              <a:buNone/>
              <a:tabLst/>
              <a:defRPr/>
            </a:pPr>
            <a:r>
              <a:rPr kumimoji="0" lang="en-US" sz="3200" b="1" i="0" u="none" strike="noStrike" kern="0" cap="none" spc="-35" normalizeH="0" baseline="0" noProof="0" dirty="0">
                <a:ln>
                  <a:noFill/>
                </a:ln>
                <a:solidFill>
                  <a:sysClr val="windowText" lastClr="000000"/>
                </a:solidFill>
                <a:effectLst/>
                <a:uLnTx/>
                <a:uFillTx/>
                <a:latin typeface="Bookman Old Style" pitchFamily="18" charset="0"/>
                <a:ea typeface="+mj-ea"/>
                <a:cs typeface="+mj-cs"/>
              </a:rPr>
              <a:t>2.1) Waterfall</a:t>
            </a:r>
            <a:r>
              <a:rPr kumimoji="0" lang="en-US" sz="3200" b="1" i="0" u="none" strike="noStrike" kern="0" cap="none" spc="-5" normalizeH="0" baseline="0" noProof="0" dirty="0">
                <a:ln>
                  <a:noFill/>
                </a:ln>
                <a:solidFill>
                  <a:sysClr val="windowText" lastClr="000000"/>
                </a:solidFill>
                <a:effectLst/>
                <a:uLnTx/>
                <a:uFillTx/>
                <a:latin typeface="Bookman Old Style" pitchFamily="18" charset="0"/>
                <a:ea typeface="+mj-ea"/>
                <a:cs typeface="+mj-cs"/>
              </a:rPr>
              <a:t> </a:t>
            </a:r>
            <a:r>
              <a:rPr kumimoji="0" lang="en-US" sz="3200" b="1" i="0" u="none" strike="noStrike" kern="0" cap="none" spc="5" normalizeH="0" baseline="0" noProof="0" dirty="0">
                <a:ln>
                  <a:noFill/>
                </a:ln>
                <a:solidFill>
                  <a:sysClr val="windowText" lastClr="000000"/>
                </a:solidFill>
                <a:effectLst/>
                <a:uLnTx/>
                <a:uFillTx/>
                <a:latin typeface="Bookman Old Style" pitchFamily="18" charset="0"/>
                <a:ea typeface="+mj-ea"/>
                <a:cs typeface="+mj-cs"/>
              </a:rPr>
              <a:t>Model</a:t>
            </a:r>
            <a:r>
              <a:rPr kumimoji="0" lang="en-US" sz="3200" b="1" i="0" u="none" strike="noStrike" kern="0" cap="none" spc="0" normalizeH="0" baseline="0" noProof="0" dirty="0">
                <a:ln>
                  <a:noFill/>
                </a:ln>
                <a:solidFill>
                  <a:sysClr val="windowText" lastClr="000000"/>
                </a:solidFill>
                <a:effectLst/>
                <a:uLnTx/>
                <a:uFillTx/>
                <a:latin typeface="Bookman Old Style" pitchFamily="18" charset="0"/>
                <a:ea typeface="+mj-ea"/>
                <a:cs typeface="+mj-cs"/>
              </a:rPr>
              <a:t> or </a:t>
            </a:r>
            <a:r>
              <a:rPr kumimoji="0" lang="en-US" sz="3200" b="1" i="0" u="none" strike="noStrike" kern="0" cap="none" spc="5" normalizeH="0" baseline="0" noProof="0" dirty="0">
                <a:ln>
                  <a:noFill/>
                </a:ln>
                <a:solidFill>
                  <a:sysClr val="windowText" lastClr="000000"/>
                </a:solidFill>
                <a:effectLst/>
                <a:uLnTx/>
                <a:uFillTx/>
                <a:latin typeface="Bookman Old Style" pitchFamily="18" charset="0"/>
                <a:ea typeface="+mj-ea"/>
                <a:cs typeface="+mj-cs"/>
              </a:rPr>
              <a:t>Classic</a:t>
            </a:r>
            <a:r>
              <a:rPr kumimoji="0" lang="en-US" sz="3200" b="1" i="0" u="none" strike="noStrike" kern="0" cap="none" spc="0" normalizeH="0" baseline="0" noProof="0" dirty="0">
                <a:ln>
                  <a:noFill/>
                </a:ln>
                <a:solidFill>
                  <a:sysClr val="windowText" lastClr="000000"/>
                </a:solidFill>
                <a:effectLst/>
                <a:uLnTx/>
                <a:uFillTx/>
                <a:latin typeface="Bookman Old Style" pitchFamily="18" charset="0"/>
                <a:ea typeface="+mj-ea"/>
                <a:cs typeface="+mj-cs"/>
              </a:rPr>
              <a:t> </a:t>
            </a:r>
            <a:r>
              <a:rPr kumimoji="0" lang="en-US" sz="3200" b="1" i="0" u="none" strike="noStrike" kern="0" cap="none" spc="-25" normalizeH="0" baseline="0" noProof="0" dirty="0">
                <a:ln>
                  <a:noFill/>
                </a:ln>
                <a:solidFill>
                  <a:sysClr val="windowText" lastClr="000000"/>
                </a:solidFill>
                <a:effectLst/>
                <a:uLnTx/>
                <a:uFillTx/>
                <a:latin typeface="Bookman Old Style" pitchFamily="18" charset="0"/>
                <a:ea typeface="+mj-ea"/>
                <a:cs typeface="+mj-cs"/>
              </a:rPr>
              <a:t>Life</a:t>
            </a:r>
            <a:r>
              <a:rPr kumimoji="0" lang="en-US" sz="3200" b="1" i="0" u="none" strike="noStrike" kern="0" cap="none" spc="0" normalizeH="0" baseline="0" noProof="0" dirty="0">
                <a:ln>
                  <a:noFill/>
                </a:ln>
                <a:solidFill>
                  <a:sysClr val="windowText" lastClr="000000"/>
                </a:solidFill>
                <a:effectLst/>
                <a:uLnTx/>
                <a:uFillTx/>
                <a:latin typeface="Bookman Old Style" pitchFamily="18" charset="0"/>
                <a:ea typeface="+mj-ea"/>
                <a:cs typeface="+mj-cs"/>
              </a:rPr>
              <a:t> </a:t>
            </a:r>
            <a:r>
              <a:rPr kumimoji="0" lang="en-US" sz="3200" b="1" i="0" u="none" strike="noStrike" kern="0" cap="none" spc="-10" normalizeH="0" baseline="0" noProof="0" dirty="0">
                <a:ln>
                  <a:noFill/>
                </a:ln>
                <a:solidFill>
                  <a:sysClr val="windowText" lastClr="000000"/>
                </a:solidFill>
                <a:effectLst/>
                <a:uLnTx/>
                <a:uFillTx/>
                <a:latin typeface="Bookman Old Style" pitchFamily="18" charset="0"/>
                <a:ea typeface="+mj-ea"/>
                <a:cs typeface="+mj-cs"/>
              </a:rPr>
              <a:t>Cycle</a:t>
            </a:r>
            <a:endParaRPr kumimoji="0" lang="en-US" sz="3200" b="1" i="0" u="none" strike="noStrike" kern="0" cap="none" spc="0" normalizeH="0" baseline="0" noProof="0" dirty="0">
              <a:ln>
                <a:noFill/>
              </a:ln>
              <a:solidFill>
                <a:sysClr val="windowText" lastClr="000000"/>
              </a:solidFill>
              <a:effectLst/>
              <a:uLnTx/>
              <a:uFillTx/>
              <a:latin typeface="Bookman Old Style" pitchFamily="18" charset="0"/>
              <a:ea typeface="+mj-ea"/>
              <a:cs typeface="+mj-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10" name="object 10"/>
          <p:cNvSpPr txBox="1"/>
          <p:nvPr/>
        </p:nvSpPr>
        <p:spPr>
          <a:xfrm>
            <a:off x="457200" y="1295400"/>
            <a:ext cx="8188959" cy="4444807"/>
          </a:xfrm>
          <a:prstGeom prst="rect">
            <a:avLst/>
          </a:prstGeom>
        </p:spPr>
        <p:txBody>
          <a:bodyPr vert="horz" wrap="square" lIns="0" tIns="12700" rIns="0" bIns="0" rtlCol="0">
            <a:spAutoFit/>
          </a:bodyPr>
          <a:lstStyle/>
          <a:p>
            <a:pPr marL="299720" marR="17780" indent="-274320" algn="just">
              <a:buClr>
                <a:srgbClr val="0BD0D9"/>
              </a:buClr>
              <a:buSzPct val="93750"/>
              <a:buFont typeface="Arial"/>
              <a:buChar char="●"/>
              <a:tabLst>
                <a:tab pos="299720" algn="l"/>
              </a:tabLst>
            </a:pPr>
            <a:r>
              <a:rPr sz="2400" u="heavy" spc="-10">
                <a:uFill>
                  <a:solidFill>
                    <a:srgbClr val="000000"/>
                  </a:solidFill>
                </a:uFill>
                <a:latin typeface="Bookman Old Style" pitchFamily="18" charset="0"/>
                <a:cs typeface="Book Antiqua"/>
              </a:rPr>
              <a:t>Requirement </a:t>
            </a:r>
            <a:r>
              <a:rPr sz="2400" u="heavy" spc="-5" dirty="0">
                <a:uFill>
                  <a:solidFill>
                    <a:srgbClr val="000000"/>
                  </a:solidFill>
                </a:uFill>
                <a:latin typeface="Bookman Old Style" pitchFamily="18" charset="0"/>
                <a:cs typeface="Book Antiqua"/>
              </a:rPr>
              <a:t>Analysis </a:t>
            </a:r>
            <a:r>
              <a:rPr sz="2400" u="heavy" dirty="0">
                <a:uFill>
                  <a:solidFill>
                    <a:srgbClr val="000000"/>
                  </a:solidFill>
                </a:uFill>
                <a:latin typeface="Bookman Old Style" pitchFamily="18" charset="0"/>
                <a:cs typeface="Book Antiqua"/>
              </a:rPr>
              <a:t>and </a:t>
            </a:r>
            <a:r>
              <a:rPr sz="2400" u="heavy" spc="-5" dirty="0">
                <a:uFill>
                  <a:solidFill>
                    <a:srgbClr val="000000"/>
                  </a:solidFill>
                </a:uFill>
                <a:latin typeface="Bookman Old Style" pitchFamily="18" charset="0"/>
                <a:cs typeface="Book Antiqua"/>
              </a:rPr>
              <a:t>Definition: </a:t>
            </a:r>
            <a:r>
              <a:rPr sz="2400" u="heavy" dirty="0">
                <a:uFill>
                  <a:solidFill>
                    <a:srgbClr val="000000"/>
                  </a:solidFill>
                </a:uFill>
                <a:latin typeface="Bookman Old Style" pitchFamily="18" charset="0"/>
                <a:cs typeface="Book Antiqua"/>
              </a:rPr>
              <a:t>What </a:t>
            </a:r>
            <a:r>
              <a:rPr sz="2400" dirty="0">
                <a:latin typeface="Bookman Old Style" pitchFamily="18" charset="0"/>
                <a:cs typeface="Book Antiqua"/>
              </a:rPr>
              <a:t>- </a:t>
            </a:r>
            <a:r>
              <a:rPr sz="2400" spc="-5" dirty="0">
                <a:latin typeface="Bookman Old Style" pitchFamily="18" charset="0"/>
                <a:cs typeface="Book Antiqua"/>
              </a:rPr>
              <a:t>The systems </a:t>
            </a:r>
            <a:r>
              <a:rPr sz="2400" spc="-585" dirty="0">
                <a:latin typeface="Bookman Old Style" pitchFamily="18" charset="0"/>
                <a:cs typeface="Book Antiqua"/>
              </a:rPr>
              <a:t> </a:t>
            </a:r>
            <a:r>
              <a:rPr sz="2400" spc="-5" dirty="0">
                <a:latin typeface="Bookman Old Style" pitchFamily="18" charset="0"/>
                <a:cs typeface="Book Antiqua"/>
              </a:rPr>
              <a:t>services, constraints </a:t>
            </a:r>
            <a:r>
              <a:rPr sz="2400" dirty="0">
                <a:latin typeface="Bookman Old Style" pitchFamily="18" charset="0"/>
                <a:cs typeface="Book Antiqua"/>
              </a:rPr>
              <a:t>and goals </a:t>
            </a:r>
            <a:r>
              <a:rPr sz="2400" spc="-15" dirty="0">
                <a:latin typeface="Bookman Old Style" pitchFamily="18" charset="0"/>
                <a:cs typeface="Book Antiqua"/>
              </a:rPr>
              <a:t>are </a:t>
            </a:r>
            <a:r>
              <a:rPr sz="2400" spc="-5" dirty="0">
                <a:latin typeface="Bookman Old Style" pitchFamily="18" charset="0"/>
                <a:cs typeface="Book Antiqua"/>
              </a:rPr>
              <a:t>defined by customers </a:t>
            </a:r>
            <a:r>
              <a:rPr sz="2400" dirty="0">
                <a:latin typeface="Bookman Old Style" pitchFamily="18" charset="0"/>
                <a:cs typeface="Book Antiqua"/>
              </a:rPr>
              <a:t> with</a:t>
            </a:r>
            <a:r>
              <a:rPr sz="2400" spc="-10" dirty="0">
                <a:latin typeface="Bookman Old Style" pitchFamily="18" charset="0"/>
                <a:cs typeface="Book Antiqua"/>
              </a:rPr>
              <a:t> </a:t>
            </a:r>
            <a:r>
              <a:rPr sz="2400" spc="-5" dirty="0">
                <a:latin typeface="Bookman Old Style" pitchFamily="18" charset="0"/>
                <a:cs typeface="Book Antiqua"/>
              </a:rPr>
              <a:t>system </a:t>
            </a:r>
            <a:r>
              <a:rPr sz="2400" spc="-5">
                <a:latin typeface="Bookman Old Style" pitchFamily="18" charset="0"/>
                <a:cs typeface="Book Antiqua"/>
              </a:rPr>
              <a:t>users.</a:t>
            </a:r>
            <a:endParaRPr lang="en-US" sz="2400" spc="-5" dirty="0">
              <a:latin typeface="Bookman Old Style" pitchFamily="18" charset="0"/>
              <a:cs typeface="Book Antiqua"/>
            </a:endParaRPr>
          </a:p>
          <a:p>
            <a:pPr marL="299720" marR="17780" indent="-274320" algn="just">
              <a:buClr>
                <a:srgbClr val="0BD0D9"/>
              </a:buClr>
              <a:buSzPct val="93750"/>
              <a:tabLst>
                <a:tab pos="299720" algn="l"/>
              </a:tabLst>
            </a:pPr>
            <a:endParaRPr sz="2400">
              <a:latin typeface="Bookman Old Style" pitchFamily="18" charset="0"/>
              <a:cs typeface="Book Antiqua"/>
            </a:endParaRPr>
          </a:p>
          <a:p>
            <a:pPr marL="299720" indent="-274320">
              <a:buClr>
                <a:srgbClr val="0BD0D9"/>
              </a:buClr>
              <a:buSzPct val="93750"/>
              <a:buFont typeface="Arial"/>
              <a:buChar char="●"/>
              <a:tabLst>
                <a:tab pos="299720" algn="l"/>
              </a:tabLst>
            </a:pPr>
            <a:r>
              <a:rPr sz="2400" u="heavy" spc="-5" dirty="0">
                <a:uFill>
                  <a:solidFill>
                    <a:srgbClr val="000000"/>
                  </a:solidFill>
                </a:uFill>
                <a:latin typeface="Bookman Old Style" pitchFamily="18" charset="0"/>
                <a:cs typeface="Book Antiqua"/>
              </a:rPr>
              <a:t>Scheduling</a:t>
            </a:r>
            <a:r>
              <a:rPr sz="2400" u="heavy" spc="-15" dirty="0">
                <a:uFill>
                  <a:solidFill>
                    <a:srgbClr val="000000"/>
                  </a:solidFill>
                </a:uFill>
                <a:latin typeface="Bookman Old Style" pitchFamily="18" charset="0"/>
                <a:cs typeface="Book Antiqua"/>
              </a:rPr>
              <a:t> </a:t>
            </a:r>
            <a:r>
              <a:rPr sz="2400" u="heavy" spc="-5" dirty="0">
                <a:uFill>
                  <a:solidFill>
                    <a:srgbClr val="000000"/>
                  </a:solidFill>
                </a:uFill>
                <a:latin typeface="Bookman Old Style" pitchFamily="18" charset="0"/>
                <a:cs typeface="Book Antiqua"/>
              </a:rPr>
              <a:t>tracking</a:t>
            </a:r>
            <a:r>
              <a:rPr sz="2400" spc="180" dirty="0">
                <a:latin typeface="Bookman Old Style" pitchFamily="18" charset="0"/>
                <a:cs typeface="Book Antiqua"/>
              </a:rPr>
              <a:t> </a:t>
            </a:r>
            <a:r>
              <a:rPr sz="2400" dirty="0">
                <a:latin typeface="Bookman Old Style" pitchFamily="18" charset="0"/>
                <a:cs typeface="Book Antiqua"/>
              </a:rPr>
              <a:t>-</a:t>
            </a:r>
            <a:endParaRPr sz="2400">
              <a:latin typeface="Bookman Old Style" pitchFamily="18" charset="0"/>
              <a:cs typeface="Book Antiqua"/>
            </a:endParaRPr>
          </a:p>
          <a:p>
            <a:pPr marL="665480" lvl="1" indent="-247015" algn="just">
              <a:buClr>
                <a:srgbClr val="0F6FC6"/>
              </a:buClr>
              <a:buSzPct val="85416"/>
              <a:buFont typeface="Arial"/>
              <a:buChar char="●"/>
              <a:tabLst>
                <a:tab pos="665480" algn="l"/>
              </a:tabLst>
            </a:pPr>
            <a:r>
              <a:rPr sz="2400" spc="-5" dirty="0">
                <a:latin typeface="Bookman Old Style" pitchFamily="18" charset="0"/>
                <a:cs typeface="Book Antiqua"/>
              </a:rPr>
              <a:t>Assessing</a:t>
            </a:r>
            <a:r>
              <a:rPr sz="2400" dirty="0">
                <a:latin typeface="Bookman Old Style" pitchFamily="18" charset="0"/>
                <a:cs typeface="Book Antiqua"/>
              </a:rPr>
              <a:t> </a:t>
            </a:r>
            <a:r>
              <a:rPr sz="2400" spc="-15" dirty="0">
                <a:latin typeface="Bookman Old Style" pitchFamily="18" charset="0"/>
                <a:cs typeface="Book Antiqua"/>
              </a:rPr>
              <a:t>progress</a:t>
            </a:r>
            <a:r>
              <a:rPr sz="2400" spc="-5" dirty="0">
                <a:latin typeface="Bookman Old Style" pitchFamily="18" charset="0"/>
                <a:cs typeface="Book Antiqua"/>
              </a:rPr>
              <a:t> against</a:t>
            </a:r>
            <a:r>
              <a:rPr sz="2400" dirty="0">
                <a:latin typeface="Bookman Old Style" pitchFamily="18" charset="0"/>
                <a:cs typeface="Book Antiqua"/>
              </a:rPr>
              <a:t> </a:t>
            </a:r>
            <a:r>
              <a:rPr sz="2400" spc="-5" dirty="0">
                <a:latin typeface="Bookman Old Style" pitchFamily="18" charset="0"/>
                <a:cs typeface="Book Antiqua"/>
              </a:rPr>
              <a:t>the </a:t>
            </a:r>
            <a:r>
              <a:rPr sz="2400" spc="-10" dirty="0">
                <a:latin typeface="Bookman Old Style" pitchFamily="18" charset="0"/>
                <a:cs typeface="Book Antiqua"/>
              </a:rPr>
              <a:t>project</a:t>
            </a:r>
            <a:r>
              <a:rPr sz="2400" dirty="0">
                <a:latin typeface="Bookman Old Style" pitchFamily="18" charset="0"/>
                <a:cs typeface="Book Antiqua"/>
              </a:rPr>
              <a:t> plan.</a:t>
            </a:r>
            <a:endParaRPr sz="2400">
              <a:latin typeface="Bookman Old Style" pitchFamily="18" charset="0"/>
              <a:cs typeface="Book Antiqua"/>
            </a:endParaRPr>
          </a:p>
          <a:p>
            <a:pPr marL="665480" lvl="1" indent="-247015" algn="just">
              <a:buClr>
                <a:srgbClr val="0F6FC6"/>
              </a:buClr>
              <a:buSzPct val="85416"/>
              <a:buFont typeface="Arial"/>
              <a:buChar char="●"/>
              <a:tabLst>
                <a:tab pos="665480" algn="l"/>
              </a:tabLst>
            </a:pPr>
            <a:r>
              <a:rPr sz="2400" spc="-10" dirty="0">
                <a:latin typeface="Bookman Old Style" pitchFamily="18" charset="0"/>
                <a:cs typeface="Book Antiqua"/>
              </a:rPr>
              <a:t>Require</a:t>
            </a:r>
            <a:r>
              <a:rPr sz="2400" spc="-15" dirty="0">
                <a:latin typeface="Bookman Old Style" pitchFamily="18" charset="0"/>
                <a:cs typeface="Book Antiqua"/>
              </a:rPr>
              <a:t> </a:t>
            </a:r>
            <a:r>
              <a:rPr sz="2400" spc="-5" dirty="0">
                <a:latin typeface="Bookman Old Style" pitchFamily="18" charset="0"/>
                <a:cs typeface="Book Antiqua"/>
              </a:rPr>
              <a:t>action</a:t>
            </a:r>
            <a:r>
              <a:rPr sz="2400" spc="-15" dirty="0">
                <a:latin typeface="Bookman Old Style" pitchFamily="18" charset="0"/>
                <a:cs typeface="Book Antiqua"/>
              </a:rPr>
              <a:t> </a:t>
            </a:r>
            <a:r>
              <a:rPr sz="2400" dirty="0">
                <a:latin typeface="Bookman Old Style" pitchFamily="18" charset="0"/>
                <a:cs typeface="Book Antiqua"/>
              </a:rPr>
              <a:t>to</a:t>
            </a:r>
            <a:r>
              <a:rPr sz="2400" spc="-15" dirty="0">
                <a:latin typeface="Bookman Old Style" pitchFamily="18" charset="0"/>
                <a:cs typeface="Book Antiqua"/>
              </a:rPr>
              <a:t> </a:t>
            </a:r>
            <a:r>
              <a:rPr sz="2400" dirty="0">
                <a:latin typeface="Bookman Old Style" pitchFamily="18" charset="0"/>
                <a:cs typeface="Book Antiqua"/>
              </a:rPr>
              <a:t>maintain</a:t>
            </a:r>
            <a:r>
              <a:rPr sz="2400" spc="-10" dirty="0">
                <a:latin typeface="Bookman Old Style" pitchFamily="18" charset="0"/>
                <a:cs typeface="Book Antiqua"/>
              </a:rPr>
              <a:t> </a:t>
            </a:r>
            <a:r>
              <a:rPr sz="2400" spc="-5">
                <a:latin typeface="Bookman Old Style" pitchFamily="18" charset="0"/>
                <a:cs typeface="Book Antiqua"/>
              </a:rPr>
              <a:t>schedule.</a:t>
            </a:r>
            <a:endParaRPr lang="en-US" sz="2400" spc="-5" dirty="0">
              <a:latin typeface="Bookman Old Style" pitchFamily="18" charset="0"/>
              <a:cs typeface="Book Antiqua"/>
            </a:endParaRPr>
          </a:p>
          <a:p>
            <a:pPr marL="665480" lvl="1" indent="-247015" algn="just">
              <a:buClr>
                <a:srgbClr val="0F6FC6"/>
              </a:buClr>
              <a:buSzPct val="85416"/>
              <a:tabLst>
                <a:tab pos="665480" algn="l"/>
              </a:tabLst>
            </a:pPr>
            <a:endParaRPr sz="2400">
              <a:latin typeface="Bookman Old Style" pitchFamily="18" charset="0"/>
              <a:cs typeface="Book Antiqua"/>
            </a:endParaRPr>
          </a:p>
          <a:p>
            <a:pPr marL="299720" marR="17780" indent="-274320" algn="just">
              <a:buClr>
                <a:srgbClr val="0BD0D9"/>
              </a:buClr>
              <a:buSzPct val="93750"/>
              <a:buFont typeface="Arial"/>
              <a:buChar char="●"/>
              <a:tabLst>
                <a:tab pos="299720" algn="l"/>
              </a:tabLst>
            </a:pPr>
            <a:r>
              <a:rPr sz="2400" u="heavy" spc="-5" dirty="0">
                <a:uFill>
                  <a:solidFill>
                    <a:srgbClr val="000000"/>
                  </a:solidFill>
                </a:uFill>
                <a:latin typeface="Bookman Old Style" pitchFamily="18" charset="0"/>
                <a:cs typeface="Book Antiqua"/>
              </a:rPr>
              <a:t>System</a:t>
            </a:r>
            <a:r>
              <a:rPr sz="2400" u="heavy" dirty="0">
                <a:uFill>
                  <a:solidFill>
                    <a:srgbClr val="000000"/>
                  </a:solidFill>
                </a:uFill>
                <a:latin typeface="Bookman Old Style" pitchFamily="18" charset="0"/>
                <a:cs typeface="Book Antiqua"/>
              </a:rPr>
              <a:t> and</a:t>
            </a:r>
            <a:r>
              <a:rPr sz="2400" u="heavy" spc="5" dirty="0">
                <a:uFill>
                  <a:solidFill>
                    <a:srgbClr val="000000"/>
                  </a:solidFill>
                </a:uFill>
                <a:latin typeface="Bookman Old Style" pitchFamily="18" charset="0"/>
                <a:cs typeface="Book Antiqua"/>
              </a:rPr>
              <a:t> </a:t>
            </a:r>
            <a:r>
              <a:rPr sz="2400" u="heavy" spc="-10" dirty="0">
                <a:uFill>
                  <a:solidFill>
                    <a:srgbClr val="000000"/>
                  </a:solidFill>
                </a:uFill>
                <a:latin typeface="Bookman Old Style" pitchFamily="18" charset="0"/>
                <a:cs typeface="Book Antiqua"/>
              </a:rPr>
              <a:t>Software</a:t>
            </a:r>
            <a:r>
              <a:rPr sz="2400" u="heavy" spc="-5" dirty="0">
                <a:uFill>
                  <a:solidFill>
                    <a:srgbClr val="000000"/>
                  </a:solidFill>
                </a:uFill>
                <a:latin typeface="Bookman Old Style" pitchFamily="18" charset="0"/>
                <a:cs typeface="Book Antiqua"/>
              </a:rPr>
              <a:t> Design:</a:t>
            </a:r>
            <a:r>
              <a:rPr sz="2400" u="heavy" dirty="0">
                <a:uFill>
                  <a:solidFill>
                    <a:srgbClr val="000000"/>
                  </a:solidFill>
                </a:uFill>
                <a:latin typeface="Bookman Old Style" pitchFamily="18" charset="0"/>
                <a:cs typeface="Book Antiqua"/>
              </a:rPr>
              <a:t> </a:t>
            </a:r>
            <a:r>
              <a:rPr sz="2400" u="heavy" spc="-5" dirty="0">
                <a:uFill>
                  <a:solidFill>
                    <a:srgbClr val="000000"/>
                  </a:solidFill>
                </a:uFill>
                <a:latin typeface="Bookman Old Style" pitchFamily="18" charset="0"/>
                <a:cs typeface="Book Antiqua"/>
              </a:rPr>
              <a:t>How</a:t>
            </a:r>
            <a:r>
              <a:rPr sz="2400" u="heavy" dirty="0">
                <a:uFill>
                  <a:solidFill>
                    <a:srgbClr val="000000"/>
                  </a:solidFill>
                </a:uFill>
                <a:latin typeface="Bookman Old Style" pitchFamily="18" charset="0"/>
                <a:cs typeface="Book Antiqua"/>
              </a:rPr>
              <a:t> </a:t>
            </a:r>
            <a:r>
              <a:rPr sz="2400" spc="-5" dirty="0">
                <a:latin typeface="Bookman Old Style" pitchFamily="18" charset="0"/>
                <a:cs typeface="Book Antiqua"/>
              </a:rPr>
              <a:t>–It</a:t>
            </a:r>
            <a:r>
              <a:rPr sz="2400" dirty="0">
                <a:latin typeface="Bookman Old Style" pitchFamily="18" charset="0"/>
                <a:cs typeface="Book Antiqua"/>
              </a:rPr>
              <a:t> </a:t>
            </a:r>
            <a:r>
              <a:rPr sz="2400" spc="-5" dirty="0">
                <a:latin typeface="Bookman Old Style" pitchFamily="18" charset="0"/>
                <a:cs typeface="Book Antiqua"/>
              </a:rPr>
              <a:t>establishes</a:t>
            </a:r>
            <a:r>
              <a:rPr sz="2400" dirty="0">
                <a:latin typeface="Bookman Old Style" pitchFamily="18" charset="0"/>
                <a:cs typeface="Book Antiqua"/>
              </a:rPr>
              <a:t> and </a:t>
            </a:r>
            <a:r>
              <a:rPr sz="2400" spc="5" dirty="0">
                <a:latin typeface="Bookman Old Style" pitchFamily="18" charset="0"/>
                <a:cs typeface="Book Antiqua"/>
              </a:rPr>
              <a:t> </a:t>
            </a:r>
            <a:r>
              <a:rPr sz="2400" spc="-5" dirty="0">
                <a:latin typeface="Bookman Old Style" pitchFamily="18" charset="0"/>
                <a:cs typeface="Book Antiqua"/>
              </a:rPr>
              <a:t>overall</a:t>
            </a:r>
            <a:r>
              <a:rPr sz="2400" dirty="0">
                <a:latin typeface="Bookman Old Style" pitchFamily="18" charset="0"/>
                <a:cs typeface="Book Antiqua"/>
              </a:rPr>
              <a:t> </a:t>
            </a:r>
            <a:r>
              <a:rPr sz="2400" spc="-5" dirty="0">
                <a:latin typeface="Bookman Old Style" pitchFamily="18" charset="0"/>
                <a:cs typeface="Book Antiqua"/>
              </a:rPr>
              <a:t>system</a:t>
            </a:r>
            <a:r>
              <a:rPr sz="2400" dirty="0">
                <a:latin typeface="Bookman Old Style" pitchFamily="18" charset="0"/>
                <a:cs typeface="Book Antiqua"/>
              </a:rPr>
              <a:t> </a:t>
            </a:r>
            <a:r>
              <a:rPr sz="2400" spc="-10" dirty="0">
                <a:latin typeface="Bookman Old Style" pitchFamily="18" charset="0"/>
                <a:cs typeface="Book Antiqua"/>
              </a:rPr>
              <a:t>architecture.</a:t>
            </a:r>
            <a:r>
              <a:rPr sz="2400" spc="-5" dirty="0">
                <a:latin typeface="Bookman Old Style" pitchFamily="18" charset="0"/>
                <a:cs typeface="Book Antiqua"/>
              </a:rPr>
              <a:t> </a:t>
            </a:r>
            <a:r>
              <a:rPr sz="2400" spc="-10" dirty="0">
                <a:latin typeface="Bookman Old Style" pitchFamily="18" charset="0"/>
                <a:cs typeface="Book Antiqua"/>
              </a:rPr>
              <a:t>Software</a:t>
            </a:r>
            <a:r>
              <a:rPr sz="2400" spc="-5" dirty="0">
                <a:latin typeface="Bookman Old Style" pitchFamily="18" charset="0"/>
                <a:cs typeface="Book Antiqua"/>
              </a:rPr>
              <a:t> design</a:t>
            </a:r>
            <a:r>
              <a:rPr sz="2400" dirty="0">
                <a:latin typeface="Bookman Old Style" pitchFamily="18" charset="0"/>
                <a:cs typeface="Book Antiqua"/>
              </a:rPr>
              <a:t> </a:t>
            </a:r>
            <a:r>
              <a:rPr sz="2400" spc="-5" dirty="0">
                <a:latin typeface="Bookman Old Style" pitchFamily="18" charset="0"/>
                <a:cs typeface="Book Antiqua"/>
              </a:rPr>
              <a:t>involves </a:t>
            </a:r>
            <a:r>
              <a:rPr sz="2400" dirty="0">
                <a:latin typeface="Bookman Old Style" pitchFamily="18" charset="0"/>
                <a:cs typeface="Book Antiqua"/>
              </a:rPr>
              <a:t> </a:t>
            </a:r>
            <a:r>
              <a:rPr sz="2400" spc="-5" dirty="0">
                <a:latin typeface="Bookman Old Style" pitchFamily="18" charset="0"/>
                <a:cs typeface="Book Antiqua"/>
              </a:rPr>
              <a:t>fundamental</a:t>
            </a:r>
            <a:r>
              <a:rPr sz="2400" spc="5" dirty="0">
                <a:latin typeface="Bookman Old Style" pitchFamily="18" charset="0"/>
                <a:cs typeface="Book Antiqua"/>
              </a:rPr>
              <a:t> </a:t>
            </a:r>
            <a:r>
              <a:rPr sz="2400" spc="-5" dirty="0">
                <a:latin typeface="Bookman Old Style" pitchFamily="18" charset="0"/>
                <a:cs typeface="Book Antiqua"/>
              </a:rPr>
              <a:t>system</a:t>
            </a:r>
            <a:r>
              <a:rPr sz="2400" spc="5" dirty="0">
                <a:latin typeface="Bookman Old Style" pitchFamily="18" charset="0"/>
                <a:cs typeface="Book Antiqua"/>
              </a:rPr>
              <a:t> </a:t>
            </a:r>
            <a:r>
              <a:rPr sz="2400" spc="-5" dirty="0">
                <a:latin typeface="Bookman Old Style" pitchFamily="18" charset="0"/>
                <a:cs typeface="Book Antiqua"/>
              </a:rPr>
              <a:t>abstractions</a:t>
            </a:r>
            <a:r>
              <a:rPr sz="2400" spc="5" dirty="0">
                <a:latin typeface="Bookman Old Style" pitchFamily="18" charset="0"/>
                <a:cs typeface="Book Antiqua"/>
              </a:rPr>
              <a:t> </a:t>
            </a:r>
            <a:r>
              <a:rPr sz="2400" dirty="0">
                <a:latin typeface="Bookman Old Style" pitchFamily="18" charset="0"/>
                <a:cs typeface="Book Antiqua"/>
              </a:rPr>
              <a:t>and</a:t>
            </a:r>
            <a:r>
              <a:rPr sz="2400" spc="5" dirty="0">
                <a:latin typeface="Bookman Old Style" pitchFamily="18" charset="0"/>
                <a:cs typeface="Book Antiqua"/>
              </a:rPr>
              <a:t> </a:t>
            </a:r>
            <a:r>
              <a:rPr sz="2400" spc="-5" dirty="0">
                <a:latin typeface="Bookman Old Style" pitchFamily="18" charset="0"/>
                <a:cs typeface="Book Antiqua"/>
              </a:rPr>
              <a:t>their</a:t>
            </a:r>
            <a:r>
              <a:rPr sz="2400" spc="5" dirty="0">
                <a:latin typeface="Bookman Old Style" pitchFamily="18" charset="0"/>
                <a:cs typeface="Book Antiqua"/>
              </a:rPr>
              <a:t> </a:t>
            </a:r>
            <a:r>
              <a:rPr sz="2400" spc="-10" dirty="0">
                <a:latin typeface="Bookman Old Style" pitchFamily="18" charset="0"/>
                <a:cs typeface="Book Antiqua"/>
              </a:rPr>
              <a:t>relationships.</a:t>
            </a:r>
            <a:endParaRPr sz="2400">
              <a:latin typeface="Bookman Old Style" pitchFamily="18" charset="0"/>
              <a:cs typeface="Book Antiqua"/>
            </a:endParaRPr>
          </a:p>
        </p:txBody>
      </p:sp>
      <p:sp>
        <p:nvSpPr>
          <p:cNvPr id="11" name="object 11"/>
          <p:cNvSpPr txBox="1"/>
          <p:nvPr/>
        </p:nvSpPr>
        <p:spPr>
          <a:xfrm>
            <a:off x="8504583" y="6524079"/>
            <a:ext cx="19494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45C75"/>
                </a:solidFill>
                <a:latin typeface="Arial"/>
                <a:cs typeface="Arial"/>
              </a:rPr>
              <a:t>30</a:t>
            </a:r>
            <a:endParaRPr sz="1200">
              <a:latin typeface="Arial"/>
              <a:cs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10" name="object 10"/>
          <p:cNvSpPr txBox="1"/>
          <p:nvPr/>
        </p:nvSpPr>
        <p:spPr>
          <a:xfrm>
            <a:off x="381000" y="1219200"/>
            <a:ext cx="8164195" cy="3705502"/>
          </a:xfrm>
          <a:prstGeom prst="rect">
            <a:avLst/>
          </a:prstGeom>
        </p:spPr>
        <p:txBody>
          <a:bodyPr vert="horz" wrap="square" lIns="0" tIns="12065" rIns="0" bIns="0" rtlCol="0">
            <a:spAutoFit/>
          </a:bodyPr>
          <a:lstStyle/>
          <a:p>
            <a:pPr marL="283845" marR="5080" indent="-271780" algn="just">
              <a:buClr>
                <a:srgbClr val="0BD0D9"/>
              </a:buClr>
              <a:buSzPct val="95918"/>
              <a:buFont typeface="Arial"/>
              <a:buChar char="●"/>
              <a:tabLst>
                <a:tab pos="284480" algn="l"/>
              </a:tabLst>
            </a:pPr>
            <a:r>
              <a:rPr sz="2400" u="heavy" spc="10" dirty="0">
                <a:uFill>
                  <a:solidFill>
                    <a:srgbClr val="000000"/>
                  </a:solidFill>
                </a:uFill>
                <a:latin typeface="Bookman Old Style" pitchFamily="18" charset="0"/>
                <a:cs typeface="Book Antiqua"/>
              </a:rPr>
              <a:t>Integration and system </a:t>
            </a:r>
            <a:r>
              <a:rPr sz="2400" u="heavy" spc="5" dirty="0">
                <a:uFill>
                  <a:solidFill>
                    <a:srgbClr val="000000"/>
                  </a:solidFill>
                </a:uFill>
                <a:latin typeface="Bookman Old Style" pitchFamily="18" charset="0"/>
                <a:cs typeface="Book Antiqua"/>
              </a:rPr>
              <a:t>testing: </a:t>
            </a:r>
            <a:r>
              <a:rPr sz="2400" spc="10" dirty="0">
                <a:latin typeface="Bookman Old Style" pitchFamily="18" charset="0"/>
                <a:cs typeface="Book Antiqua"/>
              </a:rPr>
              <a:t>The </a:t>
            </a:r>
            <a:r>
              <a:rPr sz="2400" spc="5" dirty="0">
                <a:latin typeface="Bookman Old Style" pitchFamily="18" charset="0"/>
                <a:cs typeface="Book Antiqua"/>
              </a:rPr>
              <a:t>individual program </a:t>
            </a:r>
            <a:r>
              <a:rPr sz="2400" spc="10" dirty="0">
                <a:latin typeface="Bookman Old Style" pitchFamily="18" charset="0"/>
                <a:cs typeface="Book Antiqua"/>
              </a:rPr>
              <a:t> </a:t>
            </a:r>
            <a:r>
              <a:rPr sz="2400" spc="5" dirty="0">
                <a:latin typeface="Bookman Old Style" pitchFamily="18" charset="0"/>
                <a:cs typeface="Book Antiqua"/>
              </a:rPr>
              <a:t>unit </a:t>
            </a:r>
            <a:r>
              <a:rPr sz="2400" spc="10" dirty="0">
                <a:latin typeface="Bookman Old Style" pitchFamily="18" charset="0"/>
                <a:cs typeface="Book Antiqua"/>
              </a:rPr>
              <a:t>or </a:t>
            </a:r>
            <a:r>
              <a:rPr sz="2400" spc="5" dirty="0">
                <a:latin typeface="Bookman Old Style" pitchFamily="18" charset="0"/>
                <a:cs typeface="Book Antiqua"/>
              </a:rPr>
              <a:t>programs </a:t>
            </a:r>
            <a:r>
              <a:rPr sz="2400" spc="-5" dirty="0">
                <a:latin typeface="Bookman Old Style" pitchFamily="18" charset="0"/>
                <a:cs typeface="Book Antiqua"/>
              </a:rPr>
              <a:t>are </a:t>
            </a:r>
            <a:r>
              <a:rPr sz="2400" spc="10" dirty="0">
                <a:latin typeface="Bookman Old Style" pitchFamily="18" charset="0"/>
                <a:cs typeface="Book Antiqua"/>
              </a:rPr>
              <a:t>integrated and tested as a complete </a:t>
            </a:r>
            <a:r>
              <a:rPr sz="2400" spc="-600" dirty="0">
                <a:latin typeface="Bookman Old Style" pitchFamily="18" charset="0"/>
                <a:cs typeface="Book Antiqua"/>
              </a:rPr>
              <a:t> </a:t>
            </a:r>
            <a:r>
              <a:rPr sz="2400" spc="10" dirty="0">
                <a:latin typeface="Bookman Old Style" pitchFamily="18" charset="0"/>
                <a:cs typeface="Book Antiqua"/>
              </a:rPr>
              <a:t>system to </a:t>
            </a:r>
            <a:r>
              <a:rPr sz="2400" dirty="0">
                <a:latin typeface="Bookman Old Style" pitchFamily="18" charset="0"/>
                <a:cs typeface="Book Antiqua"/>
              </a:rPr>
              <a:t>ensure </a:t>
            </a:r>
            <a:r>
              <a:rPr sz="2400" spc="5" dirty="0">
                <a:latin typeface="Bookman Old Style" pitchFamily="18" charset="0"/>
                <a:cs typeface="Book Antiqua"/>
              </a:rPr>
              <a:t>that the software </a:t>
            </a:r>
            <a:r>
              <a:rPr sz="2400" dirty="0">
                <a:latin typeface="Bookman Old Style" pitchFamily="18" charset="0"/>
                <a:cs typeface="Book Antiqua"/>
              </a:rPr>
              <a:t>requirements </a:t>
            </a:r>
            <a:r>
              <a:rPr sz="2400" spc="5" dirty="0">
                <a:latin typeface="Bookman Old Style" pitchFamily="18" charset="0"/>
                <a:cs typeface="Book Antiqua"/>
              </a:rPr>
              <a:t>have </a:t>
            </a:r>
            <a:r>
              <a:rPr sz="2400" spc="10" dirty="0">
                <a:latin typeface="Bookman Old Style" pitchFamily="18" charset="0"/>
                <a:cs typeface="Book Antiqua"/>
              </a:rPr>
              <a:t> been met. After </a:t>
            </a:r>
            <a:r>
              <a:rPr sz="2400" spc="5" dirty="0">
                <a:latin typeface="Bookman Old Style" pitchFamily="18" charset="0"/>
                <a:cs typeface="Book Antiqua"/>
              </a:rPr>
              <a:t>testing, the software </a:t>
            </a:r>
            <a:r>
              <a:rPr sz="2400" spc="10" dirty="0">
                <a:latin typeface="Bookman Old Style" pitchFamily="18" charset="0"/>
                <a:cs typeface="Book Antiqua"/>
              </a:rPr>
              <a:t>system </a:t>
            </a:r>
            <a:r>
              <a:rPr sz="2400" spc="5" dirty="0">
                <a:latin typeface="Bookman Old Style" pitchFamily="18" charset="0"/>
                <a:cs typeface="Book Antiqua"/>
              </a:rPr>
              <a:t>is delivered </a:t>
            </a:r>
            <a:r>
              <a:rPr sz="2400" spc="10" dirty="0">
                <a:latin typeface="Bookman Old Style" pitchFamily="18" charset="0"/>
                <a:cs typeface="Book Antiqua"/>
              </a:rPr>
              <a:t> to</a:t>
            </a:r>
            <a:r>
              <a:rPr sz="2400" dirty="0">
                <a:latin typeface="Bookman Old Style" pitchFamily="18" charset="0"/>
                <a:cs typeface="Book Antiqua"/>
              </a:rPr>
              <a:t> </a:t>
            </a:r>
            <a:r>
              <a:rPr sz="2400" spc="5" dirty="0">
                <a:latin typeface="Bookman Old Style" pitchFamily="18" charset="0"/>
                <a:cs typeface="Book Antiqua"/>
              </a:rPr>
              <a:t>the </a:t>
            </a:r>
            <a:r>
              <a:rPr sz="2400" spc="-15" dirty="0">
                <a:latin typeface="Bookman Old Style" pitchFamily="18" charset="0"/>
                <a:cs typeface="Book Antiqua"/>
              </a:rPr>
              <a:t>customer.</a:t>
            </a:r>
            <a:endParaRPr sz="2400">
              <a:latin typeface="Bookman Old Style" pitchFamily="18" charset="0"/>
              <a:cs typeface="Book Antiqua"/>
            </a:endParaRPr>
          </a:p>
          <a:p>
            <a:pPr marL="283845" marR="5080" indent="-271780" algn="just">
              <a:buClr>
                <a:srgbClr val="0BD0D9"/>
              </a:buClr>
              <a:buSzPct val="95918"/>
              <a:buFont typeface="Arial"/>
              <a:buChar char="●"/>
              <a:tabLst>
                <a:tab pos="284480" algn="l"/>
              </a:tabLst>
            </a:pPr>
            <a:r>
              <a:rPr sz="2400" u="heavy" spc="30" dirty="0">
                <a:uFill>
                  <a:solidFill>
                    <a:srgbClr val="000000"/>
                  </a:solidFill>
                </a:uFill>
                <a:latin typeface="Bookman Old Style" pitchFamily="18" charset="0"/>
                <a:cs typeface="Book Antiqua"/>
              </a:rPr>
              <a:t>Operation</a:t>
            </a:r>
            <a:r>
              <a:rPr sz="2400" u="heavy" spc="35" dirty="0">
                <a:uFill>
                  <a:solidFill>
                    <a:srgbClr val="000000"/>
                  </a:solidFill>
                </a:uFill>
                <a:latin typeface="Bookman Old Style" pitchFamily="18" charset="0"/>
                <a:cs typeface="Book Antiqua"/>
              </a:rPr>
              <a:t> </a:t>
            </a:r>
            <a:r>
              <a:rPr sz="2400" u="heavy" spc="25" dirty="0">
                <a:uFill>
                  <a:solidFill>
                    <a:srgbClr val="000000"/>
                  </a:solidFill>
                </a:uFill>
                <a:latin typeface="Bookman Old Style" pitchFamily="18" charset="0"/>
                <a:cs typeface="Book Antiqua"/>
              </a:rPr>
              <a:t>and</a:t>
            </a:r>
            <a:r>
              <a:rPr sz="2400" u="heavy" spc="30" dirty="0">
                <a:uFill>
                  <a:solidFill>
                    <a:srgbClr val="000000"/>
                  </a:solidFill>
                </a:uFill>
                <a:latin typeface="Bookman Old Style" pitchFamily="18" charset="0"/>
                <a:cs typeface="Book Antiqua"/>
              </a:rPr>
              <a:t> Maintenance:</a:t>
            </a:r>
            <a:r>
              <a:rPr sz="2400" u="heavy" spc="35" dirty="0">
                <a:uFill>
                  <a:solidFill>
                    <a:srgbClr val="000000"/>
                  </a:solidFill>
                </a:uFill>
                <a:latin typeface="Bookman Old Style" pitchFamily="18" charset="0"/>
                <a:cs typeface="Book Antiqua"/>
              </a:rPr>
              <a:t> </a:t>
            </a:r>
            <a:r>
              <a:rPr sz="2400" spc="30" dirty="0">
                <a:latin typeface="Bookman Old Style" pitchFamily="18" charset="0"/>
                <a:cs typeface="Book Antiqua"/>
              </a:rPr>
              <a:t>Normally</a:t>
            </a:r>
            <a:r>
              <a:rPr sz="2400" spc="35" dirty="0">
                <a:latin typeface="Bookman Old Style" pitchFamily="18" charset="0"/>
                <a:cs typeface="Book Antiqua"/>
              </a:rPr>
              <a:t> </a:t>
            </a:r>
            <a:r>
              <a:rPr sz="2400" spc="25" dirty="0">
                <a:latin typeface="Bookman Old Style" pitchFamily="18" charset="0"/>
                <a:cs typeface="Book Antiqua"/>
              </a:rPr>
              <a:t>this</a:t>
            </a:r>
            <a:r>
              <a:rPr sz="2400" spc="30" dirty="0">
                <a:latin typeface="Bookman Old Style" pitchFamily="18" charset="0"/>
                <a:cs typeface="Book Antiqua"/>
              </a:rPr>
              <a:t> </a:t>
            </a:r>
            <a:r>
              <a:rPr sz="2400" spc="15" dirty="0">
                <a:latin typeface="Bookman Old Style" pitchFamily="18" charset="0"/>
                <a:cs typeface="Book Antiqua"/>
              </a:rPr>
              <a:t>is</a:t>
            </a:r>
            <a:r>
              <a:rPr sz="2400" spc="20" dirty="0">
                <a:latin typeface="Bookman Old Style" pitchFamily="18" charset="0"/>
                <a:cs typeface="Book Antiqua"/>
              </a:rPr>
              <a:t> the </a:t>
            </a:r>
            <a:r>
              <a:rPr sz="2400" spc="25" dirty="0">
                <a:latin typeface="Bookman Old Style" pitchFamily="18" charset="0"/>
                <a:cs typeface="Book Antiqua"/>
              </a:rPr>
              <a:t> </a:t>
            </a:r>
            <a:r>
              <a:rPr sz="2400" spc="5" dirty="0">
                <a:latin typeface="Bookman Old Style" pitchFamily="18" charset="0"/>
                <a:cs typeface="Book Antiqua"/>
              </a:rPr>
              <a:t>longest phase </a:t>
            </a:r>
            <a:r>
              <a:rPr sz="2400" spc="10" dirty="0">
                <a:latin typeface="Bookman Old Style" pitchFamily="18" charset="0"/>
                <a:cs typeface="Book Antiqua"/>
              </a:rPr>
              <a:t>of </a:t>
            </a:r>
            <a:r>
              <a:rPr sz="2400" spc="5" dirty="0">
                <a:latin typeface="Bookman Old Style" pitchFamily="18" charset="0"/>
                <a:cs typeface="Book Antiqua"/>
              </a:rPr>
              <a:t>the software life cycle. </a:t>
            </a:r>
            <a:r>
              <a:rPr sz="2400" spc="10" dirty="0">
                <a:latin typeface="Bookman Old Style" pitchFamily="18" charset="0"/>
                <a:cs typeface="Book Antiqua"/>
              </a:rPr>
              <a:t>The system </a:t>
            </a:r>
            <a:r>
              <a:rPr sz="2400" spc="5" dirty="0">
                <a:latin typeface="Bookman Old Style" pitchFamily="18" charset="0"/>
                <a:cs typeface="Book Antiqua"/>
              </a:rPr>
              <a:t>is </a:t>
            </a:r>
            <a:r>
              <a:rPr sz="2400" spc="10" dirty="0">
                <a:latin typeface="Bookman Old Style" pitchFamily="18" charset="0"/>
                <a:cs typeface="Book Antiqua"/>
              </a:rPr>
              <a:t> </a:t>
            </a:r>
            <a:r>
              <a:rPr sz="2400" spc="35" dirty="0">
                <a:latin typeface="Bookman Old Style" pitchFamily="18" charset="0"/>
                <a:cs typeface="Book Antiqua"/>
              </a:rPr>
              <a:t>installed</a:t>
            </a:r>
            <a:r>
              <a:rPr sz="2400" spc="40" dirty="0">
                <a:latin typeface="Bookman Old Style" pitchFamily="18" charset="0"/>
                <a:cs typeface="Book Antiqua"/>
              </a:rPr>
              <a:t> </a:t>
            </a:r>
            <a:r>
              <a:rPr sz="2400" spc="30" dirty="0">
                <a:latin typeface="Bookman Old Style" pitchFamily="18" charset="0"/>
                <a:cs typeface="Book Antiqua"/>
              </a:rPr>
              <a:t>and</a:t>
            </a:r>
            <a:r>
              <a:rPr sz="2400" spc="35" dirty="0">
                <a:latin typeface="Bookman Old Style" pitchFamily="18" charset="0"/>
                <a:cs typeface="Book Antiqua"/>
              </a:rPr>
              <a:t> </a:t>
            </a:r>
            <a:r>
              <a:rPr sz="2400" spc="30" dirty="0">
                <a:latin typeface="Bookman Old Style" pitchFamily="18" charset="0"/>
                <a:cs typeface="Book Antiqua"/>
              </a:rPr>
              <a:t>put</a:t>
            </a:r>
            <a:r>
              <a:rPr sz="2400" spc="35" dirty="0">
                <a:latin typeface="Bookman Old Style" pitchFamily="18" charset="0"/>
                <a:cs typeface="Book Antiqua"/>
              </a:rPr>
              <a:t> </a:t>
            </a:r>
            <a:r>
              <a:rPr sz="2400" spc="30" dirty="0">
                <a:latin typeface="Bookman Old Style" pitchFamily="18" charset="0"/>
                <a:cs typeface="Book Antiqua"/>
              </a:rPr>
              <a:t>into</a:t>
            </a:r>
            <a:r>
              <a:rPr sz="2400" spc="35" dirty="0">
                <a:latin typeface="Bookman Old Style" pitchFamily="18" charset="0"/>
                <a:cs typeface="Book Antiqua"/>
              </a:rPr>
              <a:t> practical</a:t>
            </a:r>
            <a:r>
              <a:rPr sz="2400" spc="40" dirty="0">
                <a:latin typeface="Bookman Old Style" pitchFamily="18" charset="0"/>
                <a:cs typeface="Book Antiqua"/>
              </a:rPr>
              <a:t> </a:t>
            </a:r>
            <a:r>
              <a:rPr sz="2400" spc="30" dirty="0">
                <a:latin typeface="Bookman Old Style" pitchFamily="18" charset="0"/>
                <a:cs typeface="Book Antiqua"/>
              </a:rPr>
              <a:t>use.</a:t>
            </a:r>
            <a:r>
              <a:rPr sz="2400" spc="35" dirty="0">
                <a:latin typeface="Bookman Old Style" pitchFamily="18" charset="0"/>
                <a:cs typeface="Book Antiqua"/>
              </a:rPr>
              <a:t> </a:t>
            </a:r>
            <a:r>
              <a:rPr sz="2400" spc="40" dirty="0">
                <a:latin typeface="Bookman Old Style" pitchFamily="18" charset="0"/>
                <a:cs typeface="Book Antiqua"/>
              </a:rPr>
              <a:t>Maintenance </a:t>
            </a:r>
            <a:r>
              <a:rPr sz="2400" spc="45" dirty="0">
                <a:latin typeface="Bookman Old Style" pitchFamily="18" charset="0"/>
                <a:cs typeface="Book Antiqua"/>
              </a:rPr>
              <a:t> </a:t>
            </a:r>
            <a:r>
              <a:rPr sz="2400" spc="10" dirty="0">
                <a:latin typeface="Bookman Old Style" pitchFamily="18" charset="0"/>
                <a:cs typeface="Book Antiqua"/>
              </a:rPr>
              <a:t>involves </a:t>
            </a:r>
            <a:r>
              <a:rPr sz="2400" spc="5" dirty="0">
                <a:latin typeface="Bookman Old Style" pitchFamily="18" charset="0"/>
                <a:cs typeface="Book Antiqua"/>
              </a:rPr>
              <a:t>correcting </a:t>
            </a:r>
            <a:r>
              <a:rPr sz="2400" dirty="0">
                <a:latin typeface="Bookman Old Style" pitchFamily="18" charset="0"/>
                <a:cs typeface="Book Antiqua"/>
              </a:rPr>
              <a:t>errors </a:t>
            </a:r>
            <a:r>
              <a:rPr sz="2400" spc="10" dirty="0">
                <a:latin typeface="Bookman Old Style" pitchFamily="18" charset="0"/>
                <a:cs typeface="Book Antiqua"/>
              </a:rPr>
              <a:t>which </a:t>
            </a:r>
            <a:r>
              <a:rPr sz="2400" dirty="0">
                <a:latin typeface="Bookman Old Style" pitchFamily="18" charset="0"/>
                <a:cs typeface="Book Antiqua"/>
              </a:rPr>
              <a:t>were </a:t>
            </a:r>
            <a:r>
              <a:rPr sz="2400" spc="5" dirty="0">
                <a:latin typeface="Bookman Old Style" pitchFamily="18" charset="0"/>
                <a:cs typeface="Book Antiqua"/>
              </a:rPr>
              <a:t>not discovered in </a:t>
            </a:r>
            <a:r>
              <a:rPr sz="2400" spc="10" dirty="0">
                <a:latin typeface="Bookman Old Style" pitchFamily="18" charset="0"/>
                <a:cs typeface="Book Antiqua"/>
              </a:rPr>
              <a:t> earlier</a:t>
            </a:r>
            <a:r>
              <a:rPr sz="2400" dirty="0">
                <a:latin typeface="Bookman Old Style" pitchFamily="18" charset="0"/>
                <a:cs typeface="Book Antiqua"/>
              </a:rPr>
              <a:t> </a:t>
            </a:r>
            <a:r>
              <a:rPr sz="2400" spc="10" dirty="0">
                <a:latin typeface="Bookman Old Style" pitchFamily="18" charset="0"/>
                <a:cs typeface="Book Antiqua"/>
              </a:rPr>
              <a:t>stages</a:t>
            </a:r>
            <a:r>
              <a:rPr sz="2400" spc="5" dirty="0">
                <a:latin typeface="Bookman Old Style" pitchFamily="18" charset="0"/>
                <a:cs typeface="Book Antiqua"/>
              </a:rPr>
              <a:t> </a:t>
            </a:r>
            <a:r>
              <a:rPr sz="2400" spc="10" dirty="0">
                <a:latin typeface="Bookman Old Style" pitchFamily="18" charset="0"/>
                <a:cs typeface="Book Antiqua"/>
              </a:rPr>
              <a:t>of</a:t>
            </a:r>
            <a:r>
              <a:rPr sz="2400" spc="5" dirty="0">
                <a:latin typeface="Bookman Old Style" pitchFamily="18" charset="0"/>
                <a:cs typeface="Book Antiqua"/>
              </a:rPr>
              <a:t> the life-cycle.</a:t>
            </a:r>
            <a:endParaRPr sz="2400">
              <a:latin typeface="Bookman Old Style" pitchFamily="18" charset="0"/>
              <a:cs typeface="Book Antiqua"/>
            </a:endParaRPr>
          </a:p>
        </p:txBody>
      </p:sp>
      <p:sp>
        <p:nvSpPr>
          <p:cNvPr id="11" name="object 11"/>
          <p:cNvSpPr txBox="1"/>
          <p:nvPr/>
        </p:nvSpPr>
        <p:spPr>
          <a:xfrm>
            <a:off x="8504583" y="6524079"/>
            <a:ext cx="19494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45C75"/>
                </a:solidFill>
                <a:latin typeface="Arial"/>
                <a:cs typeface="Arial"/>
              </a:rPr>
              <a:t>31</a:t>
            </a:r>
            <a:endParaRPr sz="1200">
              <a:latin typeface="Arial"/>
              <a:cs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3"/>
          <p:cNvPicPr/>
          <p:nvPr/>
        </p:nvPicPr>
        <p:blipFill>
          <a:blip r:embed="rId2" cstate="print"/>
          <a:stretch>
            <a:fillRect/>
          </a:stretch>
        </p:blipFill>
        <p:spPr>
          <a:xfrm>
            <a:off x="457200" y="0"/>
            <a:ext cx="8153400" cy="6858000"/>
          </a:xfrm>
          <a:prstGeom prst="rect">
            <a:avLst/>
          </a:prstGeom>
        </p:spPr>
      </p:pic>
      <p:sp>
        <p:nvSpPr>
          <p:cNvPr id="3" name="object 2"/>
          <p:cNvSpPr txBox="1">
            <a:spLocks/>
          </p:cNvSpPr>
          <p:nvPr/>
        </p:nvSpPr>
        <p:spPr>
          <a:xfrm>
            <a:off x="3048000" y="304800"/>
            <a:ext cx="3505200" cy="566822"/>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en-US" sz="3600" b="1" dirty="0">
                <a:latin typeface="Bookman Old Style" pitchFamily="18" charset="0"/>
                <a:ea typeface="+mj-ea"/>
                <a:cs typeface="Calibri"/>
              </a:rPr>
              <a:t>2.2) V-Model</a:t>
            </a:r>
          </a:p>
        </p:txBody>
      </p:sp>
      <p:sp>
        <p:nvSpPr>
          <p:cNvPr id="5" name="object 5"/>
          <p:cNvSpPr txBox="1">
            <a:spLocks noGrp="1"/>
          </p:cNvSpPr>
          <p:nvPr>
            <p:ph type="sldNum" sz="quarter" idx="7"/>
          </p:nvPr>
        </p:nvSpPr>
        <p:spPr>
          <a:xfrm>
            <a:off x="8479183" y="6538515"/>
            <a:ext cx="245745" cy="196215"/>
          </a:xfrm>
          <a:prstGeom prst="rect">
            <a:avLst/>
          </a:prstGeom>
        </p:spPr>
        <p:txBody>
          <a:bodyPr vert="horz" wrap="square" lIns="0" tIns="0" rIns="0" bIns="0" rtlCol="0">
            <a:spAutoFit/>
          </a:bodyPr>
          <a:lstStyle/>
          <a:p>
            <a:pPr marL="38100">
              <a:lnSpc>
                <a:spcPts val="1425"/>
              </a:lnSpc>
            </a:pPr>
            <a:fld id="{81D60167-4931-47E6-BA6A-407CBD079E47}" type="slidenum">
              <a:rPr dirty="0"/>
              <a:pPr marL="38100">
                <a:lnSpc>
                  <a:spcPts val="1425"/>
                </a:lnSpc>
              </a:pPr>
              <a:t>33</a:t>
            </a:fld>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object 10"/>
          <p:cNvSpPr txBox="1">
            <a:spLocks noGrp="1"/>
          </p:cNvSpPr>
          <p:nvPr>
            <p:ph type="body" idx="1"/>
          </p:nvPr>
        </p:nvSpPr>
        <p:spPr>
          <a:xfrm>
            <a:off x="381000" y="-228600"/>
            <a:ext cx="8382000" cy="6930011"/>
          </a:xfrm>
          <a:prstGeom prst="rect">
            <a:avLst/>
          </a:prstGeom>
        </p:spPr>
        <p:txBody>
          <a:bodyPr vert="horz" wrap="square" lIns="0" tIns="584110" rIns="0" bIns="0" rtlCol="0">
            <a:spAutoFit/>
          </a:bodyPr>
          <a:lstStyle/>
          <a:p>
            <a:pPr algn="l" defTabSz="822325">
              <a:buSzPct val="93750"/>
              <a:tabLst>
                <a:tab pos="354013" algn="l"/>
              </a:tabLst>
            </a:pPr>
            <a:r>
              <a:rPr b="1" spc="-5">
                <a:latin typeface="Bookman Old Style" pitchFamily="18" charset="0"/>
              </a:rPr>
              <a:t>Disadvantages:</a:t>
            </a:r>
            <a:endParaRPr lang="en-US" b="1" spc="-5" dirty="0">
              <a:latin typeface="Bookman Old Style" pitchFamily="18" charset="0"/>
            </a:endParaRPr>
          </a:p>
          <a:p>
            <a:pPr marL="514350" indent="-514350" algn="l" defTabSz="822325">
              <a:buSzPct val="93750"/>
              <a:buAutoNum type="arabicParenR"/>
              <a:tabLst>
                <a:tab pos="354013" algn="l"/>
              </a:tabLst>
            </a:pPr>
            <a:r>
              <a:rPr sz="2400" spc="-405">
                <a:latin typeface="Bookman Old Style" pitchFamily="18" charset="0"/>
              </a:rPr>
              <a:t>T</a:t>
            </a:r>
            <a:r>
              <a:rPr sz="2400" spc="-5">
                <a:latin typeface="Bookman Old Style" pitchFamily="18" charset="0"/>
              </a:rPr>
              <a:t>h</a:t>
            </a:r>
            <a:r>
              <a:rPr sz="2400">
                <a:latin typeface="Bookman Old Style" pitchFamily="18" charset="0"/>
              </a:rPr>
              <a:t>e</a:t>
            </a:r>
            <a:r>
              <a:rPr lang="en-US" sz="2400" dirty="0">
                <a:latin typeface="Bookman Old Style" pitchFamily="18" charset="0"/>
              </a:rPr>
              <a:t> </a:t>
            </a:r>
            <a:r>
              <a:rPr sz="2400" spc="-5">
                <a:latin typeface="Bookman Old Style" pitchFamily="18" charset="0"/>
              </a:rPr>
              <a:t>na</a:t>
            </a:r>
            <a:r>
              <a:rPr sz="2400">
                <a:latin typeface="Bookman Old Style" pitchFamily="18" charset="0"/>
              </a:rPr>
              <a:t>tu</a:t>
            </a:r>
            <a:r>
              <a:rPr sz="2400" spc="-35">
                <a:latin typeface="Bookman Old Style" pitchFamily="18" charset="0"/>
              </a:rPr>
              <a:t>r</a:t>
            </a:r>
            <a:r>
              <a:rPr sz="2400">
                <a:latin typeface="Bookman Old Style" pitchFamily="18" charset="0"/>
              </a:rPr>
              <a:t>e</a:t>
            </a:r>
            <a:r>
              <a:rPr lang="en-US" sz="2400" dirty="0">
                <a:latin typeface="Bookman Old Style" pitchFamily="18" charset="0"/>
              </a:rPr>
              <a:t> </a:t>
            </a:r>
            <a:r>
              <a:rPr sz="2400">
                <a:latin typeface="Bookman Old Style" pitchFamily="18" charset="0"/>
              </a:rPr>
              <a:t>of</a:t>
            </a:r>
            <a:r>
              <a:rPr lang="en-US" sz="2400" dirty="0">
                <a:latin typeface="Bookman Old Style" pitchFamily="18" charset="0"/>
              </a:rPr>
              <a:t> </a:t>
            </a:r>
            <a:r>
              <a:rPr sz="2400">
                <a:latin typeface="Bookman Old Style" pitchFamily="18" charset="0"/>
              </a:rPr>
              <a:t>t</a:t>
            </a:r>
            <a:r>
              <a:rPr sz="2400" spc="-5">
                <a:latin typeface="Bookman Old Style" pitchFamily="18" charset="0"/>
              </a:rPr>
              <a:t>h</a:t>
            </a:r>
            <a:r>
              <a:rPr sz="2400">
                <a:latin typeface="Bookman Old Style" pitchFamily="18" charset="0"/>
              </a:rPr>
              <a:t>e</a:t>
            </a:r>
            <a:r>
              <a:rPr lang="en-US" sz="2400" dirty="0">
                <a:latin typeface="Bookman Old Style" pitchFamily="18" charset="0"/>
              </a:rPr>
              <a:t> </a:t>
            </a:r>
            <a:r>
              <a:rPr sz="2400" spc="-35">
                <a:latin typeface="Bookman Old Style" pitchFamily="18" charset="0"/>
              </a:rPr>
              <a:t>r</a:t>
            </a:r>
            <a:r>
              <a:rPr sz="2400">
                <a:latin typeface="Bookman Old Style" pitchFamily="18" charset="0"/>
              </a:rPr>
              <a:t>equi</a:t>
            </a:r>
            <a:r>
              <a:rPr sz="2400" spc="-35">
                <a:latin typeface="Bookman Old Style" pitchFamily="18" charset="0"/>
              </a:rPr>
              <a:t>r</a:t>
            </a:r>
            <a:r>
              <a:rPr sz="2400">
                <a:latin typeface="Bookman Old Style" pitchFamily="18" charset="0"/>
              </a:rPr>
              <a:t>e</a:t>
            </a:r>
            <a:r>
              <a:rPr sz="2400" spc="-5">
                <a:latin typeface="Bookman Old Style" pitchFamily="18" charset="0"/>
              </a:rPr>
              <a:t>m</a:t>
            </a:r>
            <a:r>
              <a:rPr sz="2400">
                <a:latin typeface="Bookman Old Style" pitchFamily="18" charset="0"/>
              </a:rPr>
              <a:t>ents</a:t>
            </a:r>
            <a:r>
              <a:rPr lang="en-US" sz="2400" dirty="0">
                <a:latin typeface="Bookman Old Style" pitchFamily="18" charset="0"/>
              </a:rPr>
              <a:t> </a:t>
            </a:r>
            <a:r>
              <a:rPr sz="2400">
                <a:latin typeface="Bookman Old Style" pitchFamily="18" charset="0"/>
              </a:rPr>
              <a:t>will</a:t>
            </a:r>
            <a:r>
              <a:rPr lang="en-US" sz="2400" dirty="0">
                <a:latin typeface="Bookman Old Style" pitchFamily="18" charset="0"/>
              </a:rPr>
              <a:t> </a:t>
            </a:r>
            <a:r>
              <a:rPr sz="2400" spc="-5">
                <a:latin typeface="Bookman Old Style" pitchFamily="18" charset="0"/>
              </a:rPr>
              <a:t>no</a:t>
            </a:r>
            <a:r>
              <a:rPr sz="2400">
                <a:latin typeface="Bookman Old Style" pitchFamily="18" charset="0"/>
              </a:rPr>
              <a:t>t</a:t>
            </a:r>
            <a:r>
              <a:rPr lang="en-US" sz="2400" dirty="0">
                <a:latin typeface="Bookman Old Style" pitchFamily="18" charset="0"/>
              </a:rPr>
              <a:t> </a:t>
            </a:r>
            <a:r>
              <a:rPr sz="2400" spc="-5">
                <a:latin typeface="Bookman Old Style" pitchFamily="18" charset="0"/>
              </a:rPr>
              <a:t>chan</a:t>
            </a:r>
            <a:r>
              <a:rPr sz="2400">
                <a:latin typeface="Bookman Old Style" pitchFamily="18" charset="0"/>
              </a:rPr>
              <a:t>ge</a:t>
            </a:r>
            <a:r>
              <a:rPr lang="en-US" sz="2400" dirty="0">
                <a:latin typeface="Bookman Old Style" pitchFamily="18" charset="0"/>
              </a:rPr>
              <a:t> </a:t>
            </a:r>
            <a:r>
              <a:rPr sz="2400" spc="-5">
                <a:latin typeface="Bookman Old Style" pitchFamily="18" charset="0"/>
              </a:rPr>
              <a:t>v</a:t>
            </a:r>
            <a:r>
              <a:rPr sz="2400">
                <a:latin typeface="Bookman Old Style" pitchFamily="18" charset="0"/>
              </a:rPr>
              <a:t>ery</a:t>
            </a:r>
            <a:r>
              <a:rPr lang="en-US" sz="2400" dirty="0">
                <a:latin typeface="Bookman Old Style" pitchFamily="18" charset="0"/>
              </a:rPr>
              <a:t> </a:t>
            </a:r>
            <a:r>
              <a:rPr sz="2400">
                <a:latin typeface="Bookman Old Style" pitchFamily="18" charset="0"/>
              </a:rPr>
              <a:t>mu</a:t>
            </a:r>
            <a:r>
              <a:rPr sz="2400" spc="-5">
                <a:latin typeface="Bookman Old Style" pitchFamily="18" charset="0"/>
              </a:rPr>
              <a:t>c</a:t>
            </a:r>
            <a:r>
              <a:rPr sz="2400">
                <a:latin typeface="Bookman Old Style" pitchFamily="18" charset="0"/>
              </a:rPr>
              <a:t>h</a:t>
            </a:r>
            <a:r>
              <a:rPr lang="en-US" sz="2400" dirty="0">
                <a:latin typeface="Bookman Old Style" pitchFamily="18" charset="0"/>
              </a:rPr>
              <a:t> </a:t>
            </a:r>
            <a:r>
              <a:rPr sz="2400">
                <a:latin typeface="Bookman Old Style" pitchFamily="18" charset="0"/>
              </a:rPr>
              <a:t>During</a:t>
            </a:r>
            <a:r>
              <a:rPr lang="en-US" sz="2400" dirty="0">
                <a:latin typeface="Bookman Old Style" pitchFamily="18" charset="0"/>
              </a:rPr>
              <a:t> </a:t>
            </a:r>
            <a:r>
              <a:rPr sz="2400" spc="-5">
                <a:latin typeface="Bookman Old Style" pitchFamily="18" charset="0"/>
              </a:rPr>
              <a:t>development;</a:t>
            </a:r>
            <a:r>
              <a:rPr sz="2400">
                <a:latin typeface="Bookman Old Style" pitchFamily="18" charset="0"/>
              </a:rPr>
              <a:t> </a:t>
            </a:r>
            <a:r>
              <a:rPr sz="2400" spc="-5">
                <a:latin typeface="Bookman Old Style" pitchFamily="18" charset="0"/>
              </a:rPr>
              <a:t>during</a:t>
            </a:r>
            <a:r>
              <a:rPr sz="2400">
                <a:latin typeface="Bookman Old Style" pitchFamily="18" charset="0"/>
              </a:rPr>
              <a:t> </a:t>
            </a:r>
            <a:r>
              <a:rPr sz="2400" spc="-5">
                <a:latin typeface="Bookman Old Style" pitchFamily="18" charset="0"/>
              </a:rPr>
              <a:t>evolution</a:t>
            </a:r>
            <a:endParaRPr lang="en-US" sz="2400" spc="-5" dirty="0">
              <a:latin typeface="Bookman Old Style" pitchFamily="18" charset="0"/>
            </a:endParaRPr>
          </a:p>
          <a:p>
            <a:pPr marL="514350" indent="-514350" algn="l" defTabSz="822325">
              <a:buSzPct val="93750"/>
              <a:buAutoNum type="arabicParenR"/>
              <a:tabLst>
                <a:tab pos="354013" algn="l"/>
              </a:tabLst>
            </a:pPr>
            <a:r>
              <a:rPr sz="2400" spc="-5">
                <a:latin typeface="Bookman Old Style" pitchFamily="18" charset="0"/>
              </a:rPr>
              <a:t>The</a:t>
            </a:r>
            <a:r>
              <a:rPr sz="2400" spc="75">
                <a:latin typeface="Bookman Old Style" pitchFamily="18" charset="0"/>
              </a:rPr>
              <a:t> </a:t>
            </a:r>
            <a:r>
              <a:rPr sz="2400" spc="-5" dirty="0">
                <a:latin typeface="Bookman Old Style" pitchFamily="18" charset="0"/>
              </a:rPr>
              <a:t>model</a:t>
            </a:r>
            <a:r>
              <a:rPr sz="2400" spc="80" dirty="0">
                <a:latin typeface="Bookman Old Style" pitchFamily="18" charset="0"/>
              </a:rPr>
              <a:t> </a:t>
            </a:r>
            <a:r>
              <a:rPr sz="2400" spc="-5" dirty="0">
                <a:latin typeface="Bookman Old Style" pitchFamily="18" charset="0"/>
              </a:rPr>
              <a:t>implies</a:t>
            </a:r>
            <a:r>
              <a:rPr sz="2400" spc="80" dirty="0">
                <a:latin typeface="Bookman Old Style" pitchFamily="18" charset="0"/>
              </a:rPr>
              <a:t> </a:t>
            </a:r>
            <a:r>
              <a:rPr sz="2400" spc="-5" dirty="0">
                <a:latin typeface="Bookman Old Style" pitchFamily="18" charset="0"/>
              </a:rPr>
              <a:t>that</a:t>
            </a:r>
            <a:r>
              <a:rPr sz="2400" spc="80" dirty="0">
                <a:latin typeface="Bookman Old Style" pitchFamily="18" charset="0"/>
              </a:rPr>
              <a:t> </a:t>
            </a:r>
            <a:r>
              <a:rPr sz="2400" dirty="0">
                <a:uFill>
                  <a:solidFill>
                    <a:srgbClr val="000000"/>
                  </a:solidFill>
                </a:uFill>
                <a:latin typeface="Bookman Old Style" pitchFamily="18" charset="0"/>
              </a:rPr>
              <a:t>you</a:t>
            </a:r>
            <a:r>
              <a:rPr sz="2400" spc="80" dirty="0">
                <a:uFill>
                  <a:solidFill>
                    <a:srgbClr val="000000"/>
                  </a:solidFill>
                </a:uFill>
                <a:latin typeface="Bookman Old Style" pitchFamily="18" charset="0"/>
              </a:rPr>
              <a:t> </a:t>
            </a:r>
            <a:r>
              <a:rPr sz="2400" spc="-5" dirty="0">
                <a:uFill>
                  <a:solidFill>
                    <a:srgbClr val="000000"/>
                  </a:solidFill>
                </a:uFill>
                <a:latin typeface="Bookman Old Style" pitchFamily="18" charset="0"/>
              </a:rPr>
              <a:t>should</a:t>
            </a:r>
            <a:r>
              <a:rPr sz="2400" spc="75" dirty="0">
                <a:uFill>
                  <a:solidFill>
                    <a:srgbClr val="000000"/>
                  </a:solidFill>
                </a:uFill>
                <a:latin typeface="Bookman Old Style" pitchFamily="18" charset="0"/>
              </a:rPr>
              <a:t> </a:t>
            </a:r>
            <a:r>
              <a:rPr sz="2400" spc="-5" dirty="0">
                <a:uFill>
                  <a:solidFill>
                    <a:srgbClr val="000000"/>
                  </a:solidFill>
                </a:uFill>
                <a:latin typeface="Bookman Old Style" pitchFamily="18" charset="0"/>
              </a:rPr>
              <a:t>attempt</a:t>
            </a:r>
            <a:r>
              <a:rPr sz="2400" spc="80" dirty="0">
                <a:uFill>
                  <a:solidFill>
                    <a:srgbClr val="000000"/>
                  </a:solidFill>
                </a:uFill>
                <a:latin typeface="Bookman Old Style" pitchFamily="18" charset="0"/>
              </a:rPr>
              <a:t> </a:t>
            </a:r>
            <a:r>
              <a:rPr sz="2400" dirty="0">
                <a:uFill>
                  <a:solidFill>
                    <a:srgbClr val="000000"/>
                  </a:solidFill>
                </a:uFill>
                <a:latin typeface="Bookman Old Style" pitchFamily="18" charset="0"/>
              </a:rPr>
              <a:t>to</a:t>
            </a:r>
            <a:r>
              <a:rPr sz="2400" spc="80" dirty="0">
                <a:uFill>
                  <a:solidFill>
                    <a:srgbClr val="000000"/>
                  </a:solidFill>
                </a:uFill>
                <a:latin typeface="Bookman Old Style" pitchFamily="18" charset="0"/>
              </a:rPr>
              <a:t> </a:t>
            </a:r>
            <a:r>
              <a:rPr sz="2400" spc="-5" dirty="0">
                <a:uFill>
                  <a:solidFill>
                    <a:srgbClr val="000000"/>
                  </a:solidFill>
                </a:uFill>
                <a:latin typeface="Bookman Old Style" pitchFamily="18" charset="0"/>
              </a:rPr>
              <a:t>complete</a:t>
            </a:r>
            <a:r>
              <a:rPr sz="2400" spc="80" dirty="0">
                <a:uFill>
                  <a:solidFill>
                    <a:srgbClr val="000000"/>
                  </a:solidFill>
                </a:uFill>
                <a:latin typeface="Bookman Old Style" pitchFamily="18" charset="0"/>
              </a:rPr>
              <a:t> </a:t>
            </a:r>
            <a:r>
              <a:rPr sz="2400" dirty="0">
                <a:uFill>
                  <a:solidFill>
                    <a:srgbClr val="000000"/>
                  </a:solidFill>
                </a:uFill>
                <a:latin typeface="Bookman Old Style" pitchFamily="18" charset="0"/>
              </a:rPr>
              <a:t>a</a:t>
            </a:r>
            <a:r>
              <a:rPr sz="2400" spc="80" dirty="0">
                <a:uFill>
                  <a:solidFill>
                    <a:srgbClr val="000000"/>
                  </a:solidFill>
                </a:uFill>
                <a:latin typeface="Bookman Old Style" pitchFamily="18" charset="0"/>
              </a:rPr>
              <a:t> </a:t>
            </a:r>
            <a:r>
              <a:rPr sz="2400" spc="-5" dirty="0">
                <a:uFill>
                  <a:solidFill>
                    <a:srgbClr val="000000"/>
                  </a:solidFill>
                </a:uFill>
                <a:latin typeface="Bookman Old Style" pitchFamily="18" charset="0"/>
              </a:rPr>
              <a:t>given</a:t>
            </a:r>
            <a:r>
              <a:rPr sz="2400" spc="75" dirty="0">
                <a:uFill>
                  <a:solidFill>
                    <a:srgbClr val="000000"/>
                  </a:solidFill>
                </a:uFill>
                <a:latin typeface="Bookman Old Style" pitchFamily="18" charset="0"/>
              </a:rPr>
              <a:t> </a:t>
            </a:r>
            <a:r>
              <a:rPr sz="2400" spc="-5" dirty="0">
                <a:uFill>
                  <a:solidFill>
                    <a:srgbClr val="000000"/>
                  </a:solidFill>
                </a:uFill>
                <a:latin typeface="Bookman Old Style" pitchFamily="18" charset="0"/>
              </a:rPr>
              <a:t>stage</a:t>
            </a:r>
            <a:r>
              <a:rPr sz="2400" spc="80" dirty="0">
                <a:uFill>
                  <a:solidFill>
                    <a:srgbClr val="000000"/>
                  </a:solidFill>
                </a:uFill>
                <a:latin typeface="Bookman Old Style" pitchFamily="18" charset="0"/>
              </a:rPr>
              <a:t> </a:t>
            </a:r>
            <a:r>
              <a:rPr sz="2400" spc="-10" dirty="0">
                <a:uFill>
                  <a:solidFill>
                    <a:srgbClr val="000000"/>
                  </a:solidFill>
                </a:uFill>
                <a:latin typeface="Bookman Old Style" pitchFamily="18" charset="0"/>
              </a:rPr>
              <a:t>before </a:t>
            </a:r>
            <a:r>
              <a:rPr sz="2400" spc="-434" dirty="0">
                <a:latin typeface="Bookman Old Style" pitchFamily="18" charset="0"/>
              </a:rPr>
              <a:t> </a:t>
            </a:r>
            <a:r>
              <a:rPr sz="2400" spc="-5" dirty="0">
                <a:uFill>
                  <a:solidFill>
                    <a:srgbClr val="000000"/>
                  </a:solidFill>
                </a:uFill>
                <a:latin typeface="Bookman Old Style" pitchFamily="18" charset="0"/>
              </a:rPr>
              <a:t>moving </a:t>
            </a:r>
            <a:r>
              <a:rPr sz="2400" dirty="0">
                <a:uFill>
                  <a:solidFill>
                    <a:srgbClr val="000000"/>
                  </a:solidFill>
                </a:uFill>
                <a:latin typeface="Bookman Old Style" pitchFamily="18" charset="0"/>
              </a:rPr>
              <a:t>on</a:t>
            </a:r>
            <a:r>
              <a:rPr sz="2400" spc="-5" dirty="0">
                <a:uFill>
                  <a:solidFill>
                    <a:srgbClr val="000000"/>
                  </a:solidFill>
                </a:uFill>
                <a:latin typeface="Bookman Old Style" pitchFamily="18" charset="0"/>
              </a:rPr>
              <a:t> </a:t>
            </a:r>
            <a:r>
              <a:rPr sz="2400" dirty="0">
                <a:uFill>
                  <a:solidFill>
                    <a:srgbClr val="000000"/>
                  </a:solidFill>
                </a:uFill>
                <a:latin typeface="Bookman Old Style" pitchFamily="18" charset="0"/>
              </a:rPr>
              <a:t>to </a:t>
            </a:r>
            <a:r>
              <a:rPr sz="2400" spc="-5" dirty="0">
                <a:uFill>
                  <a:solidFill>
                    <a:srgbClr val="000000"/>
                  </a:solidFill>
                </a:uFill>
                <a:latin typeface="Bookman Old Style" pitchFamily="18" charset="0"/>
              </a:rPr>
              <a:t>the next</a:t>
            </a:r>
            <a:r>
              <a:rPr sz="2400" dirty="0">
                <a:uFill>
                  <a:solidFill>
                    <a:srgbClr val="000000"/>
                  </a:solidFill>
                </a:uFill>
                <a:latin typeface="Bookman Old Style" pitchFamily="18" charset="0"/>
              </a:rPr>
              <a:t> </a:t>
            </a:r>
            <a:r>
              <a:rPr sz="2400" spc="-5">
                <a:uFill>
                  <a:solidFill>
                    <a:srgbClr val="000000"/>
                  </a:solidFill>
                </a:uFill>
                <a:latin typeface="Bookman Old Style" pitchFamily="18" charset="0"/>
              </a:rPr>
              <a:t>stage </a:t>
            </a:r>
            <a:endParaRPr lang="en-US" sz="2400" spc="-5" dirty="0">
              <a:uFill>
                <a:solidFill>
                  <a:srgbClr val="000000"/>
                </a:solidFill>
              </a:uFill>
              <a:latin typeface="Bookman Old Style" pitchFamily="18" charset="0"/>
            </a:endParaRPr>
          </a:p>
          <a:p>
            <a:pPr marL="514350" indent="-514350" algn="l" defTabSz="822325">
              <a:buSzPct val="93750"/>
              <a:buAutoNum type="arabicParenR"/>
              <a:tabLst>
                <a:tab pos="354013" algn="l"/>
              </a:tabLst>
            </a:pPr>
            <a:r>
              <a:rPr lang="en-US" sz="2400" dirty="0">
                <a:latin typeface="Bookman Old Style" pitchFamily="18" charset="0"/>
              </a:rPr>
              <a:t>Does </a:t>
            </a:r>
            <a:r>
              <a:rPr lang="en-US" sz="2400" spc="-5" dirty="0">
                <a:latin typeface="Bookman Old Style" pitchFamily="18" charset="0"/>
              </a:rPr>
              <a:t>not</a:t>
            </a:r>
            <a:r>
              <a:rPr lang="en-US" sz="2400" spc="5" dirty="0">
                <a:latin typeface="Bookman Old Style" pitchFamily="18" charset="0"/>
              </a:rPr>
              <a:t> </a:t>
            </a:r>
            <a:r>
              <a:rPr lang="en-US" sz="2400" spc="-5" dirty="0">
                <a:latin typeface="Bookman Old Style" pitchFamily="18" charset="0"/>
              </a:rPr>
              <a:t>account</a:t>
            </a:r>
            <a:r>
              <a:rPr lang="en-US" sz="2400" spc="10" dirty="0">
                <a:latin typeface="Bookman Old Style" pitchFamily="18" charset="0"/>
              </a:rPr>
              <a:t> </a:t>
            </a:r>
            <a:r>
              <a:rPr lang="en-US" sz="2400" spc="-5" dirty="0">
                <a:latin typeface="Bookman Old Style" pitchFamily="18" charset="0"/>
              </a:rPr>
              <a:t>for</a:t>
            </a:r>
            <a:r>
              <a:rPr lang="en-US" sz="2400" dirty="0">
                <a:latin typeface="Bookman Old Style" pitchFamily="18" charset="0"/>
              </a:rPr>
              <a:t> </a:t>
            </a:r>
            <a:r>
              <a:rPr lang="en-US" sz="2400" spc="-5" dirty="0">
                <a:latin typeface="Bookman Old Style" pitchFamily="18" charset="0"/>
              </a:rPr>
              <a:t>the</a:t>
            </a:r>
            <a:r>
              <a:rPr lang="en-US" sz="2400" dirty="0">
                <a:latin typeface="Bookman Old Style" pitchFamily="18" charset="0"/>
              </a:rPr>
              <a:t> </a:t>
            </a:r>
            <a:r>
              <a:rPr lang="en-US" sz="2400" spc="-5" dirty="0">
                <a:latin typeface="Bookman Old Style" pitchFamily="18" charset="0"/>
              </a:rPr>
              <a:t>fact</a:t>
            </a:r>
            <a:r>
              <a:rPr lang="en-US" sz="2400" spc="10" dirty="0">
                <a:latin typeface="Bookman Old Style" pitchFamily="18" charset="0"/>
              </a:rPr>
              <a:t> </a:t>
            </a:r>
            <a:r>
              <a:rPr lang="en-US" sz="2400" spc="-5" dirty="0">
                <a:latin typeface="Bookman Old Style" pitchFamily="18" charset="0"/>
              </a:rPr>
              <a:t>that</a:t>
            </a:r>
            <a:r>
              <a:rPr lang="en-US" sz="2400" spc="5" dirty="0">
                <a:latin typeface="Bookman Old Style" pitchFamily="18" charset="0"/>
              </a:rPr>
              <a:t> </a:t>
            </a:r>
            <a:r>
              <a:rPr lang="en-US" sz="2400" b="1" spc="-5" dirty="0">
                <a:latin typeface="Bookman Old Style" pitchFamily="18" charset="0"/>
                <a:cs typeface="Palatino Linotype"/>
              </a:rPr>
              <a:t>requirements</a:t>
            </a:r>
            <a:r>
              <a:rPr lang="en-US" sz="2400" b="1" dirty="0">
                <a:latin typeface="Bookman Old Style" pitchFamily="18" charset="0"/>
                <a:cs typeface="Palatino Linotype"/>
              </a:rPr>
              <a:t> </a:t>
            </a:r>
            <a:r>
              <a:rPr lang="en-US" sz="2400" b="1" spc="-5" dirty="0">
                <a:latin typeface="Bookman Old Style" pitchFamily="18" charset="0"/>
                <a:cs typeface="Palatino Linotype"/>
              </a:rPr>
              <a:t>constantly</a:t>
            </a:r>
            <a:r>
              <a:rPr lang="en-US" sz="2400" b="1" spc="10" dirty="0">
                <a:latin typeface="Bookman Old Style" pitchFamily="18" charset="0"/>
                <a:cs typeface="Palatino Linotype"/>
              </a:rPr>
              <a:t> </a:t>
            </a:r>
            <a:r>
              <a:rPr lang="en-US" sz="2400" b="1" spc="-5" dirty="0">
                <a:latin typeface="Bookman Old Style" pitchFamily="18" charset="0"/>
                <a:cs typeface="Palatino Linotype"/>
              </a:rPr>
              <a:t>change.</a:t>
            </a:r>
          </a:p>
          <a:p>
            <a:pPr marL="514350" indent="-514350" algn="l" defTabSz="822325">
              <a:buSzPct val="93750"/>
              <a:buAutoNum type="arabicParenR"/>
              <a:tabLst>
                <a:tab pos="354013" algn="l"/>
              </a:tabLst>
            </a:pPr>
            <a:r>
              <a:rPr lang="en-US" sz="2400" dirty="0">
                <a:latin typeface="Bookman Old Style" pitchFamily="18" charset="0"/>
              </a:rPr>
              <a:t>It</a:t>
            </a:r>
            <a:r>
              <a:rPr lang="en-US" sz="2400" spc="100" dirty="0">
                <a:latin typeface="Bookman Old Style" pitchFamily="18" charset="0"/>
              </a:rPr>
              <a:t> </a:t>
            </a:r>
            <a:r>
              <a:rPr lang="en-US" sz="2400" spc="-5" dirty="0">
                <a:latin typeface="Bookman Old Style" pitchFamily="18" charset="0"/>
              </a:rPr>
              <a:t>also</a:t>
            </a:r>
            <a:r>
              <a:rPr lang="en-US" sz="2400" spc="105" dirty="0">
                <a:latin typeface="Bookman Old Style" pitchFamily="18" charset="0"/>
              </a:rPr>
              <a:t> </a:t>
            </a:r>
            <a:r>
              <a:rPr lang="en-US" sz="2400" dirty="0">
                <a:latin typeface="Bookman Old Style" pitchFamily="18" charset="0"/>
              </a:rPr>
              <a:t>means</a:t>
            </a:r>
            <a:r>
              <a:rPr lang="en-US" sz="2400" spc="100" dirty="0">
                <a:latin typeface="Bookman Old Style" pitchFamily="18" charset="0"/>
              </a:rPr>
              <a:t> </a:t>
            </a:r>
            <a:r>
              <a:rPr lang="en-US" sz="2400" spc="-5" dirty="0">
                <a:latin typeface="Bookman Old Style" pitchFamily="18" charset="0"/>
              </a:rPr>
              <a:t>that</a:t>
            </a:r>
            <a:r>
              <a:rPr lang="en-US" sz="2400" spc="105" dirty="0">
                <a:latin typeface="Bookman Old Style" pitchFamily="18" charset="0"/>
              </a:rPr>
              <a:t> </a:t>
            </a:r>
            <a:r>
              <a:rPr lang="en-US" sz="2400" spc="-5" dirty="0">
                <a:uFill>
                  <a:solidFill>
                    <a:srgbClr val="000000"/>
                  </a:solidFill>
                </a:uFill>
                <a:latin typeface="Bookman Old Style" pitchFamily="18" charset="0"/>
              </a:rPr>
              <a:t>customers</a:t>
            </a:r>
            <a:r>
              <a:rPr lang="en-US" sz="2400" spc="105" dirty="0">
                <a:uFill>
                  <a:solidFill>
                    <a:srgbClr val="000000"/>
                  </a:solidFill>
                </a:uFill>
                <a:latin typeface="Bookman Old Style" pitchFamily="18" charset="0"/>
              </a:rPr>
              <a:t> </a:t>
            </a:r>
            <a:r>
              <a:rPr lang="en-US" sz="2400" spc="-5" dirty="0">
                <a:uFill>
                  <a:solidFill>
                    <a:srgbClr val="000000"/>
                  </a:solidFill>
                </a:uFill>
                <a:latin typeface="Bookman Old Style" pitchFamily="18" charset="0"/>
              </a:rPr>
              <a:t>can</a:t>
            </a:r>
            <a:r>
              <a:rPr lang="en-US" sz="2400" spc="105" dirty="0">
                <a:uFill>
                  <a:solidFill>
                    <a:srgbClr val="000000"/>
                  </a:solidFill>
                </a:uFill>
                <a:latin typeface="Bookman Old Style" pitchFamily="18" charset="0"/>
              </a:rPr>
              <a:t> </a:t>
            </a:r>
            <a:r>
              <a:rPr lang="en-US" sz="2400" spc="-5" dirty="0">
                <a:uFill>
                  <a:solidFill>
                    <a:srgbClr val="000000"/>
                  </a:solidFill>
                </a:uFill>
                <a:latin typeface="Bookman Old Style" pitchFamily="18" charset="0"/>
              </a:rPr>
              <a:t>not</a:t>
            </a:r>
            <a:r>
              <a:rPr lang="en-US" sz="2400" spc="105" dirty="0">
                <a:uFill>
                  <a:solidFill>
                    <a:srgbClr val="000000"/>
                  </a:solidFill>
                </a:uFill>
                <a:latin typeface="Bookman Old Style" pitchFamily="18" charset="0"/>
              </a:rPr>
              <a:t> </a:t>
            </a:r>
            <a:r>
              <a:rPr lang="en-US" sz="2400" spc="-5" dirty="0">
                <a:uFill>
                  <a:solidFill>
                    <a:srgbClr val="000000"/>
                  </a:solidFill>
                </a:uFill>
                <a:latin typeface="Bookman Old Style" pitchFamily="18" charset="0"/>
              </a:rPr>
              <a:t>use</a:t>
            </a:r>
            <a:r>
              <a:rPr lang="en-US" sz="2400" spc="105" dirty="0">
                <a:uFill>
                  <a:solidFill>
                    <a:srgbClr val="000000"/>
                  </a:solidFill>
                </a:uFill>
                <a:latin typeface="Bookman Old Style" pitchFamily="18" charset="0"/>
              </a:rPr>
              <a:t> </a:t>
            </a:r>
            <a:r>
              <a:rPr lang="en-US" sz="2400" spc="-5" dirty="0">
                <a:uFill>
                  <a:solidFill>
                    <a:srgbClr val="000000"/>
                  </a:solidFill>
                </a:uFill>
                <a:latin typeface="Bookman Old Style" pitchFamily="18" charset="0"/>
              </a:rPr>
              <a:t>anything</a:t>
            </a:r>
            <a:r>
              <a:rPr lang="en-US" sz="2400" spc="105" dirty="0">
                <a:uFill>
                  <a:solidFill>
                    <a:srgbClr val="000000"/>
                  </a:solidFill>
                </a:uFill>
                <a:latin typeface="Bookman Old Style" pitchFamily="18" charset="0"/>
              </a:rPr>
              <a:t> </a:t>
            </a:r>
            <a:r>
              <a:rPr lang="en-US" sz="2400" spc="-5" dirty="0">
                <a:uFill>
                  <a:solidFill>
                    <a:srgbClr val="000000"/>
                  </a:solidFill>
                </a:uFill>
                <a:latin typeface="Bookman Old Style" pitchFamily="18" charset="0"/>
              </a:rPr>
              <a:t>until</a:t>
            </a:r>
            <a:r>
              <a:rPr lang="en-US" sz="2400" spc="105" dirty="0">
                <a:uFill>
                  <a:solidFill>
                    <a:srgbClr val="000000"/>
                  </a:solidFill>
                </a:uFill>
                <a:latin typeface="Bookman Old Style" pitchFamily="18" charset="0"/>
              </a:rPr>
              <a:t> </a:t>
            </a:r>
            <a:r>
              <a:rPr lang="en-US" sz="2400" spc="-5" dirty="0">
                <a:uFill>
                  <a:solidFill>
                    <a:srgbClr val="000000"/>
                  </a:solidFill>
                </a:uFill>
                <a:latin typeface="Bookman Old Style" pitchFamily="18" charset="0"/>
              </a:rPr>
              <a:t>the</a:t>
            </a:r>
            <a:r>
              <a:rPr lang="en-US" sz="2400" spc="105" dirty="0">
                <a:uFill>
                  <a:solidFill>
                    <a:srgbClr val="000000"/>
                  </a:solidFill>
                </a:uFill>
                <a:latin typeface="Bookman Old Style" pitchFamily="18" charset="0"/>
              </a:rPr>
              <a:t> </a:t>
            </a:r>
            <a:r>
              <a:rPr lang="en-US" sz="2400" spc="-10" dirty="0">
                <a:uFill>
                  <a:solidFill>
                    <a:srgbClr val="000000"/>
                  </a:solidFill>
                </a:uFill>
                <a:latin typeface="Bookman Old Style" pitchFamily="18" charset="0"/>
              </a:rPr>
              <a:t>entire </a:t>
            </a:r>
            <a:r>
              <a:rPr lang="en-US" sz="2400" spc="-434" dirty="0">
                <a:latin typeface="Bookman Old Style" pitchFamily="18" charset="0"/>
              </a:rPr>
              <a:t> </a:t>
            </a:r>
            <a:r>
              <a:rPr lang="en-US" sz="2400" spc="-5" dirty="0">
                <a:uFill>
                  <a:solidFill>
                    <a:srgbClr val="000000"/>
                  </a:solidFill>
                </a:uFill>
                <a:latin typeface="Bookman Old Style" pitchFamily="18" charset="0"/>
              </a:rPr>
              <a:t>system</a:t>
            </a:r>
            <a:r>
              <a:rPr lang="en-US" sz="2400" spc="-10" dirty="0">
                <a:uFill>
                  <a:solidFill>
                    <a:srgbClr val="000000"/>
                  </a:solidFill>
                </a:uFill>
                <a:latin typeface="Bookman Old Style" pitchFamily="18" charset="0"/>
              </a:rPr>
              <a:t> </a:t>
            </a:r>
            <a:r>
              <a:rPr lang="en-US" sz="2400" dirty="0">
                <a:uFill>
                  <a:solidFill>
                    <a:srgbClr val="000000"/>
                  </a:solidFill>
                </a:uFill>
                <a:latin typeface="Bookman Old Style" pitchFamily="18" charset="0"/>
              </a:rPr>
              <a:t>is</a:t>
            </a:r>
            <a:r>
              <a:rPr lang="en-US" sz="2400" spc="-5" dirty="0">
                <a:uFill>
                  <a:solidFill>
                    <a:srgbClr val="000000"/>
                  </a:solidFill>
                </a:uFill>
                <a:latin typeface="Bookman Old Style" pitchFamily="18" charset="0"/>
              </a:rPr>
              <a:t> complete. </a:t>
            </a:r>
          </a:p>
          <a:p>
            <a:pPr marL="514350" indent="-514350" algn="l" defTabSz="822325">
              <a:buSzPct val="93750"/>
              <a:buAutoNum type="arabicParenR"/>
              <a:tabLst>
                <a:tab pos="354013" algn="l"/>
              </a:tabLst>
            </a:pPr>
            <a:r>
              <a:rPr lang="en-US" sz="2400" spc="-5" dirty="0">
                <a:latin typeface="Bookman Old Style" pitchFamily="18" charset="0"/>
              </a:rPr>
              <a:t>The</a:t>
            </a:r>
            <a:r>
              <a:rPr lang="en-US" sz="2400" spc="5" dirty="0">
                <a:latin typeface="Bookman Old Style" pitchFamily="18" charset="0"/>
              </a:rPr>
              <a:t> </a:t>
            </a:r>
            <a:r>
              <a:rPr lang="en-US" sz="2400" spc="-5" dirty="0">
                <a:latin typeface="Bookman Old Style" pitchFamily="18" charset="0"/>
              </a:rPr>
              <a:t>model</a:t>
            </a:r>
            <a:r>
              <a:rPr lang="en-US" sz="2400" dirty="0">
                <a:latin typeface="Bookman Old Style" pitchFamily="18" charset="0"/>
              </a:rPr>
              <a:t> </a:t>
            </a:r>
            <a:r>
              <a:rPr lang="en-US" sz="2400" spc="-5" dirty="0">
                <a:latin typeface="Bookman Old Style" pitchFamily="18" charset="0"/>
              </a:rPr>
              <a:t>implies</a:t>
            </a:r>
            <a:r>
              <a:rPr lang="en-US" sz="2400" dirty="0">
                <a:latin typeface="Bookman Old Style" pitchFamily="18" charset="0"/>
              </a:rPr>
              <a:t> </a:t>
            </a:r>
            <a:r>
              <a:rPr lang="en-US" sz="2400" spc="-5" dirty="0">
                <a:latin typeface="Bookman Old Style" pitchFamily="18" charset="0"/>
              </a:rPr>
              <a:t>that</a:t>
            </a:r>
            <a:r>
              <a:rPr lang="en-US" sz="2400" dirty="0">
                <a:latin typeface="Bookman Old Style" pitchFamily="18" charset="0"/>
              </a:rPr>
              <a:t> </a:t>
            </a:r>
            <a:r>
              <a:rPr lang="en-US" sz="2400" spc="-5" dirty="0">
                <a:uFill>
                  <a:solidFill>
                    <a:srgbClr val="000000"/>
                  </a:solidFill>
                </a:uFill>
                <a:latin typeface="Bookman Old Style" pitchFamily="18" charset="0"/>
              </a:rPr>
              <a:t>once</a:t>
            </a:r>
            <a:r>
              <a:rPr lang="en-US" sz="2400" dirty="0">
                <a:uFill>
                  <a:solidFill>
                    <a:srgbClr val="000000"/>
                  </a:solidFill>
                </a:uFill>
                <a:latin typeface="Bookman Old Style" pitchFamily="18" charset="0"/>
              </a:rPr>
              <a:t> </a:t>
            </a:r>
            <a:r>
              <a:rPr lang="en-US" sz="2400" spc="-5" dirty="0">
                <a:uFill>
                  <a:solidFill>
                    <a:srgbClr val="000000"/>
                  </a:solidFill>
                </a:uFill>
                <a:latin typeface="Bookman Old Style" pitchFamily="18" charset="0"/>
              </a:rPr>
              <a:t>the</a:t>
            </a:r>
            <a:r>
              <a:rPr lang="en-US" sz="2400" dirty="0">
                <a:uFill>
                  <a:solidFill>
                    <a:srgbClr val="000000"/>
                  </a:solidFill>
                </a:uFill>
                <a:latin typeface="Bookman Old Style" pitchFamily="18" charset="0"/>
              </a:rPr>
              <a:t> </a:t>
            </a:r>
            <a:r>
              <a:rPr lang="en-US" sz="2400" spc="-10" dirty="0">
                <a:uFill>
                  <a:solidFill>
                    <a:srgbClr val="000000"/>
                  </a:solidFill>
                </a:uFill>
                <a:latin typeface="Bookman Old Style" pitchFamily="18" charset="0"/>
              </a:rPr>
              <a:t>product</a:t>
            </a:r>
            <a:r>
              <a:rPr lang="en-US" sz="2400" spc="5" dirty="0">
                <a:uFill>
                  <a:solidFill>
                    <a:srgbClr val="000000"/>
                  </a:solidFill>
                </a:uFill>
                <a:latin typeface="Bookman Old Style" pitchFamily="18" charset="0"/>
              </a:rPr>
              <a:t> </a:t>
            </a:r>
            <a:r>
              <a:rPr lang="en-US" sz="2400" dirty="0">
                <a:uFill>
                  <a:solidFill>
                    <a:srgbClr val="000000"/>
                  </a:solidFill>
                </a:uFill>
                <a:latin typeface="Bookman Old Style" pitchFamily="18" charset="0"/>
              </a:rPr>
              <a:t>is</a:t>
            </a:r>
            <a:r>
              <a:rPr lang="en-US" sz="2400" spc="440" dirty="0">
                <a:uFill>
                  <a:solidFill>
                    <a:srgbClr val="000000"/>
                  </a:solidFill>
                </a:uFill>
                <a:latin typeface="Bookman Old Style" pitchFamily="18" charset="0"/>
              </a:rPr>
              <a:t> </a:t>
            </a:r>
            <a:r>
              <a:rPr lang="en-US" sz="2400" spc="-5" dirty="0">
                <a:uFill>
                  <a:solidFill>
                    <a:srgbClr val="000000"/>
                  </a:solidFill>
                </a:uFill>
                <a:latin typeface="Bookman Old Style" pitchFamily="18" charset="0"/>
              </a:rPr>
              <a:t>finished,</a:t>
            </a:r>
            <a:r>
              <a:rPr lang="en-US" sz="2400" dirty="0">
                <a:uFill>
                  <a:solidFill>
                    <a:srgbClr val="000000"/>
                  </a:solidFill>
                </a:uFill>
                <a:latin typeface="Bookman Old Style" pitchFamily="18" charset="0"/>
              </a:rPr>
              <a:t> </a:t>
            </a:r>
            <a:r>
              <a:rPr lang="en-US" sz="2400" spc="-5" dirty="0">
                <a:uFill>
                  <a:solidFill>
                    <a:srgbClr val="000000"/>
                  </a:solidFill>
                </a:uFill>
                <a:latin typeface="Bookman Old Style" pitchFamily="18" charset="0"/>
              </a:rPr>
              <a:t>everything</a:t>
            </a:r>
            <a:r>
              <a:rPr lang="en-US" sz="2400" dirty="0">
                <a:uFill>
                  <a:solidFill>
                    <a:srgbClr val="000000"/>
                  </a:solidFill>
                </a:uFill>
                <a:latin typeface="Bookman Old Style" pitchFamily="18" charset="0"/>
              </a:rPr>
              <a:t> </a:t>
            </a:r>
            <a:r>
              <a:rPr lang="en-US" sz="2400" spc="-5" dirty="0">
                <a:uFill>
                  <a:solidFill>
                    <a:srgbClr val="000000"/>
                  </a:solidFill>
                </a:uFill>
                <a:latin typeface="Bookman Old Style" pitchFamily="18" charset="0"/>
              </a:rPr>
              <a:t>else</a:t>
            </a:r>
            <a:r>
              <a:rPr lang="en-US" sz="2400" dirty="0">
                <a:uFill>
                  <a:solidFill>
                    <a:srgbClr val="000000"/>
                  </a:solidFill>
                </a:uFill>
                <a:latin typeface="Bookman Old Style" pitchFamily="18" charset="0"/>
              </a:rPr>
              <a:t> is </a:t>
            </a:r>
            <a:r>
              <a:rPr lang="en-US" sz="2400" spc="-434" dirty="0">
                <a:latin typeface="Bookman Old Style" pitchFamily="18" charset="0"/>
              </a:rPr>
              <a:t> </a:t>
            </a:r>
            <a:r>
              <a:rPr lang="en-US" sz="2400" spc="-5" dirty="0">
                <a:latin typeface="Bookman Old Style" pitchFamily="18" charset="0"/>
              </a:rPr>
              <a:t>maintenance.</a:t>
            </a:r>
          </a:p>
          <a:p>
            <a:pPr marL="514350" indent="-514350" algn="l" defTabSz="822325">
              <a:buSzPct val="93750"/>
              <a:buAutoNum type="arabicParenR"/>
              <a:tabLst>
                <a:tab pos="354013" algn="l"/>
              </a:tabLst>
            </a:pPr>
            <a:r>
              <a:rPr lang="en-US" sz="2400" spc="-5" dirty="0">
                <a:latin typeface="Bookman Old Style" pitchFamily="18" charset="0"/>
              </a:rPr>
              <a:t>Surprises</a:t>
            </a:r>
            <a:r>
              <a:rPr lang="en-US" sz="2400" spc="55" dirty="0">
                <a:latin typeface="Bookman Old Style" pitchFamily="18" charset="0"/>
              </a:rPr>
              <a:t> </a:t>
            </a:r>
            <a:r>
              <a:rPr lang="en-US" sz="2400" dirty="0">
                <a:latin typeface="Bookman Old Style" pitchFamily="18" charset="0"/>
              </a:rPr>
              <a:t>at</a:t>
            </a:r>
            <a:r>
              <a:rPr lang="en-US" sz="2400" spc="65" dirty="0">
                <a:latin typeface="Bookman Old Style" pitchFamily="18" charset="0"/>
              </a:rPr>
              <a:t> </a:t>
            </a:r>
            <a:r>
              <a:rPr lang="en-US" sz="2400" spc="-5" dirty="0">
                <a:latin typeface="Bookman Old Style" pitchFamily="18" charset="0"/>
              </a:rPr>
              <a:t>the</a:t>
            </a:r>
            <a:r>
              <a:rPr lang="en-US" sz="2400" spc="60" dirty="0">
                <a:latin typeface="Bookman Old Style" pitchFamily="18" charset="0"/>
              </a:rPr>
              <a:t> </a:t>
            </a:r>
            <a:r>
              <a:rPr lang="en-US" sz="2400" dirty="0">
                <a:latin typeface="Bookman Old Style" pitchFamily="18" charset="0"/>
              </a:rPr>
              <a:t>end</a:t>
            </a:r>
            <a:r>
              <a:rPr lang="en-US" sz="2400" spc="60" dirty="0">
                <a:latin typeface="Bookman Old Style" pitchFamily="18" charset="0"/>
              </a:rPr>
              <a:t> </a:t>
            </a:r>
            <a:r>
              <a:rPr lang="en-US" sz="2400" spc="-15" dirty="0">
                <a:latin typeface="Bookman Old Style" pitchFamily="18" charset="0"/>
              </a:rPr>
              <a:t>are</a:t>
            </a:r>
            <a:r>
              <a:rPr lang="en-US" sz="2400" spc="65" dirty="0">
                <a:latin typeface="Bookman Old Style" pitchFamily="18" charset="0"/>
              </a:rPr>
              <a:t> </a:t>
            </a:r>
            <a:r>
              <a:rPr lang="en-US" sz="2400" spc="-5" dirty="0">
                <a:latin typeface="Bookman Old Style" pitchFamily="18" charset="0"/>
              </a:rPr>
              <a:t>very</a:t>
            </a:r>
            <a:r>
              <a:rPr lang="en-US" sz="2400" spc="65" dirty="0">
                <a:latin typeface="Bookman Old Style" pitchFamily="18" charset="0"/>
              </a:rPr>
              <a:t> </a:t>
            </a:r>
            <a:r>
              <a:rPr lang="en-US" sz="2400" spc="-5" dirty="0">
                <a:latin typeface="Bookman Old Style" pitchFamily="18" charset="0"/>
              </a:rPr>
              <a:t>expensive </a:t>
            </a:r>
            <a:r>
              <a:rPr lang="en-US" sz="2400" dirty="0">
                <a:latin typeface="Bookman Old Style" pitchFamily="18" charset="0"/>
              </a:rPr>
              <a:t> Some </a:t>
            </a:r>
            <a:r>
              <a:rPr lang="en-US" sz="2400" spc="-5" dirty="0">
                <a:latin typeface="Bookman Old Style" pitchFamily="18" charset="0"/>
              </a:rPr>
              <a:t>teams</a:t>
            </a:r>
            <a:r>
              <a:rPr lang="en-US" sz="2400" dirty="0">
                <a:latin typeface="Bookman Old Style" pitchFamily="18" charset="0"/>
              </a:rPr>
              <a:t> </a:t>
            </a:r>
            <a:r>
              <a:rPr lang="en-US" sz="2400" spc="-5" dirty="0">
                <a:latin typeface="Bookman Old Style" pitchFamily="18" charset="0"/>
              </a:rPr>
              <a:t>sit</a:t>
            </a:r>
            <a:r>
              <a:rPr lang="en-US" sz="2400" spc="5" dirty="0">
                <a:latin typeface="Bookman Old Style" pitchFamily="18" charset="0"/>
              </a:rPr>
              <a:t> </a:t>
            </a:r>
            <a:r>
              <a:rPr lang="en-US" sz="2400" spc="-5" dirty="0">
                <a:latin typeface="Bookman Old Style" pitchFamily="18" charset="0"/>
              </a:rPr>
              <a:t>ideal</a:t>
            </a:r>
            <a:r>
              <a:rPr lang="en-US" sz="2400" dirty="0">
                <a:latin typeface="Bookman Old Style" pitchFamily="18" charset="0"/>
              </a:rPr>
              <a:t> </a:t>
            </a:r>
            <a:r>
              <a:rPr lang="en-US" sz="2400" spc="-5" dirty="0">
                <a:latin typeface="Bookman Old Style" pitchFamily="18" charset="0"/>
              </a:rPr>
              <a:t>for</a:t>
            </a:r>
            <a:r>
              <a:rPr lang="en-US" sz="2400" dirty="0">
                <a:latin typeface="Bookman Old Style" pitchFamily="18" charset="0"/>
              </a:rPr>
              <a:t> </a:t>
            </a:r>
            <a:r>
              <a:rPr lang="en-US" sz="2400" spc="-5" dirty="0">
                <a:latin typeface="Bookman Old Style" pitchFamily="18" charset="0"/>
              </a:rPr>
              <a:t>other teams</a:t>
            </a:r>
            <a:r>
              <a:rPr lang="en-US" sz="2400" dirty="0">
                <a:latin typeface="Bookman Old Style" pitchFamily="18" charset="0"/>
              </a:rPr>
              <a:t> to </a:t>
            </a:r>
            <a:r>
              <a:rPr lang="en-US" sz="2400" spc="-5" dirty="0">
                <a:latin typeface="Bookman Old Style" pitchFamily="18" charset="0"/>
              </a:rPr>
              <a:t>finish</a:t>
            </a:r>
          </a:p>
          <a:p>
            <a:pPr marL="514350" indent="-514350" algn="l" defTabSz="822325">
              <a:buSzPct val="93750"/>
              <a:buAutoNum type="arabicParenR"/>
              <a:tabLst>
                <a:tab pos="354013" algn="l"/>
              </a:tabLst>
            </a:pPr>
            <a:r>
              <a:rPr lang="en-US" sz="2400" spc="-10" dirty="0">
                <a:latin typeface="Bookman Old Style" pitchFamily="18" charset="0"/>
              </a:rPr>
              <a:t>Therefore,</a:t>
            </a:r>
            <a:r>
              <a:rPr lang="en-US" sz="2400" spc="125" dirty="0">
                <a:latin typeface="Bookman Old Style" pitchFamily="18" charset="0"/>
              </a:rPr>
              <a:t> </a:t>
            </a:r>
            <a:r>
              <a:rPr lang="en-US" sz="2400" spc="-5" dirty="0">
                <a:latin typeface="Bookman Old Style" pitchFamily="18" charset="0"/>
              </a:rPr>
              <a:t>this</a:t>
            </a:r>
            <a:r>
              <a:rPr lang="en-US" sz="2400" spc="130" dirty="0">
                <a:latin typeface="Bookman Old Style" pitchFamily="18" charset="0"/>
              </a:rPr>
              <a:t> </a:t>
            </a:r>
            <a:r>
              <a:rPr lang="en-US" sz="2400" spc="-5" dirty="0">
                <a:latin typeface="Bookman Old Style" pitchFamily="18" charset="0"/>
              </a:rPr>
              <a:t>model</a:t>
            </a:r>
            <a:r>
              <a:rPr lang="en-US" sz="2400" spc="130" dirty="0">
                <a:latin typeface="Bookman Old Style" pitchFamily="18" charset="0"/>
              </a:rPr>
              <a:t> </a:t>
            </a:r>
            <a:r>
              <a:rPr lang="en-US" sz="2400" dirty="0">
                <a:latin typeface="Bookman Old Style" pitchFamily="18" charset="0"/>
              </a:rPr>
              <a:t>is</a:t>
            </a:r>
            <a:r>
              <a:rPr lang="en-US" sz="2400" spc="130" dirty="0">
                <a:latin typeface="Bookman Old Style" pitchFamily="18" charset="0"/>
              </a:rPr>
              <a:t> </a:t>
            </a:r>
            <a:r>
              <a:rPr lang="en-US" sz="2400" spc="-5" dirty="0">
                <a:latin typeface="Bookman Old Style" pitchFamily="18" charset="0"/>
              </a:rPr>
              <a:t>only</a:t>
            </a:r>
            <a:r>
              <a:rPr lang="en-US" sz="2400" spc="125" dirty="0">
                <a:latin typeface="Bookman Old Style" pitchFamily="18" charset="0"/>
              </a:rPr>
              <a:t> </a:t>
            </a:r>
            <a:r>
              <a:rPr lang="en-US" sz="2400" spc="-5" dirty="0">
                <a:latin typeface="Bookman Old Style" pitchFamily="18" charset="0"/>
              </a:rPr>
              <a:t>appropriate</a:t>
            </a:r>
            <a:r>
              <a:rPr lang="en-US" sz="2400" spc="135" dirty="0">
                <a:latin typeface="Bookman Old Style" pitchFamily="18" charset="0"/>
              </a:rPr>
              <a:t> </a:t>
            </a:r>
            <a:r>
              <a:rPr lang="en-US" sz="2400" dirty="0">
                <a:uFill>
                  <a:solidFill>
                    <a:srgbClr val="000000"/>
                  </a:solidFill>
                </a:uFill>
                <a:latin typeface="Bookman Old Style" pitchFamily="18" charset="0"/>
              </a:rPr>
              <a:t>when</a:t>
            </a:r>
            <a:r>
              <a:rPr lang="en-US" sz="2400" spc="130" dirty="0">
                <a:uFill>
                  <a:solidFill>
                    <a:srgbClr val="000000"/>
                  </a:solidFill>
                </a:uFill>
                <a:latin typeface="Bookman Old Style" pitchFamily="18" charset="0"/>
              </a:rPr>
              <a:t> </a:t>
            </a:r>
            <a:r>
              <a:rPr lang="en-US" sz="2400" spc="-5" dirty="0">
                <a:uFill>
                  <a:solidFill>
                    <a:srgbClr val="000000"/>
                  </a:solidFill>
                </a:uFill>
                <a:latin typeface="Bookman Old Style" pitchFamily="18" charset="0"/>
              </a:rPr>
              <a:t>the</a:t>
            </a:r>
            <a:r>
              <a:rPr lang="en-US" sz="2400" spc="130" dirty="0">
                <a:uFill>
                  <a:solidFill>
                    <a:srgbClr val="000000"/>
                  </a:solidFill>
                </a:uFill>
                <a:latin typeface="Bookman Old Style" pitchFamily="18" charset="0"/>
              </a:rPr>
              <a:t> </a:t>
            </a:r>
            <a:r>
              <a:rPr lang="en-US" sz="2400" spc="-10" dirty="0">
                <a:uFill>
                  <a:solidFill>
                    <a:srgbClr val="000000"/>
                  </a:solidFill>
                </a:uFill>
                <a:latin typeface="Bookman Old Style" pitchFamily="18" charset="0"/>
              </a:rPr>
              <a:t>requirements</a:t>
            </a:r>
            <a:r>
              <a:rPr lang="en-US" sz="2400" spc="130" dirty="0">
                <a:uFill>
                  <a:solidFill>
                    <a:srgbClr val="000000"/>
                  </a:solidFill>
                </a:uFill>
                <a:latin typeface="Bookman Old Style" pitchFamily="18" charset="0"/>
              </a:rPr>
              <a:t> </a:t>
            </a:r>
            <a:r>
              <a:rPr lang="en-US" sz="2400" spc="-15" dirty="0">
                <a:uFill>
                  <a:solidFill>
                    <a:srgbClr val="000000"/>
                  </a:solidFill>
                </a:uFill>
                <a:latin typeface="Bookman Old Style" pitchFamily="18" charset="0"/>
              </a:rPr>
              <a:t>are</a:t>
            </a:r>
            <a:r>
              <a:rPr lang="en-US" sz="2400" spc="125" dirty="0">
                <a:uFill>
                  <a:solidFill>
                    <a:srgbClr val="000000"/>
                  </a:solidFill>
                </a:uFill>
                <a:latin typeface="Bookman Old Style" pitchFamily="18" charset="0"/>
              </a:rPr>
              <a:t> </a:t>
            </a:r>
            <a:r>
              <a:rPr lang="en-US" sz="2400" dirty="0">
                <a:uFill>
                  <a:solidFill>
                    <a:srgbClr val="000000"/>
                  </a:solidFill>
                </a:uFill>
                <a:latin typeface="Bookman Old Style" pitchFamily="18" charset="0"/>
              </a:rPr>
              <a:t>well- </a:t>
            </a:r>
            <a:r>
              <a:rPr lang="en-US" sz="2400" spc="-434" dirty="0">
                <a:latin typeface="Bookman Old Style" pitchFamily="18" charset="0"/>
              </a:rPr>
              <a:t> </a:t>
            </a:r>
            <a:r>
              <a:rPr lang="en-US" sz="2400" spc="-5" dirty="0">
                <a:uFill>
                  <a:solidFill>
                    <a:srgbClr val="000000"/>
                  </a:solidFill>
                </a:uFill>
                <a:latin typeface="Bookman Old Style" pitchFamily="18" charset="0"/>
              </a:rPr>
              <a:t>understood </a:t>
            </a:r>
            <a:r>
              <a:rPr lang="en-US" sz="2400" dirty="0">
                <a:uFill>
                  <a:solidFill>
                    <a:srgbClr val="000000"/>
                  </a:solidFill>
                </a:uFill>
                <a:latin typeface="Bookman Old Style" pitchFamily="18" charset="0"/>
              </a:rPr>
              <a:t>and </a:t>
            </a:r>
            <a:r>
              <a:rPr lang="en-US" sz="2400" spc="-5" dirty="0">
                <a:uFill>
                  <a:solidFill>
                    <a:srgbClr val="000000"/>
                  </a:solidFill>
                </a:uFill>
                <a:latin typeface="Bookman Old Style" pitchFamily="18" charset="0"/>
              </a:rPr>
              <a:t>changes</a:t>
            </a:r>
            <a:r>
              <a:rPr lang="en-US" sz="2400" dirty="0">
                <a:uFill>
                  <a:solidFill>
                    <a:srgbClr val="000000"/>
                  </a:solidFill>
                </a:uFill>
                <a:latin typeface="Bookman Old Style" pitchFamily="18" charset="0"/>
              </a:rPr>
              <a:t> will</a:t>
            </a:r>
            <a:r>
              <a:rPr lang="en-US" sz="2400" spc="5" dirty="0">
                <a:uFill>
                  <a:solidFill>
                    <a:srgbClr val="000000"/>
                  </a:solidFill>
                </a:uFill>
                <a:latin typeface="Bookman Old Style" pitchFamily="18" charset="0"/>
              </a:rPr>
              <a:t> </a:t>
            </a:r>
            <a:r>
              <a:rPr lang="en-US" sz="2400" dirty="0">
                <a:uFill>
                  <a:solidFill>
                    <a:srgbClr val="000000"/>
                  </a:solidFill>
                </a:uFill>
                <a:latin typeface="Bookman Old Style" pitchFamily="18" charset="0"/>
              </a:rPr>
              <a:t>be fairly</a:t>
            </a:r>
            <a:r>
              <a:rPr lang="en-US" sz="2400" spc="5" dirty="0">
                <a:uFill>
                  <a:solidFill>
                    <a:srgbClr val="000000"/>
                  </a:solidFill>
                </a:uFill>
                <a:latin typeface="Bookman Old Style" pitchFamily="18" charset="0"/>
              </a:rPr>
              <a:t> </a:t>
            </a:r>
            <a:r>
              <a:rPr lang="en-US" sz="2400" spc="-5" dirty="0">
                <a:uFill>
                  <a:solidFill>
                    <a:srgbClr val="000000"/>
                  </a:solidFill>
                </a:uFill>
                <a:latin typeface="Bookman Old Style" pitchFamily="18" charset="0"/>
              </a:rPr>
              <a:t>limited</a:t>
            </a:r>
            <a:r>
              <a:rPr lang="en-US" sz="2400" dirty="0">
                <a:uFill>
                  <a:solidFill>
                    <a:srgbClr val="000000"/>
                  </a:solidFill>
                </a:uFill>
                <a:latin typeface="Bookman Old Style" pitchFamily="18" charset="0"/>
              </a:rPr>
              <a:t> </a:t>
            </a:r>
            <a:r>
              <a:rPr lang="en-US" sz="2400" spc="-5" dirty="0">
                <a:uFill>
                  <a:solidFill>
                    <a:srgbClr val="000000"/>
                  </a:solidFill>
                </a:uFill>
                <a:latin typeface="Bookman Old Style" pitchFamily="18" charset="0"/>
              </a:rPr>
              <a:t>during</a:t>
            </a:r>
            <a:r>
              <a:rPr lang="en-US" sz="2400" spc="5" dirty="0">
                <a:uFill>
                  <a:solidFill>
                    <a:srgbClr val="000000"/>
                  </a:solidFill>
                </a:uFill>
                <a:latin typeface="Bookman Old Style" pitchFamily="18" charset="0"/>
              </a:rPr>
              <a:t> </a:t>
            </a:r>
            <a:r>
              <a:rPr lang="en-US" sz="2400" spc="-5" dirty="0">
                <a:uFill>
                  <a:solidFill>
                    <a:srgbClr val="000000"/>
                  </a:solidFill>
                </a:uFill>
                <a:latin typeface="Bookman Old Style" pitchFamily="18" charset="0"/>
              </a:rPr>
              <a:t>the design</a:t>
            </a:r>
            <a:r>
              <a:rPr lang="en-US" sz="2400" dirty="0">
                <a:uFill>
                  <a:solidFill>
                    <a:srgbClr val="000000"/>
                  </a:solidFill>
                </a:uFill>
                <a:latin typeface="Bookman Old Style" pitchFamily="18" charset="0"/>
              </a:rPr>
              <a:t> </a:t>
            </a:r>
            <a:r>
              <a:rPr lang="en-US" sz="2400" spc="-10" dirty="0">
                <a:uFill>
                  <a:solidFill>
                    <a:srgbClr val="000000"/>
                  </a:solidFill>
                </a:uFill>
                <a:latin typeface="Bookman Old Style" pitchFamily="18" charset="0"/>
              </a:rPr>
              <a:t>process.</a:t>
            </a:r>
          </a:p>
        </p:txBody>
      </p:sp>
      <p:sp>
        <p:nvSpPr>
          <p:cNvPr id="22" name="object 22"/>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dirty="0"/>
              <a:pPr marL="38100">
                <a:lnSpc>
                  <a:spcPts val="1425"/>
                </a:lnSpc>
              </a:pPr>
              <a:t>34</a:t>
            </a:fld>
            <a:endParaRP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sp>
        <p:nvSpPr>
          <p:cNvPr id="9" name="object 9"/>
          <p:cNvSpPr txBox="1">
            <a:spLocks noGrp="1"/>
          </p:cNvSpPr>
          <p:nvPr>
            <p:ph type="title"/>
          </p:nvPr>
        </p:nvSpPr>
        <p:spPr>
          <a:xfrm>
            <a:off x="444500" y="978179"/>
            <a:ext cx="2891155" cy="628377"/>
          </a:xfrm>
          <a:prstGeom prst="rect">
            <a:avLst/>
          </a:prstGeom>
        </p:spPr>
        <p:txBody>
          <a:bodyPr vert="horz" wrap="square" lIns="0" tIns="12700" rIns="0" bIns="0" rtlCol="0">
            <a:spAutoFit/>
          </a:bodyPr>
          <a:lstStyle/>
          <a:p>
            <a:pPr marL="12700">
              <a:lnSpc>
                <a:spcPct val="100000"/>
              </a:lnSpc>
              <a:spcBef>
                <a:spcPts val="100"/>
              </a:spcBef>
            </a:pPr>
            <a:r>
              <a:rPr sz="4000" b="1" spc="-5" dirty="0">
                <a:solidFill>
                  <a:schemeClr val="tx1"/>
                </a:solidFill>
                <a:latin typeface="Bookman Old Style" pitchFamily="18" charset="0"/>
              </a:rPr>
              <a:t>P</a:t>
            </a:r>
            <a:r>
              <a:rPr sz="4000" b="1" spc="-65" dirty="0">
                <a:solidFill>
                  <a:schemeClr val="tx1"/>
                </a:solidFill>
                <a:latin typeface="Bookman Old Style" pitchFamily="18" charset="0"/>
              </a:rPr>
              <a:t>r</a:t>
            </a:r>
            <a:r>
              <a:rPr sz="4000" b="1" spc="-5" dirty="0">
                <a:solidFill>
                  <a:schemeClr val="tx1"/>
                </a:solidFill>
                <a:latin typeface="Bookman Old Style" pitchFamily="18" charset="0"/>
              </a:rPr>
              <a:t>oblem</a:t>
            </a:r>
            <a:r>
              <a:rPr sz="4000" b="1" spc="5" dirty="0">
                <a:solidFill>
                  <a:schemeClr val="tx1"/>
                </a:solidFill>
                <a:latin typeface="Bookman Old Style" pitchFamily="18" charset="0"/>
              </a:rPr>
              <a:t>s</a:t>
            </a:r>
            <a:r>
              <a:rPr sz="4000" b="1" dirty="0">
                <a:solidFill>
                  <a:schemeClr val="tx1"/>
                </a:solidFill>
                <a:latin typeface="Bookman Old Style" pitchFamily="18" charset="0"/>
              </a:rPr>
              <a:t>:</a:t>
            </a:r>
            <a:endParaRPr sz="4000" b="1">
              <a:solidFill>
                <a:schemeClr val="tx1"/>
              </a:solidFill>
              <a:latin typeface="Bookman Old Style" pitchFamily="18" charset="0"/>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dirty="0"/>
              <a:pPr marL="38100">
                <a:lnSpc>
                  <a:spcPts val="1425"/>
                </a:lnSpc>
              </a:pPr>
              <a:t>35</a:t>
            </a:fld>
            <a:endParaRPr dirty="0"/>
          </a:p>
        </p:txBody>
      </p:sp>
      <p:sp>
        <p:nvSpPr>
          <p:cNvPr id="10" name="object 10"/>
          <p:cNvSpPr txBox="1"/>
          <p:nvPr/>
        </p:nvSpPr>
        <p:spPr>
          <a:xfrm>
            <a:off x="228601" y="1984176"/>
            <a:ext cx="8686800" cy="2615460"/>
          </a:xfrm>
          <a:prstGeom prst="rect">
            <a:avLst/>
          </a:prstGeom>
        </p:spPr>
        <p:txBody>
          <a:bodyPr vert="horz" wrap="square" lIns="0" tIns="29845" rIns="0" bIns="0" rtlCol="0">
            <a:spAutoFit/>
          </a:bodyPr>
          <a:lstStyle/>
          <a:p>
            <a:pPr marL="354965" marR="66675" indent="-342900">
              <a:buSzPct val="94642"/>
              <a:tabLst>
                <a:tab pos="355600" algn="l"/>
              </a:tabLst>
            </a:pPr>
            <a:r>
              <a:rPr sz="2400" dirty="0">
                <a:latin typeface="Bookman Old Style" pitchFamily="18" charset="0"/>
                <a:cs typeface="Book Antiqua"/>
              </a:rPr>
              <a:t>Real</a:t>
            </a:r>
            <a:r>
              <a:rPr sz="2400" spc="-5" dirty="0">
                <a:latin typeface="Bookman Old Style" pitchFamily="18" charset="0"/>
                <a:cs typeface="Book Antiqua"/>
              </a:rPr>
              <a:t> </a:t>
            </a:r>
            <a:r>
              <a:rPr sz="2400" spc="-10" dirty="0">
                <a:latin typeface="Bookman Old Style" pitchFamily="18" charset="0"/>
                <a:cs typeface="Book Antiqua"/>
              </a:rPr>
              <a:t>projects </a:t>
            </a:r>
            <a:r>
              <a:rPr sz="2400" spc="-20" dirty="0">
                <a:latin typeface="Bookman Old Style" pitchFamily="18" charset="0"/>
                <a:cs typeface="Book Antiqua"/>
              </a:rPr>
              <a:t>are</a:t>
            </a:r>
            <a:r>
              <a:rPr sz="2400" dirty="0">
                <a:latin typeface="Bookman Old Style" pitchFamily="18" charset="0"/>
                <a:cs typeface="Book Antiqua"/>
              </a:rPr>
              <a:t> </a:t>
            </a:r>
            <a:r>
              <a:rPr sz="2400" spc="-10" dirty="0">
                <a:latin typeface="Bookman Old Style" pitchFamily="18" charset="0"/>
                <a:cs typeface="Book Antiqua"/>
              </a:rPr>
              <a:t>rarely</a:t>
            </a:r>
            <a:r>
              <a:rPr sz="2400" spc="-5" dirty="0">
                <a:latin typeface="Bookman Old Style" pitchFamily="18" charset="0"/>
                <a:cs typeface="Book Antiqua"/>
              </a:rPr>
              <a:t> follow the sequential </a:t>
            </a:r>
            <a:r>
              <a:rPr sz="2400" spc="-685" dirty="0">
                <a:latin typeface="Bookman Old Style" pitchFamily="18" charset="0"/>
                <a:cs typeface="Book Antiqua"/>
              </a:rPr>
              <a:t> </a:t>
            </a:r>
            <a:r>
              <a:rPr sz="2400" spc="-5">
                <a:latin typeface="Bookman Old Style" pitchFamily="18" charset="0"/>
                <a:cs typeface="Book Antiqua"/>
              </a:rPr>
              <a:t>model.</a:t>
            </a:r>
            <a:endParaRPr lang="en-US" sz="2400" spc="-5" dirty="0">
              <a:latin typeface="Bookman Old Style" pitchFamily="18" charset="0"/>
              <a:cs typeface="Book Antiqua"/>
            </a:endParaRPr>
          </a:p>
          <a:p>
            <a:pPr marL="354965" marR="66675" indent="-342900">
              <a:buSzPct val="94642"/>
              <a:tabLst>
                <a:tab pos="355600" algn="l"/>
              </a:tabLst>
            </a:pPr>
            <a:endParaRPr sz="2400">
              <a:latin typeface="Bookman Old Style" pitchFamily="18" charset="0"/>
              <a:cs typeface="Book Antiqua"/>
            </a:endParaRPr>
          </a:p>
          <a:p>
            <a:pPr marL="354965" marR="693420" indent="-342900">
              <a:buSzPct val="94642"/>
              <a:buFont typeface="Book Antiqua"/>
              <a:buAutoNum type="arabicPeriod"/>
              <a:tabLst>
                <a:tab pos="443865" algn="l"/>
                <a:tab pos="444500" algn="l"/>
              </a:tabLst>
            </a:pPr>
            <a:r>
              <a:rPr sz="2400" dirty="0">
                <a:latin typeface="Bookman Old Style" pitchFamily="18" charset="0"/>
              </a:rPr>
              <a:t>	</a:t>
            </a:r>
            <a:r>
              <a:rPr sz="2400" spc="-10" dirty="0">
                <a:latin typeface="Bookman Old Style" pitchFamily="18" charset="0"/>
                <a:cs typeface="Book Antiqua"/>
              </a:rPr>
              <a:t>Difficult</a:t>
            </a:r>
            <a:r>
              <a:rPr sz="2400" spc="-5" dirty="0">
                <a:latin typeface="Bookman Old Style" pitchFamily="18" charset="0"/>
                <a:cs typeface="Book Antiqua"/>
              </a:rPr>
              <a:t> for the customer </a:t>
            </a:r>
            <a:r>
              <a:rPr sz="2400" dirty="0">
                <a:latin typeface="Bookman Old Style" pitchFamily="18" charset="0"/>
                <a:cs typeface="Book Antiqua"/>
              </a:rPr>
              <a:t>to </a:t>
            </a:r>
            <a:r>
              <a:rPr sz="2400" spc="-5" dirty="0">
                <a:latin typeface="Bookman Old Style" pitchFamily="18" charset="0"/>
                <a:cs typeface="Book Antiqua"/>
              </a:rPr>
              <a:t>state</a:t>
            </a:r>
            <a:r>
              <a:rPr sz="2400" dirty="0">
                <a:latin typeface="Bookman Old Style" pitchFamily="18" charset="0"/>
                <a:cs typeface="Book Antiqua"/>
              </a:rPr>
              <a:t> </a:t>
            </a:r>
            <a:r>
              <a:rPr sz="2400">
                <a:latin typeface="Bookman Old Style" pitchFamily="18" charset="0"/>
                <a:cs typeface="Book Antiqua"/>
              </a:rPr>
              <a:t>all </a:t>
            </a:r>
            <a:r>
              <a:rPr sz="2400" spc="-5">
                <a:latin typeface="Bookman Old Style" pitchFamily="18" charset="0"/>
                <a:cs typeface="Book Antiqua"/>
              </a:rPr>
              <a:t>th</a:t>
            </a:r>
            <a:r>
              <a:rPr lang="en-US" sz="2400" spc="-5" dirty="0">
                <a:latin typeface="Bookman Old Style" pitchFamily="18" charset="0"/>
                <a:cs typeface="Book Antiqua"/>
              </a:rPr>
              <a:t>e </a:t>
            </a:r>
            <a:r>
              <a:rPr sz="2400" spc="-15">
                <a:latin typeface="Bookman Old Style" pitchFamily="18" charset="0"/>
                <a:cs typeface="Book Antiqua"/>
              </a:rPr>
              <a:t>requirement</a:t>
            </a:r>
            <a:r>
              <a:rPr sz="2400" spc="-5">
                <a:latin typeface="Bookman Old Style" pitchFamily="18" charset="0"/>
                <a:cs typeface="Book Antiqua"/>
              </a:rPr>
              <a:t> </a:t>
            </a:r>
            <a:r>
              <a:rPr sz="2400" spc="-30" dirty="0">
                <a:latin typeface="Bookman Old Style" pitchFamily="18" charset="0"/>
                <a:cs typeface="Book Antiqua"/>
              </a:rPr>
              <a:t>explicitly.</a:t>
            </a:r>
            <a:endParaRPr sz="2400">
              <a:latin typeface="Bookman Old Style" pitchFamily="18" charset="0"/>
              <a:cs typeface="Book Antiqua"/>
            </a:endParaRPr>
          </a:p>
          <a:p>
            <a:pPr marL="354965" marR="5080" indent="-342900">
              <a:buSzPct val="94642"/>
              <a:buFont typeface="Book Antiqua"/>
              <a:buAutoNum type="arabicPeriod"/>
              <a:tabLst>
                <a:tab pos="431165" algn="l"/>
                <a:tab pos="431800" algn="l"/>
                <a:tab pos="5837555" algn="l"/>
              </a:tabLst>
            </a:pPr>
            <a:r>
              <a:rPr sz="2400" dirty="0">
                <a:latin typeface="Bookman Old Style" pitchFamily="18" charset="0"/>
              </a:rPr>
              <a:t>	</a:t>
            </a:r>
            <a:r>
              <a:rPr sz="2400" spc="-5" dirty="0">
                <a:latin typeface="Bookman Old Style" pitchFamily="18" charset="0"/>
                <a:cs typeface="Book Antiqua"/>
              </a:rPr>
              <a:t>Assumes</a:t>
            </a:r>
            <a:r>
              <a:rPr sz="2400" spc="10" dirty="0">
                <a:latin typeface="Bookman Old Style" pitchFamily="18" charset="0"/>
                <a:cs typeface="Book Antiqua"/>
              </a:rPr>
              <a:t> </a:t>
            </a:r>
            <a:r>
              <a:rPr sz="2400" spc="-5" dirty="0">
                <a:latin typeface="Bookman Old Style" pitchFamily="18" charset="0"/>
                <a:cs typeface="Book Antiqua"/>
              </a:rPr>
              <a:t>patience</a:t>
            </a:r>
            <a:r>
              <a:rPr sz="2400" spc="15" dirty="0">
                <a:latin typeface="Bookman Old Style" pitchFamily="18" charset="0"/>
                <a:cs typeface="Book Antiqua"/>
              </a:rPr>
              <a:t> </a:t>
            </a:r>
            <a:r>
              <a:rPr sz="2400" spc="-15">
                <a:latin typeface="Bookman Old Style" pitchFamily="18" charset="0"/>
                <a:cs typeface="Book Antiqua"/>
              </a:rPr>
              <a:t>from</a:t>
            </a:r>
            <a:r>
              <a:rPr sz="2400" spc="15">
                <a:latin typeface="Bookman Old Style" pitchFamily="18" charset="0"/>
                <a:cs typeface="Book Antiqua"/>
              </a:rPr>
              <a:t> </a:t>
            </a:r>
            <a:r>
              <a:rPr sz="2400" spc="-5">
                <a:latin typeface="Bookman Old Style" pitchFamily="18" charset="0"/>
                <a:cs typeface="Book Antiqua"/>
              </a:rPr>
              <a:t>customer</a:t>
            </a:r>
            <a:r>
              <a:rPr sz="2400">
                <a:latin typeface="Bookman Old Style" pitchFamily="18" charset="0"/>
                <a:cs typeface="Book Antiqua"/>
              </a:rPr>
              <a:t>-</a:t>
            </a:r>
            <a:r>
              <a:rPr sz="2400" spc="-70">
                <a:latin typeface="Bookman Old Style" pitchFamily="18" charset="0"/>
                <a:cs typeface="Book Antiqua"/>
              </a:rPr>
              <a:t> </a:t>
            </a:r>
            <a:r>
              <a:rPr sz="2400" spc="-5" dirty="0">
                <a:latin typeface="Bookman Old Style" pitchFamily="18" charset="0"/>
                <a:cs typeface="Book Antiqua"/>
              </a:rPr>
              <a:t>working </a:t>
            </a:r>
            <a:r>
              <a:rPr sz="2400" spc="-685" dirty="0">
                <a:latin typeface="Bookman Old Style" pitchFamily="18" charset="0"/>
                <a:cs typeface="Book Antiqua"/>
              </a:rPr>
              <a:t> </a:t>
            </a:r>
            <a:r>
              <a:rPr sz="2400" spc="-5" dirty="0">
                <a:latin typeface="Bookman Old Style" pitchFamily="18" charset="0"/>
                <a:cs typeface="Book Antiqua"/>
              </a:rPr>
              <a:t>version </a:t>
            </a:r>
            <a:r>
              <a:rPr sz="2400" dirty="0">
                <a:latin typeface="Bookman Old Style" pitchFamily="18" charset="0"/>
                <a:cs typeface="Book Antiqua"/>
              </a:rPr>
              <a:t>of </a:t>
            </a:r>
            <a:r>
              <a:rPr sz="2400" spc="-10" dirty="0">
                <a:latin typeface="Bookman Old Style" pitchFamily="18" charset="0"/>
                <a:cs typeface="Book Antiqua"/>
              </a:rPr>
              <a:t>program </a:t>
            </a:r>
            <a:r>
              <a:rPr sz="2400" dirty="0">
                <a:latin typeface="Bookman Old Style" pitchFamily="18" charset="0"/>
                <a:cs typeface="Book Antiqua"/>
              </a:rPr>
              <a:t>will </a:t>
            </a:r>
            <a:r>
              <a:rPr sz="2400" spc="-5" dirty="0">
                <a:latin typeface="Bookman Old Style" pitchFamily="18" charset="0"/>
                <a:cs typeface="Book Antiqua"/>
              </a:rPr>
              <a:t>not available until </a:t>
            </a:r>
            <a:r>
              <a:rPr sz="2400" dirty="0">
                <a:latin typeface="Bookman Old Style" pitchFamily="18" charset="0"/>
                <a:cs typeface="Book Antiqua"/>
              </a:rPr>
              <a:t> </a:t>
            </a:r>
            <a:r>
              <a:rPr sz="2400" spc="-10" dirty="0">
                <a:latin typeface="Bookman Old Style" pitchFamily="18" charset="0"/>
                <a:cs typeface="Book Antiqua"/>
              </a:rPr>
              <a:t>programs </a:t>
            </a:r>
            <a:r>
              <a:rPr sz="2400" spc="-5" dirty="0">
                <a:latin typeface="Bookman Old Style" pitchFamily="18" charset="0"/>
                <a:cs typeface="Book Antiqua"/>
              </a:rPr>
              <a:t>not</a:t>
            </a:r>
            <a:r>
              <a:rPr sz="2400" dirty="0">
                <a:latin typeface="Bookman Old Style" pitchFamily="18" charset="0"/>
                <a:cs typeface="Book Antiqua"/>
              </a:rPr>
              <a:t> getting</a:t>
            </a:r>
            <a:r>
              <a:rPr sz="2400" spc="-5" dirty="0">
                <a:latin typeface="Bookman Old Style" pitchFamily="18" charset="0"/>
                <a:cs typeface="Book Antiqua"/>
              </a:rPr>
              <a:t> change</a:t>
            </a:r>
            <a:r>
              <a:rPr sz="2400" dirty="0">
                <a:latin typeface="Bookman Old Style" pitchFamily="18" charset="0"/>
                <a:cs typeface="Book Antiqua"/>
              </a:rPr>
              <a:t> </a:t>
            </a:r>
            <a:r>
              <a:rPr sz="2400" spc="-55" dirty="0">
                <a:latin typeface="Bookman Old Style" pitchFamily="18" charset="0"/>
                <a:cs typeface="Book Antiqua"/>
              </a:rPr>
              <a:t>fully.</a:t>
            </a:r>
            <a:endParaRPr sz="2400">
              <a:latin typeface="Bookman Old Style" pitchFamily="18" charset="0"/>
              <a:cs typeface="Book Antiqu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sp>
        <p:nvSpPr>
          <p:cNvPr id="9" name="object 9"/>
          <p:cNvSpPr txBox="1">
            <a:spLocks noGrp="1"/>
          </p:cNvSpPr>
          <p:nvPr>
            <p:ph type="title"/>
          </p:nvPr>
        </p:nvSpPr>
        <p:spPr>
          <a:xfrm>
            <a:off x="457200" y="304800"/>
            <a:ext cx="8013700" cy="536172"/>
          </a:xfrm>
          <a:prstGeom prst="rect">
            <a:avLst/>
          </a:prstGeom>
        </p:spPr>
        <p:txBody>
          <a:bodyPr vert="horz" wrap="square" lIns="0" tIns="7620" rIns="0" bIns="0" rtlCol="0">
            <a:spAutoFit/>
          </a:bodyPr>
          <a:lstStyle/>
          <a:p>
            <a:pPr marL="12700" marR="5080">
              <a:lnSpc>
                <a:spcPct val="100800"/>
              </a:lnSpc>
              <a:spcBef>
                <a:spcPts val="60"/>
              </a:spcBef>
            </a:pPr>
            <a:r>
              <a:rPr lang="en-US" sz="3400" b="1" spc="-15" dirty="0">
                <a:solidFill>
                  <a:schemeClr val="tx1"/>
                </a:solidFill>
                <a:latin typeface="Bookman Old Style" pitchFamily="18" charset="0"/>
              </a:rPr>
              <a:t>2.3) </a:t>
            </a:r>
            <a:r>
              <a:rPr sz="3400" b="1" spc="-15">
                <a:solidFill>
                  <a:schemeClr val="tx1"/>
                </a:solidFill>
                <a:latin typeface="Bookman Old Style" pitchFamily="18" charset="0"/>
              </a:rPr>
              <a:t>Incremental Process </a:t>
            </a:r>
            <a:r>
              <a:rPr sz="3400" b="1">
                <a:solidFill>
                  <a:schemeClr val="tx1"/>
                </a:solidFill>
                <a:latin typeface="Bookman Old Style" pitchFamily="18" charset="0"/>
              </a:rPr>
              <a:t>Model </a:t>
            </a:r>
          </a:p>
        </p:txBody>
      </p:sp>
      <p:sp>
        <p:nvSpPr>
          <p:cNvPr id="10" name="object 10"/>
          <p:cNvSpPr txBox="1"/>
          <p:nvPr/>
        </p:nvSpPr>
        <p:spPr>
          <a:xfrm>
            <a:off x="533400" y="990600"/>
            <a:ext cx="8610600" cy="5552802"/>
          </a:xfrm>
          <a:prstGeom prst="rect">
            <a:avLst/>
          </a:prstGeom>
        </p:spPr>
        <p:txBody>
          <a:bodyPr vert="horz" wrap="square" lIns="0" tIns="12700" rIns="0" bIns="0" rtlCol="0">
            <a:spAutoFit/>
          </a:bodyPr>
          <a:lstStyle/>
          <a:p>
            <a:pPr marL="259079" marR="5080" indent="-247015">
              <a:buClr>
                <a:srgbClr val="0F6FC6"/>
              </a:buClr>
              <a:buSzPct val="85416"/>
              <a:buFont typeface="Arial"/>
              <a:buChar char="●"/>
              <a:tabLst>
                <a:tab pos="259715" algn="l"/>
              </a:tabLst>
            </a:pPr>
            <a:r>
              <a:rPr sz="2400" spc="-5" dirty="0">
                <a:latin typeface="Bookman Old Style" pitchFamily="18" charset="0"/>
                <a:cs typeface="Book Antiqua"/>
              </a:rPr>
              <a:t>This </a:t>
            </a:r>
            <a:r>
              <a:rPr sz="2400" dirty="0">
                <a:latin typeface="Bookman Old Style" pitchFamily="18" charset="0"/>
                <a:cs typeface="Book Antiqua"/>
              </a:rPr>
              <a:t>is</a:t>
            </a:r>
            <a:r>
              <a:rPr sz="2400" spc="-5" dirty="0">
                <a:latin typeface="Bookman Old Style" pitchFamily="18" charset="0"/>
                <a:cs typeface="Book Antiqua"/>
              </a:rPr>
              <a:t> used </a:t>
            </a:r>
            <a:r>
              <a:rPr sz="2400" dirty="0">
                <a:latin typeface="Bookman Old Style" pitchFamily="18" charset="0"/>
                <a:cs typeface="Book Antiqua"/>
              </a:rPr>
              <a:t>when </a:t>
            </a:r>
            <a:r>
              <a:rPr sz="2400" spc="-15" dirty="0">
                <a:latin typeface="Bookman Old Style" pitchFamily="18" charset="0"/>
                <a:cs typeface="Book Antiqua"/>
              </a:rPr>
              <a:t>there</a:t>
            </a:r>
            <a:r>
              <a:rPr sz="2400" dirty="0">
                <a:latin typeface="Bookman Old Style" pitchFamily="18" charset="0"/>
                <a:cs typeface="Book Antiqua"/>
              </a:rPr>
              <a:t> is</a:t>
            </a:r>
            <a:r>
              <a:rPr sz="2400" spc="-5" dirty="0">
                <a:latin typeface="Bookman Old Style" pitchFamily="18" charset="0"/>
                <a:cs typeface="Book Antiqua"/>
              </a:rPr>
              <a:t> </a:t>
            </a:r>
            <a:r>
              <a:rPr sz="2400" dirty="0">
                <a:latin typeface="Bookman Old Style" pitchFamily="18" charset="0"/>
                <a:cs typeface="Book Antiqua"/>
              </a:rPr>
              <a:t>a </a:t>
            </a:r>
            <a:r>
              <a:rPr sz="2400" spc="-5" dirty="0">
                <a:latin typeface="Bookman Old Style" pitchFamily="18" charset="0"/>
                <a:cs typeface="Book Antiqua"/>
              </a:rPr>
              <a:t>need </a:t>
            </a:r>
            <a:r>
              <a:rPr sz="2400" dirty="0">
                <a:latin typeface="Bookman Old Style" pitchFamily="18" charset="0"/>
                <a:cs typeface="Book Antiqua"/>
              </a:rPr>
              <a:t>to </a:t>
            </a:r>
            <a:r>
              <a:rPr sz="2400" spc="-10" dirty="0">
                <a:latin typeface="Bookman Old Style" pitchFamily="18" charset="0"/>
                <a:cs typeface="Book Antiqua"/>
              </a:rPr>
              <a:t>provide</a:t>
            </a:r>
            <a:r>
              <a:rPr sz="2400" dirty="0">
                <a:latin typeface="Bookman Old Style" pitchFamily="18" charset="0"/>
                <a:cs typeface="Book Antiqua"/>
              </a:rPr>
              <a:t> </a:t>
            </a:r>
            <a:r>
              <a:rPr sz="2400" spc="-5" dirty="0">
                <a:latin typeface="Bookman Old Style" pitchFamily="18" charset="0"/>
                <a:cs typeface="Book Antiqua"/>
              </a:rPr>
              <a:t>limited set </a:t>
            </a:r>
            <a:r>
              <a:rPr sz="2400" spc="-585" dirty="0">
                <a:latin typeface="Bookman Old Style" pitchFamily="18" charset="0"/>
                <a:cs typeface="Book Antiqua"/>
              </a:rPr>
              <a:t> </a:t>
            </a:r>
            <a:r>
              <a:rPr sz="2400" dirty="0">
                <a:latin typeface="Bookman Old Style" pitchFamily="18" charset="0"/>
                <a:cs typeface="Book Antiqua"/>
              </a:rPr>
              <a:t>of </a:t>
            </a:r>
            <a:r>
              <a:rPr sz="2400" spc="-10" dirty="0">
                <a:latin typeface="Bookman Old Style" pitchFamily="18" charset="0"/>
                <a:cs typeface="Book Antiqua"/>
              </a:rPr>
              <a:t>software</a:t>
            </a:r>
            <a:r>
              <a:rPr sz="2400" dirty="0">
                <a:latin typeface="Bookman Old Style" pitchFamily="18" charset="0"/>
                <a:cs typeface="Book Antiqua"/>
              </a:rPr>
              <a:t> </a:t>
            </a:r>
            <a:r>
              <a:rPr sz="2400" spc="-5" dirty="0">
                <a:latin typeface="Bookman Old Style" pitchFamily="18" charset="0"/>
                <a:cs typeface="Book Antiqua"/>
              </a:rPr>
              <a:t>functionality</a:t>
            </a:r>
            <a:r>
              <a:rPr sz="2400" dirty="0">
                <a:latin typeface="Bookman Old Style" pitchFamily="18" charset="0"/>
                <a:cs typeface="Book Antiqua"/>
              </a:rPr>
              <a:t> to </a:t>
            </a:r>
            <a:r>
              <a:rPr sz="2400" spc="-5" dirty="0">
                <a:latin typeface="Bookman Old Style" pitchFamily="18" charset="0"/>
                <a:cs typeface="Book Antiqua"/>
              </a:rPr>
              <a:t>users quickly</a:t>
            </a:r>
            <a:r>
              <a:rPr sz="2400" dirty="0">
                <a:latin typeface="Bookman Old Style" pitchFamily="18" charset="0"/>
                <a:cs typeface="Book Antiqua"/>
              </a:rPr>
              <a:t> and</a:t>
            </a:r>
            <a:r>
              <a:rPr sz="2400" spc="-5" dirty="0">
                <a:latin typeface="Bookman Old Style" pitchFamily="18" charset="0"/>
                <a:cs typeface="Book Antiqua"/>
              </a:rPr>
              <a:t> then </a:t>
            </a:r>
            <a:r>
              <a:rPr sz="2400" dirty="0">
                <a:latin typeface="Bookman Old Style" pitchFamily="18" charset="0"/>
                <a:cs typeface="Book Antiqua"/>
              </a:rPr>
              <a:t> </a:t>
            </a:r>
            <a:r>
              <a:rPr sz="2400" spc="-10" dirty="0">
                <a:latin typeface="Bookman Old Style" pitchFamily="18" charset="0"/>
                <a:cs typeface="Book Antiqua"/>
              </a:rPr>
              <a:t>refine</a:t>
            </a:r>
            <a:r>
              <a:rPr sz="2400" spc="-5" dirty="0">
                <a:latin typeface="Bookman Old Style" pitchFamily="18" charset="0"/>
                <a:cs typeface="Book Antiqua"/>
              </a:rPr>
              <a:t> </a:t>
            </a:r>
            <a:r>
              <a:rPr sz="2400" dirty="0">
                <a:latin typeface="Bookman Old Style" pitchFamily="18" charset="0"/>
                <a:cs typeface="Book Antiqua"/>
              </a:rPr>
              <a:t>and</a:t>
            </a:r>
            <a:r>
              <a:rPr sz="2400" spc="-5" dirty="0">
                <a:latin typeface="Bookman Old Style" pitchFamily="18" charset="0"/>
                <a:cs typeface="Book Antiqua"/>
              </a:rPr>
              <a:t> </a:t>
            </a:r>
            <a:r>
              <a:rPr sz="2400" dirty="0">
                <a:latin typeface="Bookman Old Style" pitchFamily="18" charset="0"/>
                <a:cs typeface="Book Antiqua"/>
              </a:rPr>
              <a:t>expand</a:t>
            </a:r>
            <a:r>
              <a:rPr sz="2400" spc="-5" dirty="0">
                <a:latin typeface="Bookman Old Style" pitchFamily="18" charset="0"/>
                <a:cs typeface="Book Antiqua"/>
              </a:rPr>
              <a:t> that</a:t>
            </a:r>
            <a:r>
              <a:rPr sz="2400" dirty="0">
                <a:latin typeface="Bookman Old Style" pitchFamily="18" charset="0"/>
                <a:cs typeface="Book Antiqua"/>
              </a:rPr>
              <a:t> </a:t>
            </a:r>
            <a:r>
              <a:rPr sz="2400" spc="-5" dirty="0">
                <a:latin typeface="Bookman Old Style" pitchFamily="18" charset="0"/>
                <a:cs typeface="Book Antiqua"/>
              </a:rPr>
              <a:t>functionality</a:t>
            </a:r>
            <a:r>
              <a:rPr sz="2400" dirty="0">
                <a:latin typeface="Bookman Old Style" pitchFamily="18" charset="0"/>
                <a:cs typeface="Book Antiqua"/>
              </a:rPr>
              <a:t> </a:t>
            </a:r>
            <a:r>
              <a:rPr sz="2400" spc="-5" dirty="0">
                <a:latin typeface="Bookman Old Style" pitchFamily="18" charset="0"/>
                <a:cs typeface="Book Antiqua"/>
              </a:rPr>
              <a:t>in </a:t>
            </a:r>
            <a:r>
              <a:rPr sz="2400" dirty="0">
                <a:latin typeface="Bookman Old Style" pitchFamily="18" charset="0"/>
                <a:cs typeface="Book Antiqua"/>
              </a:rPr>
              <a:t>later </a:t>
            </a:r>
            <a:r>
              <a:rPr sz="2400" spc="-10">
                <a:latin typeface="Bookman Old Style" pitchFamily="18" charset="0"/>
                <a:cs typeface="Book Antiqua"/>
              </a:rPr>
              <a:t>software </a:t>
            </a:r>
            <a:r>
              <a:rPr sz="2400" spc="-5">
                <a:latin typeface="Bookman Old Style" pitchFamily="18" charset="0"/>
                <a:cs typeface="Book Antiqua"/>
              </a:rPr>
              <a:t> </a:t>
            </a:r>
            <a:r>
              <a:rPr sz="2400" spc="-10">
                <a:latin typeface="Bookman Old Style" pitchFamily="18" charset="0"/>
                <a:cs typeface="Book Antiqua"/>
              </a:rPr>
              <a:t>releases</a:t>
            </a:r>
            <a:endParaRPr lang="en-US" sz="2400" spc="-10" dirty="0">
              <a:latin typeface="Bookman Old Style" pitchFamily="18" charset="0"/>
              <a:cs typeface="Book Antiqua"/>
            </a:endParaRPr>
          </a:p>
          <a:p>
            <a:pPr marL="650240" marR="173990" indent="-244475">
              <a:buClr>
                <a:srgbClr val="0F6FC6"/>
              </a:buClr>
              <a:buSzPct val="85106"/>
              <a:buFont typeface="Arial"/>
              <a:buChar char="●"/>
              <a:tabLst>
                <a:tab pos="650875" algn="l"/>
              </a:tabLst>
            </a:pPr>
            <a:r>
              <a:rPr lang="en-US" sz="2400" spc="15" dirty="0">
                <a:latin typeface="Bookman Old Style" pitchFamily="18" charset="0"/>
                <a:cs typeface="Book Antiqua"/>
              </a:rPr>
              <a:t>When </a:t>
            </a:r>
            <a:r>
              <a:rPr lang="en-US" sz="2400" spc="10" dirty="0">
                <a:latin typeface="Bookman Old Style" pitchFamily="18" charset="0"/>
                <a:cs typeface="Book Antiqua"/>
              </a:rPr>
              <a:t>an </a:t>
            </a:r>
            <a:r>
              <a:rPr lang="en-US" sz="2400" spc="5" dirty="0">
                <a:latin typeface="Bookman Old Style" pitchFamily="18" charset="0"/>
                <a:cs typeface="Book Antiqua"/>
              </a:rPr>
              <a:t>incremental </a:t>
            </a:r>
            <a:r>
              <a:rPr lang="en-US" sz="2400" spc="10" dirty="0">
                <a:latin typeface="Bookman Old Style" pitchFamily="18" charset="0"/>
                <a:cs typeface="Book Antiqua"/>
              </a:rPr>
              <a:t>model </a:t>
            </a:r>
            <a:r>
              <a:rPr lang="en-US" sz="2400" spc="5" dirty="0">
                <a:latin typeface="Bookman Old Style" pitchFamily="18" charset="0"/>
                <a:cs typeface="Book Antiqua"/>
              </a:rPr>
              <a:t>is used, </a:t>
            </a:r>
            <a:r>
              <a:rPr lang="en-US" sz="2400" spc="10" dirty="0">
                <a:latin typeface="Bookman Old Style" pitchFamily="18" charset="0"/>
                <a:cs typeface="Book Antiqua"/>
              </a:rPr>
              <a:t>the </a:t>
            </a:r>
            <a:r>
              <a:rPr lang="en-US" sz="2400" spc="5" dirty="0">
                <a:latin typeface="Bookman Old Style" pitchFamily="18" charset="0"/>
                <a:cs typeface="Book Antiqua"/>
              </a:rPr>
              <a:t>first increment </a:t>
            </a:r>
            <a:r>
              <a:rPr lang="en-US" sz="2400" spc="-575" dirty="0">
                <a:latin typeface="Bookman Old Style" pitchFamily="18" charset="0"/>
                <a:cs typeface="Book Antiqua"/>
              </a:rPr>
              <a:t> </a:t>
            </a:r>
            <a:r>
              <a:rPr lang="en-US" sz="2400" spc="5" dirty="0">
                <a:latin typeface="Bookman Old Style" pitchFamily="18" charset="0"/>
                <a:cs typeface="Book Antiqua"/>
              </a:rPr>
              <a:t>is</a:t>
            </a:r>
            <a:r>
              <a:rPr lang="en-US" sz="2400" dirty="0">
                <a:latin typeface="Bookman Old Style" pitchFamily="18" charset="0"/>
                <a:cs typeface="Book Antiqua"/>
              </a:rPr>
              <a:t> </a:t>
            </a:r>
            <a:r>
              <a:rPr lang="en-US" sz="2400" spc="10" dirty="0">
                <a:latin typeface="Bookman Old Style" pitchFamily="18" charset="0"/>
                <a:cs typeface="Book Antiqua"/>
              </a:rPr>
              <a:t>often</a:t>
            </a:r>
            <a:r>
              <a:rPr lang="en-US" sz="2400" spc="5" dirty="0">
                <a:latin typeface="Bookman Old Style" pitchFamily="18" charset="0"/>
                <a:cs typeface="Book Antiqua"/>
              </a:rPr>
              <a:t> </a:t>
            </a:r>
            <a:r>
              <a:rPr lang="en-US" sz="2400" spc="10" dirty="0">
                <a:latin typeface="Bookman Old Style" pitchFamily="18" charset="0"/>
                <a:cs typeface="Book Antiqua"/>
              </a:rPr>
              <a:t>a</a:t>
            </a:r>
            <a:r>
              <a:rPr lang="en-US" sz="2400" spc="5" dirty="0">
                <a:latin typeface="Bookman Old Style" pitchFamily="18" charset="0"/>
                <a:cs typeface="Book Antiqua"/>
              </a:rPr>
              <a:t> </a:t>
            </a:r>
            <a:r>
              <a:rPr lang="en-US" sz="2400" i="1" spc="-5" dirty="0">
                <a:latin typeface="Bookman Old Style" pitchFamily="18" charset="0"/>
                <a:cs typeface="Palatino Linotype"/>
              </a:rPr>
              <a:t>core</a:t>
            </a:r>
            <a:r>
              <a:rPr lang="en-US" sz="2400" i="1" spc="5" dirty="0">
                <a:latin typeface="Bookman Old Style" pitchFamily="18" charset="0"/>
                <a:cs typeface="Palatino Linotype"/>
              </a:rPr>
              <a:t> </a:t>
            </a:r>
            <a:r>
              <a:rPr lang="en-US" sz="2400" i="1" dirty="0">
                <a:latin typeface="Bookman Old Style" pitchFamily="18" charset="0"/>
                <a:cs typeface="Palatino Linotype"/>
              </a:rPr>
              <a:t>product</a:t>
            </a:r>
            <a:endParaRPr lang="en-US" sz="2400" dirty="0">
              <a:latin typeface="Bookman Old Style" pitchFamily="18" charset="0"/>
              <a:cs typeface="Palatino Linotype"/>
            </a:endParaRPr>
          </a:p>
          <a:p>
            <a:pPr marL="650240" marR="250190" indent="-244475">
              <a:buClr>
                <a:srgbClr val="0F6FC6"/>
              </a:buClr>
              <a:buSzPct val="85106"/>
              <a:buFont typeface="Arial"/>
              <a:buChar char="●"/>
              <a:tabLst>
                <a:tab pos="650875" algn="l"/>
              </a:tabLst>
            </a:pPr>
            <a:r>
              <a:rPr lang="en-US" sz="2400" spc="10" dirty="0">
                <a:latin typeface="Bookman Old Style" pitchFamily="18" charset="0"/>
                <a:cs typeface="Book Antiqua"/>
              </a:rPr>
              <a:t>The</a:t>
            </a:r>
            <a:r>
              <a:rPr lang="en-US" sz="2400" spc="5" dirty="0">
                <a:latin typeface="Bookman Old Style" pitchFamily="18" charset="0"/>
                <a:cs typeface="Book Antiqua"/>
              </a:rPr>
              <a:t> incremental</a:t>
            </a:r>
            <a:r>
              <a:rPr lang="en-US" sz="2400" spc="10" dirty="0">
                <a:latin typeface="Bookman Old Style" pitchFamily="18" charset="0"/>
                <a:cs typeface="Book Antiqua"/>
              </a:rPr>
              <a:t> </a:t>
            </a:r>
            <a:r>
              <a:rPr lang="en-US" sz="2400" dirty="0">
                <a:latin typeface="Bookman Old Style" pitchFamily="18" charset="0"/>
                <a:cs typeface="Book Antiqua"/>
              </a:rPr>
              <a:t>process</a:t>
            </a:r>
            <a:r>
              <a:rPr lang="en-US" sz="2400" spc="10" dirty="0">
                <a:latin typeface="Bookman Old Style" pitchFamily="18" charset="0"/>
                <a:cs typeface="Book Antiqua"/>
              </a:rPr>
              <a:t> model </a:t>
            </a:r>
            <a:r>
              <a:rPr lang="en-US" sz="2400" spc="5" dirty="0">
                <a:latin typeface="Bookman Old Style" pitchFamily="18" charset="0"/>
                <a:cs typeface="Book Antiqua"/>
              </a:rPr>
              <a:t>focuses</a:t>
            </a:r>
            <a:r>
              <a:rPr lang="en-US" sz="2400" spc="10" dirty="0">
                <a:latin typeface="Bookman Old Style" pitchFamily="18" charset="0"/>
                <a:cs typeface="Book Antiqua"/>
              </a:rPr>
              <a:t> on</a:t>
            </a:r>
            <a:r>
              <a:rPr lang="en-US" sz="2400" spc="5" dirty="0">
                <a:latin typeface="Bookman Old Style" pitchFamily="18" charset="0"/>
                <a:cs typeface="Book Antiqua"/>
              </a:rPr>
              <a:t> </a:t>
            </a:r>
            <a:r>
              <a:rPr lang="en-US" sz="2400" spc="10" dirty="0">
                <a:latin typeface="Bookman Old Style" pitchFamily="18" charset="0"/>
                <a:cs typeface="Book Antiqua"/>
              </a:rPr>
              <a:t>the delivery </a:t>
            </a:r>
            <a:r>
              <a:rPr lang="en-US" sz="2400" spc="-570" dirty="0">
                <a:latin typeface="Bookman Old Style" pitchFamily="18" charset="0"/>
                <a:cs typeface="Book Antiqua"/>
              </a:rPr>
              <a:t> </a:t>
            </a:r>
            <a:r>
              <a:rPr lang="en-US" sz="2400" spc="10" dirty="0">
                <a:latin typeface="Bookman Old Style" pitchFamily="18" charset="0"/>
                <a:cs typeface="Book Antiqua"/>
              </a:rPr>
              <a:t>of</a:t>
            </a:r>
            <a:r>
              <a:rPr lang="en-US" sz="2400" dirty="0">
                <a:latin typeface="Bookman Old Style" pitchFamily="18" charset="0"/>
                <a:cs typeface="Book Antiqua"/>
              </a:rPr>
              <a:t> </a:t>
            </a:r>
            <a:r>
              <a:rPr lang="en-US" sz="2400" spc="10" dirty="0">
                <a:latin typeface="Bookman Old Style" pitchFamily="18" charset="0"/>
                <a:cs typeface="Book Antiqua"/>
              </a:rPr>
              <a:t>an</a:t>
            </a:r>
            <a:r>
              <a:rPr lang="en-US" sz="2400" spc="5" dirty="0">
                <a:latin typeface="Bookman Old Style" pitchFamily="18" charset="0"/>
                <a:cs typeface="Book Antiqua"/>
              </a:rPr>
              <a:t> </a:t>
            </a:r>
            <a:r>
              <a:rPr lang="en-US" sz="2400" spc="10" dirty="0">
                <a:latin typeface="Bookman Old Style" pitchFamily="18" charset="0"/>
                <a:cs typeface="Book Antiqua"/>
              </a:rPr>
              <a:t>operational</a:t>
            </a:r>
            <a:r>
              <a:rPr lang="en-US" sz="2400" spc="5" dirty="0">
                <a:latin typeface="Bookman Old Style" pitchFamily="18" charset="0"/>
                <a:cs typeface="Book Antiqua"/>
              </a:rPr>
              <a:t> </a:t>
            </a:r>
            <a:r>
              <a:rPr lang="en-US" sz="2400" dirty="0">
                <a:latin typeface="Bookman Old Style" pitchFamily="18" charset="0"/>
                <a:cs typeface="Book Antiqua"/>
              </a:rPr>
              <a:t>product</a:t>
            </a:r>
            <a:r>
              <a:rPr lang="en-US" sz="2400" spc="5" dirty="0">
                <a:latin typeface="Bookman Old Style" pitchFamily="18" charset="0"/>
                <a:cs typeface="Book Antiqua"/>
              </a:rPr>
              <a:t> </a:t>
            </a:r>
            <a:r>
              <a:rPr lang="en-US" sz="2400" spc="10" dirty="0">
                <a:latin typeface="Bookman Old Style" pitchFamily="18" charset="0"/>
                <a:cs typeface="Book Antiqua"/>
              </a:rPr>
              <a:t>with</a:t>
            </a:r>
            <a:r>
              <a:rPr lang="en-US" sz="2400" spc="5" dirty="0">
                <a:latin typeface="Bookman Old Style" pitchFamily="18" charset="0"/>
                <a:cs typeface="Book Antiqua"/>
              </a:rPr>
              <a:t> </a:t>
            </a:r>
            <a:r>
              <a:rPr lang="en-US" sz="2400" spc="10" dirty="0">
                <a:latin typeface="Bookman Old Style" pitchFamily="18" charset="0"/>
                <a:cs typeface="Book Antiqua"/>
              </a:rPr>
              <a:t>each</a:t>
            </a:r>
            <a:r>
              <a:rPr lang="en-US" sz="2400" spc="5" dirty="0">
                <a:latin typeface="Bookman Old Style" pitchFamily="18" charset="0"/>
                <a:cs typeface="Book Antiqua"/>
              </a:rPr>
              <a:t> increment</a:t>
            </a:r>
            <a:endParaRPr lang="en-US" sz="2400" dirty="0">
              <a:latin typeface="Bookman Old Style" pitchFamily="18" charset="0"/>
              <a:cs typeface="Book Antiqua"/>
            </a:endParaRPr>
          </a:p>
          <a:p>
            <a:pPr marL="283845" indent="-271780">
              <a:buClr>
                <a:srgbClr val="0BD0D9"/>
              </a:buClr>
              <a:buSzPct val="94545"/>
              <a:buFont typeface="Arial"/>
              <a:buChar char="●"/>
              <a:tabLst>
                <a:tab pos="284480" algn="l"/>
              </a:tabLst>
            </a:pPr>
            <a:r>
              <a:rPr lang="en-US" sz="2400" dirty="0">
                <a:latin typeface="Bookman Old Style" pitchFamily="18" charset="0"/>
                <a:cs typeface="Book Antiqua"/>
              </a:rPr>
              <a:t>Staffing,</a:t>
            </a:r>
            <a:r>
              <a:rPr lang="en-US" sz="2400" spc="10" dirty="0">
                <a:latin typeface="Bookman Old Style" pitchFamily="18" charset="0"/>
                <a:cs typeface="Book Antiqua"/>
              </a:rPr>
              <a:t> </a:t>
            </a:r>
            <a:r>
              <a:rPr lang="en-US" sz="2400" spc="5" dirty="0">
                <a:latin typeface="Bookman Old Style" pitchFamily="18" charset="0"/>
                <a:cs typeface="Book Antiqua"/>
              </a:rPr>
              <a:t>delivery</a:t>
            </a:r>
            <a:r>
              <a:rPr lang="en-US" sz="2400" spc="10" dirty="0">
                <a:latin typeface="Bookman Old Style" pitchFamily="18" charset="0"/>
                <a:cs typeface="Book Antiqua"/>
              </a:rPr>
              <a:t> </a:t>
            </a:r>
            <a:r>
              <a:rPr lang="en-US" sz="2400" spc="5" dirty="0">
                <a:latin typeface="Bookman Old Style" pitchFamily="18" charset="0"/>
                <a:cs typeface="Book Antiqua"/>
              </a:rPr>
              <a:t>date</a:t>
            </a:r>
            <a:r>
              <a:rPr lang="en-US" sz="2400" spc="10" dirty="0">
                <a:latin typeface="Bookman Old Style" pitchFamily="18" charset="0"/>
                <a:cs typeface="Book Antiqua"/>
              </a:rPr>
              <a:t> and</a:t>
            </a:r>
            <a:r>
              <a:rPr lang="en-US" sz="2400" spc="5" dirty="0">
                <a:latin typeface="Bookman Old Style" pitchFamily="18" charset="0"/>
                <a:cs typeface="Book Antiqua"/>
              </a:rPr>
              <a:t> </a:t>
            </a:r>
            <a:r>
              <a:rPr lang="en-US" sz="2400" spc="-5" dirty="0">
                <a:latin typeface="Bookman Old Style" pitchFamily="18" charset="0"/>
                <a:cs typeface="Book Antiqua"/>
              </a:rPr>
              <a:t>resources</a:t>
            </a:r>
            <a:r>
              <a:rPr lang="en-US" sz="2400" spc="5" dirty="0">
                <a:latin typeface="Bookman Old Style" pitchFamily="18" charset="0"/>
                <a:cs typeface="Book Antiqua"/>
              </a:rPr>
              <a:t> </a:t>
            </a:r>
            <a:r>
              <a:rPr lang="en-US" sz="2400" spc="-10" dirty="0">
                <a:latin typeface="Bookman Old Style" pitchFamily="18" charset="0"/>
                <a:cs typeface="Book Antiqua"/>
              </a:rPr>
              <a:t>are</a:t>
            </a:r>
            <a:r>
              <a:rPr lang="en-US" sz="2400" spc="10" dirty="0">
                <a:latin typeface="Bookman Old Style" pitchFamily="18" charset="0"/>
                <a:cs typeface="Book Antiqua"/>
              </a:rPr>
              <a:t> managed.</a:t>
            </a:r>
            <a:endParaRPr lang="en-US" sz="2400" dirty="0">
              <a:latin typeface="Bookman Old Style" pitchFamily="18" charset="0"/>
              <a:cs typeface="Book Antiqua"/>
            </a:endParaRPr>
          </a:p>
          <a:p>
            <a:pPr marL="283845" indent="-271780">
              <a:buClr>
                <a:srgbClr val="0BD0D9"/>
              </a:buClr>
              <a:buSzPct val="94545"/>
              <a:buFont typeface="Arial"/>
              <a:buChar char="●"/>
              <a:tabLst>
                <a:tab pos="284480" algn="l"/>
              </a:tabLst>
            </a:pPr>
            <a:r>
              <a:rPr lang="en-US" sz="2400" spc="5" dirty="0">
                <a:latin typeface="Bookman Old Style" pitchFamily="18" charset="0"/>
                <a:cs typeface="Book Antiqua"/>
              </a:rPr>
              <a:t>Disadvantages:</a:t>
            </a:r>
            <a:endParaRPr lang="en-US" sz="2400" dirty="0">
              <a:latin typeface="Bookman Old Style" pitchFamily="18" charset="0"/>
              <a:cs typeface="Book Antiqua"/>
            </a:endParaRPr>
          </a:p>
          <a:p>
            <a:pPr marL="650240" lvl="1" indent="-245110">
              <a:buClr>
                <a:srgbClr val="0F6FC6"/>
              </a:buClr>
              <a:buSzPct val="85106"/>
              <a:buFont typeface="Arial"/>
              <a:buChar char="●"/>
              <a:tabLst>
                <a:tab pos="650875" algn="l"/>
              </a:tabLst>
            </a:pPr>
            <a:r>
              <a:rPr lang="en-US" sz="2400" spc="10" dirty="0">
                <a:latin typeface="Bookman Old Style" pitchFamily="18" charset="0"/>
                <a:cs typeface="Book Antiqua"/>
              </a:rPr>
              <a:t>Each</a:t>
            </a:r>
            <a:r>
              <a:rPr lang="en-US" sz="2400" spc="-5" dirty="0">
                <a:latin typeface="Bookman Old Style" pitchFamily="18" charset="0"/>
                <a:cs typeface="Book Antiqua"/>
              </a:rPr>
              <a:t> </a:t>
            </a:r>
            <a:r>
              <a:rPr lang="en-US" sz="2400" spc="10" dirty="0">
                <a:latin typeface="Bookman Old Style" pitchFamily="18" charset="0"/>
                <a:cs typeface="Book Antiqua"/>
              </a:rPr>
              <a:t>phase</a:t>
            </a:r>
            <a:r>
              <a:rPr lang="en-US" sz="2400" dirty="0">
                <a:latin typeface="Bookman Old Style" pitchFamily="18" charset="0"/>
                <a:cs typeface="Book Antiqua"/>
              </a:rPr>
              <a:t> </a:t>
            </a:r>
            <a:r>
              <a:rPr lang="en-US" sz="2400" spc="5" dirty="0">
                <a:latin typeface="Bookman Old Style" pitchFamily="18" charset="0"/>
                <a:cs typeface="Book Antiqua"/>
              </a:rPr>
              <a:t>is</a:t>
            </a:r>
            <a:r>
              <a:rPr lang="en-US" sz="2400" dirty="0">
                <a:latin typeface="Bookman Old Style" pitchFamily="18" charset="0"/>
                <a:cs typeface="Book Antiqua"/>
              </a:rPr>
              <a:t> </a:t>
            </a:r>
            <a:r>
              <a:rPr lang="en-US" sz="2400" spc="10" dirty="0">
                <a:latin typeface="Bookman Old Style" pitchFamily="18" charset="0"/>
                <a:cs typeface="Book Antiqua"/>
              </a:rPr>
              <a:t>rigid</a:t>
            </a:r>
            <a:r>
              <a:rPr lang="en-US" sz="2400" dirty="0">
                <a:latin typeface="Bookman Old Style" pitchFamily="18" charset="0"/>
                <a:cs typeface="Book Antiqua"/>
              </a:rPr>
              <a:t> </a:t>
            </a:r>
            <a:r>
              <a:rPr lang="en-US" sz="2400" spc="10" dirty="0">
                <a:latin typeface="Bookman Old Style" pitchFamily="18" charset="0"/>
                <a:cs typeface="Book Antiqua"/>
              </a:rPr>
              <a:t>and</a:t>
            </a:r>
            <a:r>
              <a:rPr lang="en-US" sz="2400" dirty="0">
                <a:latin typeface="Bookman Old Style" pitchFamily="18" charset="0"/>
                <a:cs typeface="Book Antiqua"/>
              </a:rPr>
              <a:t> </a:t>
            </a:r>
            <a:r>
              <a:rPr lang="en-US" sz="2400" spc="10" dirty="0">
                <a:latin typeface="Bookman Old Style" pitchFamily="18" charset="0"/>
                <a:cs typeface="Book Antiqua"/>
              </a:rPr>
              <a:t>no</a:t>
            </a:r>
            <a:r>
              <a:rPr lang="en-US" sz="2400" dirty="0">
                <a:latin typeface="Bookman Old Style" pitchFamily="18" charset="0"/>
                <a:cs typeface="Book Antiqua"/>
              </a:rPr>
              <a:t> </a:t>
            </a:r>
            <a:r>
              <a:rPr lang="en-US" sz="2400" spc="10" dirty="0">
                <a:latin typeface="Bookman Old Style" pitchFamily="18" charset="0"/>
                <a:cs typeface="Book Antiqua"/>
              </a:rPr>
              <a:t>overlapping.</a:t>
            </a:r>
            <a:endParaRPr lang="en-US" sz="2400" dirty="0">
              <a:latin typeface="Bookman Old Style" pitchFamily="18" charset="0"/>
              <a:cs typeface="Book Antiqua"/>
            </a:endParaRPr>
          </a:p>
          <a:p>
            <a:pPr marL="650240" marR="187960" lvl="1" indent="-244475">
              <a:buClr>
                <a:srgbClr val="0F6FC6"/>
              </a:buClr>
              <a:buSzPct val="85106"/>
              <a:buFont typeface="Arial"/>
              <a:buChar char="●"/>
              <a:tabLst>
                <a:tab pos="650875" algn="l"/>
              </a:tabLst>
            </a:pPr>
            <a:r>
              <a:rPr lang="en-US" sz="2400" spc="10" dirty="0">
                <a:latin typeface="Bookman Old Style" pitchFamily="18" charset="0"/>
                <a:cs typeface="Book Antiqua"/>
              </a:rPr>
              <a:t>Not</a:t>
            </a:r>
            <a:r>
              <a:rPr lang="en-US" sz="2400" spc="5" dirty="0">
                <a:latin typeface="Bookman Old Style" pitchFamily="18" charset="0"/>
                <a:cs typeface="Book Antiqua"/>
              </a:rPr>
              <a:t> all </a:t>
            </a:r>
            <a:r>
              <a:rPr lang="en-US" sz="2400" dirty="0">
                <a:latin typeface="Bookman Old Style" pitchFamily="18" charset="0"/>
                <a:cs typeface="Book Antiqua"/>
              </a:rPr>
              <a:t>requirements</a:t>
            </a:r>
            <a:r>
              <a:rPr lang="en-US" sz="2400" spc="5" dirty="0">
                <a:latin typeface="Bookman Old Style" pitchFamily="18" charset="0"/>
                <a:cs typeface="Book Antiqua"/>
              </a:rPr>
              <a:t> </a:t>
            </a:r>
            <a:r>
              <a:rPr lang="en-US" sz="2400" spc="-5" dirty="0">
                <a:latin typeface="Bookman Old Style" pitchFamily="18" charset="0"/>
                <a:cs typeface="Book Antiqua"/>
              </a:rPr>
              <a:t>are</a:t>
            </a:r>
            <a:r>
              <a:rPr lang="en-US" sz="2400" spc="5" dirty="0">
                <a:latin typeface="Bookman Old Style" pitchFamily="18" charset="0"/>
                <a:cs typeface="Book Antiqua"/>
              </a:rPr>
              <a:t> gathered</a:t>
            </a:r>
            <a:r>
              <a:rPr lang="en-US" sz="2400" spc="10" dirty="0">
                <a:latin typeface="Bookman Old Style" pitchFamily="18" charset="0"/>
                <a:cs typeface="Book Antiqua"/>
              </a:rPr>
              <a:t> up</a:t>
            </a:r>
            <a:r>
              <a:rPr lang="en-US" sz="2400" spc="5" dirty="0">
                <a:latin typeface="Bookman Old Style" pitchFamily="18" charset="0"/>
                <a:cs typeface="Book Antiqua"/>
              </a:rPr>
              <a:t> </a:t>
            </a:r>
            <a:r>
              <a:rPr lang="en-US" sz="2400" spc="10" dirty="0">
                <a:latin typeface="Bookman Old Style" pitchFamily="18" charset="0"/>
                <a:cs typeface="Book Antiqua"/>
              </a:rPr>
              <a:t>at</a:t>
            </a:r>
            <a:r>
              <a:rPr lang="en-US" sz="2400" spc="5" dirty="0">
                <a:latin typeface="Bookman Old Style" pitchFamily="18" charset="0"/>
                <a:cs typeface="Book Antiqua"/>
              </a:rPr>
              <a:t> </a:t>
            </a:r>
            <a:r>
              <a:rPr lang="en-US" sz="2400" spc="10" dirty="0">
                <a:latin typeface="Bookman Old Style" pitchFamily="18" charset="0"/>
                <a:cs typeface="Book Antiqua"/>
              </a:rPr>
              <a:t>once.</a:t>
            </a:r>
            <a:r>
              <a:rPr lang="en-US" sz="2400" spc="5" dirty="0">
                <a:latin typeface="Bookman Old Style" pitchFamily="18" charset="0"/>
                <a:cs typeface="Book Antiqua"/>
              </a:rPr>
              <a:t> Problems </a:t>
            </a:r>
            <a:r>
              <a:rPr lang="en-US" sz="2400" spc="-570" dirty="0">
                <a:latin typeface="Bookman Old Style" pitchFamily="18" charset="0"/>
                <a:cs typeface="Book Antiqua"/>
              </a:rPr>
              <a:t> </a:t>
            </a:r>
            <a:r>
              <a:rPr lang="en-US" sz="2400" spc="15" dirty="0">
                <a:latin typeface="Bookman Old Style" pitchFamily="18" charset="0"/>
                <a:cs typeface="Book Antiqua"/>
              </a:rPr>
              <a:t>may</a:t>
            </a:r>
            <a:r>
              <a:rPr lang="en-US" sz="2400" dirty="0">
                <a:latin typeface="Bookman Old Style" pitchFamily="18" charset="0"/>
                <a:cs typeface="Book Antiqua"/>
              </a:rPr>
              <a:t> </a:t>
            </a:r>
            <a:r>
              <a:rPr lang="en-US" sz="2400" spc="5" dirty="0">
                <a:latin typeface="Bookman Old Style" pitchFamily="18" charset="0"/>
                <a:cs typeface="Book Antiqua"/>
              </a:rPr>
              <a:t>arise</a:t>
            </a:r>
            <a:endParaRPr lang="en-US" sz="2400" dirty="0">
              <a:latin typeface="Bookman Old Style" pitchFamily="18" charset="0"/>
              <a:cs typeface="Arial"/>
            </a:endParaRPr>
          </a:p>
          <a:p>
            <a:pPr marL="259079" marR="5080" indent="-247015">
              <a:buClr>
                <a:srgbClr val="0F6FC6"/>
              </a:buClr>
              <a:buSzPct val="85416"/>
              <a:buFont typeface="Arial"/>
              <a:buChar char="●"/>
              <a:tabLst>
                <a:tab pos="259715" algn="l"/>
              </a:tabLst>
            </a:pPr>
            <a:endParaRPr sz="2400">
              <a:latin typeface="Bookman Old Style" pitchFamily="18" charset="0"/>
              <a:cs typeface="Book Antiqua"/>
            </a:endParaRP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dirty="0"/>
              <a:pPr marL="38100">
                <a:lnSpc>
                  <a:spcPts val="1425"/>
                </a:lnSpc>
              </a:pPr>
              <a:t>36</a:t>
            </a:fld>
            <a:endParaRP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sp>
        <p:nvSpPr>
          <p:cNvPr id="12" name="Rectangle 11"/>
          <p:cNvSpPr/>
          <p:nvPr/>
        </p:nvSpPr>
        <p:spPr>
          <a:xfrm>
            <a:off x="8229600" y="6096000"/>
            <a:ext cx="470000" cy="369332"/>
          </a:xfrm>
          <a:prstGeom prst="rect">
            <a:avLst/>
          </a:prstGeom>
        </p:spPr>
        <p:txBody>
          <a:bodyPr wrap="none">
            <a:spAutoFit/>
          </a:bodyPr>
          <a:lstStyle/>
          <a:p>
            <a:r>
              <a:rPr lang="en-US" dirty="0">
                <a:solidFill>
                  <a:srgbClr val="045C75"/>
                </a:solidFill>
                <a:latin typeface="Bookman Old Style" pitchFamily="18" charset="0"/>
                <a:cs typeface="Arial"/>
              </a:rPr>
              <a:t>36</a:t>
            </a:r>
            <a:endParaRPr lang="en-US" dirty="0"/>
          </a:p>
        </p:txBody>
      </p:sp>
      <p:pic>
        <p:nvPicPr>
          <p:cNvPr id="13" name="object 11"/>
          <p:cNvPicPr/>
          <p:nvPr/>
        </p:nvPicPr>
        <p:blipFill>
          <a:blip r:embed="rId5" cstate="print"/>
          <a:stretch>
            <a:fillRect/>
          </a:stretch>
        </p:blipFill>
        <p:spPr>
          <a:xfrm>
            <a:off x="228600" y="1143000"/>
            <a:ext cx="8534400" cy="4953000"/>
          </a:xfrm>
          <a:prstGeom prst="rect">
            <a:avLst/>
          </a:prstGeom>
        </p:spPr>
      </p:pic>
      <p:sp>
        <p:nvSpPr>
          <p:cNvPr id="14" name="object 12"/>
          <p:cNvSpPr txBox="1"/>
          <p:nvPr/>
        </p:nvSpPr>
        <p:spPr>
          <a:xfrm>
            <a:off x="762000" y="5986780"/>
            <a:ext cx="7543799" cy="566420"/>
          </a:xfrm>
          <a:prstGeom prst="rect">
            <a:avLst/>
          </a:prstGeom>
        </p:spPr>
        <p:txBody>
          <a:bodyPr vert="horz" wrap="square" lIns="0" tIns="27940" rIns="0" bIns="0" rtlCol="0">
            <a:spAutoFit/>
          </a:bodyPr>
          <a:lstStyle/>
          <a:p>
            <a:pPr marL="12700" marR="5080">
              <a:lnSpc>
                <a:spcPts val="2100"/>
              </a:lnSpc>
              <a:spcBef>
                <a:spcPts val="220"/>
              </a:spcBef>
            </a:pPr>
            <a:r>
              <a:rPr sz="1800" dirty="0">
                <a:latin typeface="Arial"/>
                <a:cs typeface="Arial"/>
              </a:rPr>
              <a:t>Delivers</a:t>
            </a:r>
            <a:r>
              <a:rPr sz="1800" spc="-15" dirty="0">
                <a:latin typeface="Arial"/>
                <a:cs typeface="Arial"/>
              </a:rPr>
              <a:t> </a:t>
            </a:r>
            <a:r>
              <a:rPr sz="1800" spc="-5" dirty="0">
                <a:latin typeface="Arial"/>
                <a:cs typeface="Arial"/>
              </a:rPr>
              <a:t>software</a:t>
            </a:r>
            <a:r>
              <a:rPr sz="1800" spc="-10" dirty="0">
                <a:latin typeface="Arial"/>
                <a:cs typeface="Arial"/>
              </a:rPr>
              <a:t> </a:t>
            </a:r>
            <a:r>
              <a:rPr sz="1800" dirty="0">
                <a:latin typeface="Arial"/>
                <a:cs typeface="Arial"/>
              </a:rPr>
              <a:t>in</a:t>
            </a:r>
            <a:r>
              <a:rPr sz="1800" spc="-10" dirty="0">
                <a:latin typeface="Arial"/>
                <a:cs typeface="Arial"/>
              </a:rPr>
              <a:t> </a:t>
            </a:r>
            <a:r>
              <a:rPr sz="1800" dirty="0">
                <a:latin typeface="Arial"/>
                <a:cs typeface="Arial"/>
              </a:rPr>
              <a:t>small</a:t>
            </a:r>
            <a:r>
              <a:rPr sz="1800" spc="-5" dirty="0">
                <a:latin typeface="Arial"/>
                <a:cs typeface="Arial"/>
              </a:rPr>
              <a:t> </a:t>
            </a:r>
            <a:r>
              <a:rPr sz="1800" dirty="0">
                <a:latin typeface="Arial"/>
                <a:cs typeface="Arial"/>
              </a:rPr>
              <a:t>but</a:t>
            </a:r>
            <a:r>
              <a:rPr sz="1800" spc="-15" dirty="0">
                <a:latin typeface="Arial"/>
                <a:cs typeface="Arial"/>
              </a:rPr>
              <a:t> </a:t>
            </a:r>
            <a:r>
              <a:rPr sz="1800" dirty="0">
                <a:latin typeface="Arial"/>
                <a:cs typeface="Arial"/>
              </a:rPr>
              <a:t>usable</a:t>
            </a:r>
            <a:r>
              <a:rPr sz="1800" spc="-10" dirty="0">
                <a:latin typeface="Arial"/>
                <a:cs typeface="Arial"/>
              </a:rPr>
              <a:t> </a:t>
            </a:r>
            <a:r>
              <a:rPr sz="1800" dirty="0">
                <a:latin typeface="Arial"/>
                <a:cs typeface="Arial"/>
              </a:rPr>
              <a:t>pieces,</a:t>
            </a:r>
            <a:r>
              <a:rPr sz="1800" spc="-15" dirty="0">
                <a:latin typeface="Arial"/>
                <a:cs typeface="Arial"/>
              </a:rPr>
              <a:t> </a:t>
            </a:r>
            <a:r>
              <a:rPr sz="1800" dirty="0">
                <a:latin typeface="Arial"/>
                <a:cs typeface="Arial"/>
              </a:rPr>
              <a:t>each</a:t>
            </a:r>
            <a:r>
              <a:rPr sz="1800" spc="-5" dirty="0">
                <a:latin typeface="Arial"/>
                <a:cs typeface="Arial"/>
              </a:rPr>
              <a:t> </a:t>
            </a:r>
            <a:r>
              <a:rPr sz="1800" dirty="0">
                <a:latin typeface="Arial"/>
                <a:cs typeface="Arial"/>
              </a:rPr>
              <a:t>piece </a:t>
            </a:r>
            <a:r>
              <a:rPr sz="1800" spc="-484" dirty="0">
                <a:latin typeface="Arial"/>
                <a:cs typeface="Arial"/>
              </a:rPr>
              <a:t> </a:t>
            </a:r>
            <a:r>
              <a:rPr sz="1800" dirty="0">
                <a:latin typeface="Arial"/>
                <a:cs typeface="Arial"/>
              </a:rPr>
              <a:t>builds</a:t>
            </a:r>
            <a:r>
              <a:rPr sz="1800" spc="-10" dirty="0">
                <a:latin typeface="Arial"/>
                <a:cs typeface="Arial"/>
              </a:rPr>
              <a:t> </a:t>
            </a:r>
            <a:r>
              <a:rPr sz="1800" dirty="0">
                <a:latin typeface="Arial"/>
                <a:cs typeface="Arial"/>
              </a:rPr>
              <a:t>on</a:t>
            </a:r>
            <a:r>
              <a:rPr sz="1800" spc="-5" dirty="0">
                <a:latin typeface="Arial"/>
                <a:cs typeface="Arial"/>
              </a:rPr>
              <a:t> </a:t>
            </a:r>
            <a:r>
              <a:rPr sz="1800" dirty="0">
                <a:latin typeface="Arial"/>
                <a:cs typeface="Arial"/>
              </a:rPr>
              <a:t>pieces</a:t>
            </a:r>
            <a:r>
              <a:rPr sz="1800" spc="-5" dirty="0">
                <a:latin typeface="Arial"/>
                <a:cs typeface="Arial"/>
              </a:rPr>
              <a:t> </a:t>
            </a:r>
            <a:r>
              <a:rPr sz="1800" dirty="0">
                <a:latin typeface="Arial"/>
                <a:cs typeface="Arial"/>
              </a:rPr>
              <a:t>already</a:t>
            </a:r>
            <a:r>
              <a:rPr sz="1800" spc="-10" dirty="0">
                <a:latin typeface="Arial"/>
                <a:cs typeface="Arial"/>
              </a:rPr>
              <a:t> </a:t>
            </a:r>
            <a:r>
              <a:rPr sz="1800" dirty="0">
                <a:latin typeface="Arial"/>
                <a:cs typeface="Arial"/>
              </a:rPr>
              <a:t>delivered</a:t>
            </a:r>
            <a:endParaRPr sz="1800">
              <a:latin typeface="Arial"/>
              <a:cs typeface="Arial"/>
            </a:endParaRPr>
          </a:p>
        </p:txBody>
      </p:sp>
      <p:sp>
        <p:nvSpPr>
          <p:cNvPr id="15" name="Rectangle 14"/>
          <p:cNvSpPr/>
          <p:nvPr/>
        </p:nvSpPr>
        <p:spPr>
          <a:xfrm>
            <a:off x="685800" y="312003"/>
            <a:ext cx="7162800" cy="830997"/>
          </a:xfrm>
          <a:prstGeom prst="rect">
            <a:avLst/>
          </a:prstGeom>
        </p:spPr>
        <p:txBody>
          <a:bodyPr wrap="square">
            <a:spAutoFit/>
          </a:bodyPr>
          <a:lstStyle/>
          <a:p>
            <a:r>
              <a:rPr lang="en-US" sz="2400" b="1" spc="-15" dirty="0">
                <a:latin typeface="Bookman Old Style" pitchFamily="18" charset="0"/>
              </a:rPr>
              <a:t>Incremental Process </a:t>
            </a:r>
            <a:r>
              <a:rPr lang="en-US" sz="2400" b="1" dirty="0">
                <a:latin typeface="Bookman Old Style" pitchFamily="18" charset="0"/>
              </a:rPr>
              <a:t>Model </a:t>
            </a:r>
            <a:br>
              <a:rPr lang="en-US" sz="2400" b="1" dirty="0">
                <a:latin typeface="Bookman Old Style" pitchFamily="18" charset="0"/>
              </a:rPr>
            </a:br>
            <a:r>
              <a:rPr lang="en-US" sz="2400" b="1" spc="-5" dirty="0">
                <a:latin typeface="Bookman Old Style" pitchFamily="18" charset="0"/>
              </a:rPr>
              <a:t>(Ex: </a:t>
            </a:r>
            <a:r>
              <a:rPr lang="en-US" sz="2400" b="1" dirty="0">
                <a:latin typeface="Bookman Old Style" pitchFamily="18" charset="0"/>
              </a:rPr>
              <a:t>The </a:t>
            </a:r>
            <a:r>
              <a:rPr lang="en-US" sz="2400" b="1" spc="-905" dirty="0">
                <a:latin typeface="Bookman Old Style" pitchFamily="18" charset="0"/>
              </a:rPr>
              <a:t> </a:t>
            </a:r>
            <a:r>
              <a:rPr lang="en-US" sz="2400" b="1" spc="-5" dirty="0">
                <a:latin typeface="Bookman Old Style" pitchFamily="18" charset="0"/>
              </a:rPr>
              <a:t>Ready And Deliver </a:t>
            </a:r>
            <a:r>
              <a:rPr lang="en-US" sz="2400" b="1" dirty="0">
                <a:latin typeface="Bookman Old Style" pitchFamily="18" charset="0"/>
              </a:rPr>
              <a:t>Model)</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9" name="object 9"/>
          <p:cNvSpPr txBox="1">
            <a:spLocks noGrp="1"/>
          </p:cNvSpPr>
          <p:nvPr>
            <p:ph type="title"/>
          </p:nvPr>
        </p:nvSpPr>
        <p:spPr>
          <a:xfrm>
            <a:off x="415895" y="691410"/>
            <a:ext cx="8423305" cy="566822"/>
          </a:xfrm>
          <a:prstGeom prst="rect">
            <a:avLst/>
          </a:prstGeom>
        </p:spPr>
        <p:txBody>
          <a:bodyPr vert="horz" wrap="square" lIns="0" tIns="12700" rIns="0" bIns="0" rtlCol="0">
            <a:spAutoFit/>
          </a:bodyPr>
          <a:lstStyle/>
          <a:p>
            <a:pPr marL="12700">
              <a:lnSpc>
                <a:spcPct val="100000"/>
              </a:lnSpc>
              <a:spcBef>
                <a:spcPts val="100"/>
              </a:spcBef>
              <a:tabLst>
                <a:tab pos="3051810" algn="l"/>
                <a:tab pos="4940300" algn="l"/>
              </a:tabLst>
            </a:pPr>
            <a:r>
              <a:rPr lang="en-US" sz="3600" b="1" spc="-110" dirty="0">
                <a:solidFill>
                  <a:schemeClr val="tx1"/>
                </a:solidFill>
                <a:latin typeface="Bookman Old Style" pitchFamily="18" charset="0"/>
              </a:rPr>
              <a:t>3) </a:t>
            </a:r>
            <a:r>
              <a:rPr sz="3600" b="1" spc="-110">
                <a:solidFill>
                  <a:schemeClr val="tx1"/>
                </a:solidFill>
                <a:latin typeface="Bookman Old Style" pitchFamily="18" charset="0"/>
              </a:rPr>
              <a:t>E</a:t>
            </a:r>
            <a:r>
              <a:rPr sz="3600" b="1" spc="-45">
                <a:solidFill>
                  <a:schemeClr val="tx1"/>
                </a:solidFill>
                <a:latin typeface="Bookman Old Style" pitchFamily="18" charset="0"/>
              </a:rPr>
              <a:t>v</a:t>
            </a:r>
            <a:r>
              <a:rPr sz="3600" b="1" spc="-5">
                <a:solidFill>
                  <a:schemeClr val="tx1"/>
                </a:solidFill>
                <a:latin typeface="Bookman Old Style" pitchFamily="18" charset="0"/>
              </a:rPr>
              <a:t>o</a:t>
            </a:r>
            <a:r>
              <a:rPr sz="3600" b="1">
                <a:solidFill>
                  <a:schemeClr val="tx1"/>
                </a:solidFill>
                <a:latin typeface="Bookman Old Style" pitchFamily="18" charset="0"/>
              </a:rPr>
              <a:t>luti</a:t>
            </a:r>
            <a:r>
              <a:rPr sz="3600" b="1" spc="-5">
                <a:solidFill>
                  <a:schemeClr val="tx1"/>
                </a:solidFill>
                <a:latin typeface="Bookman Old Style" pitchFamily="18" charset="0"/>
              </a:rPr>
              <a:t>o</a:t>
            </a:r>
            <a:r>
              <a:rPr sz="3600" b="1">
                <a:solidFill>
                  <a:schemeClr val="tx1"/>
                </a:solidFill>
                <a:latin typeface="Bookman Old Style" pitchFamily="18" charset="0"/>
              </a:rPr>
              <a:t>na</a:t>
            </a:r>
            <a:r>
              <a:rPr sz="3600" b="1" spc="20">
                <a:solidFill>
                  <a:schemeClr val="tx1"/>
                </a:solidFill>
                <a:latin typeface="Bookman Old Style" pitchFamily="18" charset="0"/>
              </a:rPr>
              <a:t>r</a:t>
            </a:r>
            <a:r>
              <a:rPr sz="3600" b="1">
                <a:solidFill>
                  <a:schemeClr val="tx1"/>
                </a:solidFill>
                <a:latin typeface="Bookman Old Style" pitchFamily="18" charset="0"/>
              </a:rPr>
              <a:t>y</a:t>
            </a:r>
            <a:r>
              <a:rPr lang="en-US" sz="3600" b="1" dirty="0">
                <a:solidFill>
                  <a:schemeClr val="tx1"/>
                </a:solidFill>
                <a:latin typeface="Bookman Old Style" pitchFamily="18" charset="0"/>
              </a:rPr>
              <a:t> </a:t>
            </a:r>
            <a:r>
              <a:rPr sz="3600" b="1">
                <a:solidFill>
                  <a:schemeClr val="tx1"/>
                </a:solidFill>
                <a:latin typeface="Bookman Old Style" pitchFamily="18" charset="0"/>
              </a:rPr>
              <a:t>P</a:t>
            </a:r>
            <a:r>
              <a:rPr sz="3600" b="1" spc="-75">
                <a:solidFill>
                  <a:schemeClr val="tx1"/>
                </a:solidFill>
                <a:latin typeface="Bookman Old Style" pitchFamily="18" charset="0"/>
              </a:rPr>
              <a:t>r</a:t>
            </a:r>
            <a:r>
              <a:rPr sz="3600" b="1" spc="-5">
                <a:solidFill>
                  <a:schemeClr val="tx1"/>
                </a:solidFill>
                <a:latin typeface="Bookman Old Style" pitchFamily="18" charset="0"/>
              </a:rPr>
              <a:t>o</a:t>
            </a:r>
            <a:r>
              <a:rPr sz="3600" b="1">
                <a:solidFill>
                  <a:schemeClr val="tx1"/>
                </a:solidFill>
                <a:latin typeface="Bookman Old Style" pitchFamily="18" charset="0"/>
              </a:rPr>
              <a:t>ce</a:t>
            </a:r>
            <a:r>
              <a:rPr sz="3600" b="1" spc="-5">
                <a:solidFill>
                  <a:schemeClr val="tx1"/>
                </a:solidFill>
                <a:latin typeface="Bookman Old Style" pitchFamily="18" charset="0"/>
              </a:rPr>
              <a:t>s</a:t>
            </a:r>
            <a:r>
              <a:rPr sz="3600" b="1">
                <a:solidFill>
                  <a:schemeClr val="tx1"/>
                </a:solidFill>
                <a:latin typeface="Bookman Old Style" pitchFamily="18" charset="0"/>
              </a:rPr>
              <a:t>s</a:t>
            </a:r>
            <a:r>
              <a:rPr lang="en-US" sz="3600" b="1" dirty="0">
                <a:solidFill>
                  <a:schemeClr val="tx1"/>
                </a:solidFill>
                <a:latin typeface="Bookman Old Style" pitchFamily="18" charset="0"/>
              </a:rPr>
              <a:t> </a:t>
            </a:r>
            <a:r>
              <a:rPr sz="3600" b="1">
                <a:solidFill>
                  <a:schemeClr val="tx1"/>
                </a:solidFill>
                <a:latin typeface="Bookman Old Style" pitchFamily="18" charset="0"/>
              </a:rPr>
              <a:t>Models</a:t>
            </a:r>
          </a:p>
        </p:txBody>
      </p:sp>
      <p:sp>
        <p:nvSpPr>
          <p:cNvPr id="10" name="object 10"/>
          <p:cNvSpPr txBox="1"/>
          <p:nvPr/>
        </p:nvSpPr>
        <p:spPr>
          <a:xfrm>
            <a:off x="533400" y="1447800"/>
            <a:ext cx="8128000" cy="4321696"/>
          </a:xfrm>
          <a:prstGeom prst="rect">
            <a:avLst/>
          </a:prstGeom>
        </p:spPr>
        <p:txBody>
          <a:bodyPr vert="horz" wrap="square" lIns="0" tIns="12700" rIns="0" bIns="0" rtlCol="0">
            <a:spAutoFit/>
          </a:bodyPr>
          <a:lstStyle/>
          <a:p>
            <a:pPr marL="287020" marR="5080" indent="-274320">
              <a:buClr>
                <a:srgbClr val="0BD0D9"/>
              </a:buClr>
              <a:buSzPct val="94230"/>
              <a:buFont typeface="Arial"/>
              <a:buChar char="●"/>
              <a:tabLst>
                <a:tab pos="287020" algn="l"/>
              </a:tabLst>
            </a:pPr>
            <a:r>
              <a:rPr sz="2400" spc="-5" dirty="0">
                <a:latin typeface="Bookman Old Style" pitchFamily="18" charset="0"/>
                <a:cs typeface="Book Antiqua"/>
              </a:rPr>
              <a:t>Evolutionary </a:t>
            </a:r>
            <a:r>
              <a:rPr sz="2400" spc="-10" dirty="0">
                <a:latin typeface="Bookman Old Style" pitchFamily="18" charset="0"/>
                <a:cs typeface="Book Antiqua"/>
              </a:rPr>
              <a:t>process </a:t>
            </a:r>
            <a:r>
              <a:rPr sz="2400" spc="-5" dirty="0">
                <a:latin typeface="Bookman Old Style" pitchFamily="18" charset="0"/>
                <a:cs typeface="Book Antiqua"/>
              </a:rPr>
              <a:t>models </a:t>
            </a:r>
            <a:r>
              <a:rPr sz="2400" spc="-10" dirty="0">
                <a:latin typeface="Bookman Old Style" pitchFamily="18" charset="0"/>
                <a:cs typeface="Book Antiqua"/>
              </a:rPr>
              <a:t>produce </a:t>
            </a:r>
            <a:r>
              <a:rPr sz="2400" dirty="0">
                <a:latin typeface="Bookman Old Style" pitchFamily="18" charset="0"/>
                <a:cs typeface="Book Antiqua"/>
              </a:rPr>
              <a:t>an </a:t>
            </a:r>
            <a:r>
              <a:rPr sz="2400" spc="-5" dirty="0">
                <a:latin typeface="Bookman Old Style" pitchFamily="18" charset="0"/>
                <a:cs typeface="Book Antiqua"/>
              </a:rPr>
              <a:t>increasingly </a:t>
            </a:r>
            <a:r>
              <a:rPr sz="2400" spc="-635" dirty="0">
                <a:latin typeface="Bookman Old Style" pitchFamily="18" charset="0"/>
                <a:cs typeface="Book Antiqua"/>
              </a:rPr>
              <a:t> </a:t>
            </a:r>
            <a:r>
              <a:rPr sz="2400" spc="-15" dirty="0">
                <a:latin typeface="Bookman Old Style" pitchFamily="18" charset="0"/>
                <a:cs typeface="Book Antiqua"/>
              </a:rPr>
              <a:t>more</a:t>
            </a:r>
            <a:r>
              <a:rPr sz="2400" dirty="0">
                <a:latin typeface="Bookman Old Style" pitchFamily="18" charset="0"/>
                <a:cs typeface="Book Antiqua"/>
              </a:rPr>
              <a:t> </a:t>
            </a:r>
            <a:r>
              <a:rPr sz="2400" spc="-5" dirty="0">
                <a:latin typeface="Bookman Old Style" pitchFamily="18" charset="0"/>
                <a:cs typeface="Book Antiqua"/>
              </a:rPr>
              <a:t>complete</a:t>
            </a:r>
            <a:r>
              <a:rPr sz="2400" dirty="0">
                <a:latin typeface="Bookman Old Style" pitchFamily="18" charset="0"/>
                <a:cs typeface="Book Antiqua"/>
              </a:rPr>
              <a:t> </a:t>
            </a:r>
            <a:r>
              <a:rPr sz="2400" spc="-5" dirty="0">
                <a:latin typeface="Bookman Old Style" pitchFamily="18" charset="0"/>
                <a:cs typeface="Book Antiqua"/>
              </a:rPr>
              <a:t>version </a:t>
            </a:r>
            <a:r>
              <a:rPr sz="2400" dirty="0">
                <a:latin typeface="Bookman Old Style" pitchFamily="18" charset="0"/>
                <a:cs typeface="Book Antiqua"/>
              </a:rPr>
              <a:t>of </a:t>
            </a:r>
            <a:r>
              <a:rPr sz="2400" spc="-5" dirty="0">
                <a:latin typeface="Bookman Old Style" pitchFamily="18" charset="0"/>
                <a:cs typeface="Book Antiqua"/>
              </a:rPr>
              <a:t>the </a:t>
            </a:r>
            <a:r>
              <a:rPr sz="2400" spc="-10" dirty="0">
                <a:latin typeface="Bookman Old Style" pitchFamily="18" charset="0"/>
                <a:cs typeface="Book Antiqua"/>
              </a:rPr>
              <a:t>software</a:t>
            </a:r>
            <a:r>
              <a:rPr sz="2400" spc="5" dirty="0">
                <a:latin typeface="Bookman Old Style" pitchFamily="18" charset="0"/>
                <a:cs typeface="Book Antiqua"/>
              </a:rPr>
              <a:t> </a:t>
            </a:r>
            <a:r>
              <a:rPr sz="2400" dirty="0">
                <a:latin typeface="Bookman Old Style" pitchFamily="18" charset="0"/>
                <a:cs typeface="Book Antiqua"/>
              </a:rPr>
              <a:t>with</a:t>
            </a:r>
            <a:r>
              <a:rPr sz="2400" spc="-5" dirty="0">
                <a:latin typeface="Bookman Old Style" pitchFamily="18" charset="0"/>
                <a:cs typeface="Book Antiqua"/>
              </a:rPr>
              <a:t> each </a:t>
            </a:r>
            <a:r>
              <a:rPr sz="2400" dirty="0">
                <a:latin typeface="Bookman Old Style" pitchFamily="18" charset="0"/>
                <a:cs typeface="Book Antiqua"/>
              </a:rPr>
              <a:t> </a:t>
            </a:r>
            <a:r>
              <a:rPr sz="2400" spc="-5" dirty="0">
                <a:latin typeface="Bookman Old Style" pitchFamily="18" charset="0"/>
                <a:cs typeface="Book Antiqua"/>
              </a:rPr>
              <a:t>iteration.</a:t>
            </a:r>
            <a:endParaRPr sz="2400">
              <a:latin typeface="Bookman Old Style" pitchFamily="18" charset="0"/>
              <a:cs typeface="Book Antiqua"/>
            </a:endParaRPr>
          </a:p>
          <a:p>
            <a:pPr marL="287020" marR="692150" indent="-274320">
              <a:buClr>
                <a:srgbClr val="0BD0D9"/>
              </a:buClr>
              <a:buSzPct val="94230"/>
              <a:buFont typeface="Arial"/>
              <a:buChar char="●"/>
              <a:tabLst>
                <a:tab pos="287020" algn="l"/>
              </a:tabLst>
            </a:pPr>
            <a:r>
              <a:rPr sz="2400" spc="-5" dirty="0">
                <a:latin typeface="Bookman Old Style" pitchFamily="18" charset="0"/>
                <a:cs typeface="Book Antiqua"/>
              </a:rPr>
              <a:t>They</a:t>
            </a:r>
            <a:r>
              <a:rPr sz="2400" dirty="0">
                <a:latin typeface="Bookman Old Style" pitchFamily="18" charset="0"/>
                <a:cs typeface="Book Antiqua"/>
              </a:rPr>
              <a:t> </a:t>
            </a:r>
            <a:r>
              <a:rPr sz="2400" spc="-20" dirty="0">
                <a:latin typeface="Bookman Old Style" pitchFamily="18" charset="0"/>
                <a:cs typeface="Book Antiqua"/>
              </a:rPr>
              <a:t>are</a:t>
            </a:r>
            <a:r>
              <a:rPr sz="2400" spc="5" dirty="0">
                <a:latin typeface="Bookman Old Style" pitchFamily="18" charset="0"/>
                <a:cs typeface="Book Antiqua"/>
              </a:rPr>
              <a:t> </a:t>
            </a:r>
            <a:r>
              <a:rPr sz="2400" spc="-15" dirty="0">
                <a:latin typeface="Bookman Old Style" pitchFamily="18" charset="0"/>
                <a:cs typeface="Book Antiqua"/>
              </a:rPr>
              <a:t>different</a:t>
            </a:r>
            <a:r>
              <a:rPr sz="2400" spc="5" dirty="0">
                <a:latin typeface="Bookman Old Style" pitchFamily="18" charset="0"/>
                <a:cs typeface="Book Antiqua"/>
              </a:rPr>
              <a:t> </a:t>
            </a:r>
            <a:r>
              <a:rPr sz="2400" spc="-15" dirty="0">
                <a:latin typeface="Bookman Old Style" pitchFamily="18" charset="0"/>
                <a:cs typeface="Book Antiqua"/>
              </a:rPr>
              <a:t>from</a:t>
            </a:r>
            <a:r>
              <a:rPr sz="2400" spc="5" dirty="0">
                <a:latin typeface="Bookman Old Style" pitchFamily="18" charset="0"/>
                <a:cs typeface="Book Antiqua"/>
              </a:rPr>
              <a:t> </a:t>
            </a:r>
            <a:r>
              <a:rPr sz="2400" spc="-10" dirty="0">
                <a:latin typeface="Bookman Old Style" pitchFamily="18" charset="0"/>
                <a:cs typeface="Book Antiqua"/>
              </a:rPr>
              <a:t>incremental</a:t>
            </a:r>
            <a:r>
              <a:rPr sz="2400" spc="5" dirty="0">
                <a:latin typeface="Bookman Old Style" pitchFamily="18" charset="0"/>
                <a:cs typeface="Book Antiqua"/>
              </a:rPr>
              <a:t> </a:t>
            </a:r>
            <a:r>
              <a:rPr sz="2400" spc="-5" dirty="0">
                <a:latin typeface="Bookman Old Style" pitchFamily="18" charset="0"/>
                <a:cs typeface="Book Antiqua"/>
              </a:rPr>
              <a:t>model</a:t>
            </a:r>
            <a:r>
              <a:rPr sz="2400" spc="5" dirty="0">
                <a:latin typeface="Bookman Old Style" pitchFamily="18" charset="0"/>
                <a:cs typeface="Book Antiqua"/>
              </a:rPr>
              <a:t> </a:t>
            </a:r>
            <a:r>
              <a:rPr sz="2400" dirty="0">
                <a:latin typeface="Bookman Old Style" pitchFamily="18" charset="0"/>
                <a:cs typeface="Book Antiqua"/>
              </a:rPr>
              <a:t>as </a:t>
            </a:r>
            <a:r>
              <a:rPr sz="2400" spc="-5" dirty="0">
                <a:latin typeface="Bookman Old Style" pitchFamily="18" charset="0"/>
                <a:cs typeface="Book Antiqua"/>
              </a:rPr>
              <a:t>the </a:t>
            </a:r>
            <a:r>
              <a:rPr sz="2400" spc="-635" dirty="0">
                <a:latin typeface="Bookman Old Style" pitchFamily="18" charset="0"/>
                <a:cs typeface="Book Antiqua"/>
              </a:rPr>
              <a:t> </a:t>
            </a:r>
            <a:r>
              <a:rPr sz="2400" spc="-10" dirty="0">
                <a:latin typeface="Bookman Old Style" pitchFamily="18" charset="0"/>
                <a:cs typeface="Book Antiqua"/>
              </a:rPr>
              <a:t>requirements </a:t>
            </a:r>
            <a:r>
              <a:rPr sz="2400" dirty="0">
                <a:latin typeface="Bookman Old Style" pitchFamily="18" charset="0"/>
                <a:cs typeface="Book Antiqua"/>
              </a:rPr>
              <a:t>keep</a:t>
            </a:r>
            <a:r>
              <a:rPr sz="2400" spc="-5" dirty="0">
                <a:latin typeface="Bookman Old Style" pitchFamily="18" charset="0"/>
                <a:cs typeface="Book Antiqua"/>
              </a:rPr>
              <a:t> </a:t>
            </a:r>
            <a:r>
              <a:rPr sz="2400" dirty="0">
                <a:latin typeface="Bookman Old Style" pitchFamily="18" charset="0"/>
                <a:cs typeface="Book Antiqua"/>
              </a:rPr>
              <a:t>on</a:t>
            </a:r>
            <a:r>
              <a:rPr sz="2400" spc="-5" dirty="0">
                <a:latin typeface="Bookman Old Style" pitchFamily="18" charset="0"/>
                <a:cs typeface="Book Antiqua"/>
              </a:rPr>
              <a:t> changing </a:t>
            </a:r>
            <a:r>
              <a:rPr sz="2400" spc="-15" dirty="0">
                <a:latin typeface="Bookman Old Style" pitchFamily="18" charset="0"/>
                <a:cs typeface="Book Antiqua"/>
              </a:rPr>
              <a:t>here.</a:t>
            </a:r>
            <a:endParaRPr sz="2400">
              <a:latin typeface="Bookman Old Style" pitchFamily="18" charset="0"/>
              <a:cs typeface="Book Antiqua"/>
            </a:endParaRPr>
          </a:p>
          <a:p>
            <a:pPr marL="287020" indent="-274320">
              <a:buClr>
                <a:srgbClr val="0BD0D9"/>
              </a:buClr>
              <a:buSzPct val="94230"/>
              <a:buFont typeface="Arial"/>
              <a:buChar char="●"/>
              <a:tabLst>
                <a:tab pos="287020" algn="l"/>
              </a:tabLst>
            </a:pPr>
            <a:r>
              <a:rPr sz="2400" spc="-5" dirty="0">
                <a:latin typeface="Bookman Old Style" pitchFamily="18" charset="0"/>
                <a:cs typeface="Book Antiqua"/>
              </a:rPr>
              <a:t>Evolutionary</a:t>
            </a:r>
            <a:r>
              <a:rPr sz="2400" dirty="0">
                <a:latin typeface="Bookman Old Style" pitchFamily="18" charset="0"/>
                <a:cs typeface="Book Antiqua"/>
              </a:rPr>
              <a:t> </a:t>
            </a:r>
            <a:r>
              <a:rPr sz="2400" spc="-5" dirty="0">
                <a:latin typeface="Bookman Old Style" pitchFamily="18" charset="0"/>
                <a:cs typeface="Book Antiqua"/>
              </a:rPr>
              <a:t>models </a:t>
            </a:r>
            <a:r>
              <a:rPr sz="2400" spc="-20" dirty="0">
                <a:latin typeface="Bookman Old Style" pitchFamily="18" charset="0"/>
                <a:cs typeface="Book Antiqua"/>
              </a:rPr>
              <a:t>are</a:t>
            </a:r>
            <a:r>
              <a:rPr sz="2400" spc="5" dirty="0">
                <a:latin typeface="Bookman Old Style" pitchFamily="18" charset="0"/>
                <a:cs typeface="Book Antiqua"/>
              </a:rPr>
              <a:t> </a:t>
            </a:r>
            <a:r>
              <a:rPr sz="2400" spc="-5">
                <a:latin typeface="Bookman Old Style" pitchFamily="18" charset="0"/>
                <a:cs typeface="Book Antiqua"/>
              </a:rPr>
              <a:t>iterative.</a:t>
            </a:r>
            <a:endParaRPr lang="en-US" sz="2400" spc="-5" dirty="0">
              <a:latin typeface="Bookman Old Style" pitchFamily="18" charset="0"/>
              <a:cs typeface="Book Antiqua"/>
            </a:endParaRPr>
          </a:p>
          <a:p>
            <a:pPr marL="287020" indent="-274320">
              <a:buClr>
                <a:srgbClr val="0BD0D9"/>
              </a:buClr>
              <a:buSzPct val="94230"/>
              <a:tabLst>
                <a:tab pos="287020" algn="l"/>
              </a:tabLst>
            </a:pPr>
            <a:endParaRPr sz="2400">
              <a:latin typeface="Bookman Old Style" pitchFamily="18" charset="0"/>
              <a:cs typeface="Book Antiqua"/>
            </a:endParaRPr>
          </a:p>
          <a:p>
            <a:pPr marL="287020" indent="-274320">
              <a:buClr>
                <a:srgbClr val="0BD0D9"/>
              </a:buClr>
              <a:buSzPct val="94230"/>
              <a:tabLst>
                <a:tab pos="287020" algn="l"/>
              </a:tabLst>
            </a:pPr>
            <a:r>
              <a:rPr sz="2800" spc="-5" dirty="0">
                <a:latin typeface="Bookman Old Style" pitchFamily="18" charset="0"/>
                <a:cs typeface="Book Antiqua"/>
              </a:rPr>
              <a:t>Examples</a:t>
            </a:r>
            <a:r>
              <a:rPr sz="2800" spc="-20" dirty="0">
                <a:latin typeface="Bookman Old Style" pitchFamily="18" charset="0"/>
                <a:cs typeface="Book Antiqua"/>
              </a:rPr>
              <a:t> </a:t>
            </a:r>
            <a:r>
              <a:rPr sz="2800" spc="-5" dirty="0">
                <a:latin typeface="Bookman Old Style" pitchFamily="18" charset="0"/>
                <a:cs typeface="Book Antiqua"/>
              </a:rPr>
              <a:t>include</a:t>
            </a:r>
            <a:r>
              <a:rPr sz="2800" spc="-15" dirty="0">
                <a:latin typeface="Bookman Old Style" pitchFamily="18" charset="0"/>
                <a:cs typeface="Book Antiqua"/>
              </a:rPr>
              <a:t> </a:t>
            </a:r>
            <a:r>
              <a:rPr sz="2800" dirty="0">
                <a:latin typeface="Bookman Old Style" pitchFamily="18" charset="0"/>
                <a:cs typeface="Book Antiqua"/>
              </a:rPr>
              <a:t>:</a:t>
            </a:r>
            <a:endParaRPr sz="2800">
              <a:latin typeface="Bookman Old Style" pitchFamily="18" charset="0"/>
              <a:cs typeface="Book Antiqua"/>
            </a:endParaRPr>
          </a:p>
          <a:p>
            <a:pPr marL="977265" lvl="1" indent="-571500">
              <a:buSzPct val="85416"/>
              <a:buAutoNum type="romanUcParenR"/>
              <a:tabLst>
                <a:tab pos="652780" algn="l"/>
              </a:tabLst>
            </a:pPr>
            <a:r>
              <a:rPr sz="2800" spc="-5">
                <a:latin typeface="Bookman Old Style" pitchFamily="18" charset="0"/>
                <a:cs typeface="Book Antiqua"/>
              </a:rPr>
              <a:t>Prototyping</a:t>
            </a:r>
            <a:endParaRPr lang="en-US" sz="2800" spc="-5" dirty="0">
              <a:latin typeface="Bookman Old Style" pitchFamily="18" charset="0"/>
              <a:cs typeface="Book Antiqua"/>
            </a:endParaRPr>
          </a:p>
          <a:p>
            <a:pPr marL="977265" lvl="1" indent="-571500">
              <a:buSzPct val="85416"/>
              <a:buAutoNum type="romanUcParenR"/>
              <a:tabLst>
                <a:tab pos="652780" algn="l"/>
              </a:tabLst>
            </a:pPr>
            <a:r>
              <a:rPr sz="2800" spc="-5">
                <a:latin typeface="Bookman Old Style" pitchFamily="18" charset="0"/>
                <a:cs typeface="Book Antiqua"/>
              </a:rPr>
              <a:t>Spiral</a:t>
            </a:r>
            <a:r>
              <a:rPr sz="2800" spc="-35">
                <a:latin typeface="Bookman Old Style" pitchFamily="18" charset="0"/>
                <a:cs typeface="Book Antiqua"/>
              </a:rPr>
              <a:t> </a:t>
            </a:r>
            <a:r>
              <a:rPr sz="2800" spc="-5">
                <a:latin typeface="Bookman Old Style" pitchFamily="18" charset="0"/>
                <a:cs typeface="Book Antiqua"/>
              </a:rPr>
              <a:t>Model</a:t>
            </a:r>
            <a:endParaRPr lang="en-US" sz="2800" spc="-5" dirty="0">
              <a:latin typeface="Bookman Old Style" pitchFamily="18" charset="0"/>
              <a:cs typeface="Book Antiqua"/>
            </a:endParaRPr>
          </a:p>
          <a:p>
            <a:pPr marL="977265" lvl="1" indent="-571500">
              <a:buSzPct val="85416"/>
              <a:buAutoNum type="romanUcParenR"/>
              <a:tabLst>
                <a:tab pos="652780" algn="l"/>
              </a:tabLst>
            </a:pPr>
            <a:r>
              <a:rPr sz="2800" spc="-10">
                <a:latin typeface="Bookman Old Style" pitchFamily="18" charset="0"/>
                <a:cs typeface="Book Antiqua"/>
              </a:rPr>
              <a:t>Concurrent</a:t>
            </a:r>
            <a:r>
              <a:rPr sz="2800" spc="-5">
                <a:latin typeface="Bookman Old Style" pitchFamily="18" charset="0"/>
                <a:cs typeface="Book Antiqua"/>
              </a:rPr>
              <a:t> </a:t>
            </a:r>
            <a:r>
              <a:rPr sz="2800" spc="-5" dirty="0">
                <a:latin typeface="Bookman Old Style" pitchFamily="18" charset="0"/>
                <a:cs typeface="Book Antiqua"/>
              </a:rPr>
              <a:t>Development Model</a:t>
            </a:r>
            <a:endParaRPr sz="2800">
              <a:latin typeface="Bookman Old Style" pitchFamily="18" charset="0"/>
              <a:cs typeface="Book Antiqua"/>
            </a:endParaRPr>
          </a:p>
        </p:txBody>
      </p:sp>
      <p:sp>
        <p:nvSpPr>
          <p:cNvPr id="11" name="object 11"/>
          <p:cNvSpPr txBox="1"/>
          <p:nvPr/>
        </p:nvSpPr>
        <p:spPr>
          <a:xfrm>
            <a:off x="8504583" y="6524079"/>
            <a:ext cx="19494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45C75"/>
                </a:solidFill>
                <a:latin typeface="Arial"/>
                <a:cs typeface="Arial"/>
              </a:rPr>
              <a:t>37</a:t>
            </a:r>
            <a:endParaRPr sz="1200">
              <a:latin typeface="Arial"/>
              <a:cs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10" name="object 10"/>
          <p:cNvSpPr txBox="1"/>
          <p:nvPr/>
        </p:nvSpPr>
        <p:spPr>
          <a:xfrm>
            <a:off x="381000" y="1066800"/>
            <a:ext cx="8153400" cy="4627549"/>
          </a:xfrm>
          <a:prstGeom prst="rect">
            <a:avLst/>
          </a:prstGeom>
        </p:spPr>
        <p:txBody>
          <a:bodyPr vert="horz" wrap="square" lIns="0" tIns="132715" rIns="0" bIns="0" rtlCol="0">
            <a:spAutoFit/>
          </a:bodyPr>
          <a:lstStyle/>
          <a:p>
            <a:pPr marL="287020" indent="-274320">
              <a:buClr>
                <a:srgbClr val="0BD0D9"/>
              </a:buClr>
              <a:buSzPct val="94230"/>
              <a:tabLst>
                <a:tab pos="287020" algn="l"/>
              </a:tabLst>
            </a:pPr>
            <a:r>
              <a:rPr sz="3200" b="1" spc="-5">
                <a:latin typeface="Bookman Old Style" pitchFamily="18" charset="0"/>
                <a:cs typeface="Book Antiqua"/>
              </a:rPr>
              <a:t>Prototyping</a:t>
            </a:r>
            <a:r>
              <a:rPr sz="3200" b="1" spc="-45">
                <a:latin typeface="Bookman Old Style" pitchFamily="18" charset="0"/>
                <a:cs typeface="Book Antiqua"/>
              </a:rPr>
              <a:t> </a:t>
            </a:r>
            <a:r>
              <a:rPr sz="3200" b="1">
                <a:latin typeface="Bookman Old Style" pitchFamily="18" charset="0"/>
                <a:cs typeface="Book Antiqua"/>
              </a:rPr>
              <a:t>:</a:t>
            </a:r>
            <a:endParaRPr lang="en-US" sz="3200" b="1" dirty="0">
              <a:latin typeface="Bookman Old Style" pitchFamily="18" charset="0"/>
              <a:cs typeface="Book Antiqua"/>
            </a:endParaRPr>
          </a:p>
          <a:p>
            <a:pPr marL="287020" indent="-274320">
              <a:buClr>
                <a:srgbClr val="0BD0D9"/>
              </a:buClr>
              <a:buSzPct val="94230"/>
              <a:tabLst>
                <a:tab pos="287020" algn="l"/>
              </a:tabLst>
            </a:pPr>
            <a:endParaRPr b="1">
              <a:latin typeface="Bookman Old Style" pitchFamily="18" charset="0"/>
              <a:cs typeface="Book Antiqua"/>
            </a:endParaRPr>
          </a:p>
          <a:p>
            <a:pPr marL="652780" lvl="1" indent="-247015" algn="just">
              <a:buClr>
                <a:srgbClr val="0F6FC6"/>
              </a:buClr>
              <a:buSzPct val="85000"/>
              <a:buFont typeface="Arial"/>
              <a:buChar char="●"/>
              <a:tabLst>
                <a:tab pos="652780" algn="l"/>
              </a:tabLst>
            </a:pPr>
            <a:r>
              <a:rPr sz="2400" spc="-5" dirty="0">
                <a:latin typeface="Bookman Old Style" pitchFamily="18" charset="0"/>
                <a:cs typeface="Book Antiqua"/>
              </a:rPr>
              <a:t>The</a:t>
            </a:r>
            <a:r>
              <a:rPr sz="2400" dirty="0">
                <a:latin typeface="Bookman Old Style" pitchFamily="18" charset="0"/>
                <a:cs typeface="Book Antiqua"/>
              </a:rPr>
              <a:t> </a:t>
            </a:r>
            <a:r>
              <a:rPr sz="2400" b="1" spc="-5" dirty="0">
                <a:latin typeface="Bookman Old Style" pitchFamily="18" charset="0"/>
                <a:cs typeface="Palatino Linotype"/>
              </a:rPr>
              <a:t>Software</a:t>
            </a:r>
            <a:r>
              <a:rPr sz="2400" b="1" spc="5" dirty="0">
                <a:latin typeface="Bookman Old Style" pitchFamily="18" charset="0"/>
                <a:cs typeface="Palatino Linotype"/>
              </a:rPr>
              <a:t> </a:t>
            </a:r>
            <a:r>
              <a:rPr sz="2400" b="1" spc="-5" dirty="0">
                <a:latin typeface="Bookman Old Style" pitchFamily="18" charset="0"/>
                <a:cs typeface="Palatino Linotype"/>
              </a:rPr>
              <a:t>Prototyping</a:t>
            </a:r>
            <a:r>
              <a:rPr sz="2400" b="1" dirty="0">
                <a:latin typeface="Bookman Old Style" pitchFamily="18" charset="0"/>
                <a:cs typeface="Palatino Linotype"/>
              </a:rPr>
              <a:t> </a:t>
            </a:r>
            <a:r>
              <a:rPr sz="2400" spc="-10" dirty="0">
                <a:latin typeface="Bookman Old Style" pitchFamily="18" charset="0"/>
                <a:cs typeface="Book Antiqua"/>
              </a:rPr>
              <a:t>refers</a:t>
            </a:r>
            <a:r>
              <a:rPr sz="2400" dirty="0">
                <a:latin typeface="Bookman Old Style" pitchFamily="18" charset="0"/>
                <a:cs typeface="Book Antiqua"/>
              </a:rPr>
              <a:t> to</a:t>
            </a:r>
            <a:r>
              <a:rPr sz="2400" spc="5" dirty="0">
                <a:latin typeface="Bookman Old Style" pitchFamily="18" charset="0"/>
                <a:cs typeface="Book Antiqua"/>
              </a:rPr>
              <a:t> </a:t>
            </a:r>
            <a:r>
              <a:rPr sz="2400" spc="-5" dirty="0">
                <a:latin typeface="Bookman Old Style" pitchFamily="18" charset="0"/>
                <a:cs typeface="Book Antiqua"/>
              </a:rPr>
              <a:t>building</a:t>
            </a:r>
            <a:endParaRPr sz="2400">
              <a:latin typeface="Bookman Old Style" pitchFamily="18" charset="0"/>
              <a:cs typeface="Book Antiqua"/>
            </a:endParaRPr>
          </a:p>
          <a:p>
            <a:pPr marL="652780" marR="5080" algn="just"/>
            <a:r>
              <a:rPr sz="2400" b="1" spc="-5" dirty="0">
                <a:latin typeface="Bookman Old Style" pitchFamily="18" charset="0"/>
                <a:cs typeface="Palatino Linotype"/>
              </a:rPr>
              <a:t>software </a:t>
            </a:r>
            <a:r>
              <a:rPr sz="2400" spc="-5" dirty="0">
                <a:latin typeface="Bookman Old Style" pitchFamily="18" charset="0"/>
                <a:cs typeface="Book Antiqua"/>
              </a:rPr>
              <a:t>application </a:t>
            </a:r>
            <a:r>
              <a:rPr sz="2400" b="1" spc="-5" dirty="0">
                <a:latin typeface="Bookman Old Style" pitchFamily="18" charset="0"/>
                <a:cs typeface="Palatino Linotype"/>
              </a:rPr>
              <a:t>prototypes </a:t>
            </a:r>
            <a:r>
              <a:rPr sz="2400" spc="-5" dirty="0">
                <a:latin typeface="Bookman Old Style" pitchFamily="18" charset="0"/>
                <a:cs typeface="Book Antiqua"/>
              </a:rPr>
              <a:t>which displays </a:t>
            </a:r>
            <a:r>
              <a:rPr sz="2400" spc="-5">
                <a:latin typeface="Bookman Old Style" pitchFamily="18" charset="0"/>
                <a:cs typeface="Book Antiqua"/>
              </a:rPr>
              <a:t>the functionality</a:t>
            </a:r>
            <a:r>
              <a:rPr lang="en-US" sz="2400" spc="-5" dirty="0">
                <a:latin typeface="Bookman Old Style" pitchFamily="18" charset="0"/>
                <a:cs typeface="Book Antiqua"/>
              </a:rPr>
              <a:t> </a:t>
            </a:r>
            <a:r>
              <a:rPr sz="2400">
                <a:latin typeface="Bookman Old Style" pitchFamily="18" charset="0"/>
                <a:cs typeface="Book Antiqua"/>
              </a:rPr>
              <a:t>of</a:t>
            </a:r>
            <a:r>
              <a:rPr lang="en-US" sz="2400" dirty="0">
                <a:latin typeface="Bookman Old Style" pitchFamily="18" charset="0"/>
                <a:cs typeface="Book Antiqua"/>
              </a:rPr>
              <a:t> </a:t>
            </a:r>
            <a:r>
              <a:rPr sz="2400" spc="-5">
                <a:latin typeface="Bookman Old Style" pitchFamily="18" charset="0"/>
                <a:cs typeface="Book Antiqua"/>
              </a:rPr>
              <a:t>the</a:t>
            </a:r>
            <a:r>
              <a:rPr lang="en-US" sz="2400" spc="-5" dirty="0">
                <a:latin typeface="Bookman Old Style" pitchFamily="18" charset="0"/>
                <a:cs typeface="Book Antiqua"/>
              </a:rPr>
              <a:t> </a:t>
            </a:r>
            <a:r>
              <a:rPr sz="2400" spc="-10">
                <a:latin typeface="Bookman Old Style" pitchFamily="18" charset="0"/>
                <a:cs typeface="Book Antiqua"/>
              </a:rPr>
              <a:t>product</a:t>
            </a:r>
            <a:r>
              <a:rPr lang="en-US" sz="2400" spc="-10" dirty="0">
                <a:latin typeface="Bookman Old Style" pitchFamily="18" charset="0"/>
                <a:cs typeface="Book Antiqua"/>
              </a:rPr>
              <a:t> </a:t>
            </a:r>
            <a:r>
              <a:rPr sz="2400" spc="-5">
                <a:latin typeface="Bookman Old Style" pitchFamily="18" charset="0"/>
                <a:cs typeface="Book Antiqua"/>
              </a:rPr>
              <a:t>under</a:t>
            </a:r>
            <a:r>
              <a:rPr lang="en-US" sz="2400" spc="-5" dirty="0">
                <a:latin typeface="Bookman Old Style" pitchFamily="18" charset="0"/>
                <a:cs typeface="Book Antiqua"/>
              </a:rPr>
              <a:t> </a:t>
            </a:r>
            <a:r>
              <a:rPr sz="2400" b="1" spc="-5">
                <a:latin typeface="Bookman Old Style" pitchFamily="18" charset="0"/>
                <a:cs typeface="Palatino Linotype"/>
              </a:rPr>
              <a:t>development</a:t>
            </a:r>
            <a:r>
              <a:rPr sz="2400" spc="-5" dirty="0">
                <a:latin typeface="Bookman Old Style" pitchFamily="18" charset="0"/>
                <a:cs typeface="Book Antiqua"/>
              </a:rPr>
              <a:t>, but </a:t>
            </a:r>
            <a:r>
              <a:rPr sz="2400" dirty="0">
                <a:latin typeface="Bookman Old Style" pitchFamily="18" charset="0"/>
                <a:cs typeface="Book Antiqua"/>
              </a:rPr>
              <a:t>may </a:t>
            </a:r>
            <a:r>
              <a:rPr sz="2400" spc="-5" dirty="0">
                <a:latin typeface="Bookman Old Style" pitchFamily="18" charset="0"/>
                <a:cs typeface="Book Antiqua"/>
              </a:rPr>
              <a:t>not actually hold the </a:t>
            </a:r>
            <a:r>
              <a:rPr sz="2400" spc="-484" dirty="0">
                <a:latin typeface="Bookman Old Style" pitchFamily="18" charset="0"/>
                <a:cs typeface="Book Antiqua"/>
              </a:rPr>
              <a:t> </a:t>
            </a:r>
            <a:r>
              <a:rPr sz="2400" spc="-5" dirty="0">
                <a:latin typeface="Bookman Old Style" pitchFamily="18" charset="0"/>
                <a:cs typeface="Book Antiqua"/>
              </a:rPr>
              <a:t>exact logic </a:t>
            </a:r>
            <a:r>
              <a:rPr sz="2400" dirty="0">
                <a:latin typeface="Bookman Old Style" pitchFamily="18" charset="0"/>
                <a:cs typeface="Book Antiqua"/>
              </a:rPr>
              <a:t>of </a:t>
            </a:r>
            <a:r>
              <a:rPr sz="2400" spc="-5" dirty="0">
                <a:latin typeface="Bookman Old Style" pitchFamily="18" charset="0"/>
                <a:cs typeface="Book Antiqua"/>
              </a:rPr>
              <a:t>the </a:t>
            </a:r>
            <a:r>
              <a:rPr sz="2400" dirty="0">
                <a:latin typeface="Bookman Old Style" pitchFamily="18" charset="0"/>
                <a:cs typeface="Book Antiqua"/>
              </a:rPr>
              <a:t>original </a:t>
            </a:r>
            <a:r>
              <a:rPr sz="2400" b="1" spc="-5" dirty="0">
                <a:latin typeface="Bookman Old Style" pitchFamily="18" charset="0"/>
                <a:cs typeface="Palatino Linotype"/>
              </a:rPr>
              <a:t>software</a:t>
            </a:r>
            <a:endParaRPr sz="2400">
              <a:latin typeface="Bookman Old Style" pitchFamily="18" charset="0"/>
              <a:cs typeface="Palatino Linotype"/>
            </a:endParaRPr>
          </a:p>
          <a:p>
            <a:pPr marL="652780" lvl="1" indent="-247015" algn="just">
              <a:buClr>
                <a:srgbClr val="0F6FC6"/>
              </a:buClr>
              <a:buSzPct val="85000"/>
              <a:buFont typeface="Arial"/>
              <a:buChar char="●"/>
              <a:tabLst>
                <a:tab pos="652780" algn="l"/>
              </a:tabLst>
            </a:pPr>
            <a:r>
              <a:rPr sz="2400" spc="-5" dirty="0">
                <a:latin typeface="Bookman Old Style" pitchFamily="18" charset="0"/>
                <a:cs typeface="Book Antiqua"/>
              </a:rPr>
              <a:t>Developing</a:t>
            </a:r>
            <a:r>
              <a:rPr sz="2400" spc="5" dirty="0">
                <a:latin typeface="Bookman Old Style" pitchFamily="18" charset="0"/>
                <a:cs typeface="Book Antiqua"/>
              </a:rPr>
              <a:t> </a:t>
            </a:r>
            <a:r>
              <a:rPr sz="2400" dirty="0">
                <a:latin typeface="Bookman Old Style" pitchFamily="18" charset="0"/>
                <a:cs typeface="Book Antiqua"/>
              </a:rPr>
              <a:t>a</a:t>
            </a:r>
            <a:r>
              <a:rPr sz="2400" spc="5" dirty="0">
                <a:latin typeface="Bookman Old Style" pitchFamily="18" charset="0"/>
                <a:cs typeface="Book Antiqua"/>
              </a:rPr>
              <a:t> </a:t>
            </a:r>
            <a:r>
              <a:rPr sz="2400" spc="-5" dirty="0">
                <a:latin typeface="Bookman Old Style" pitchFamily="18" charset="0"/>
                <a:cs typeface="Book Antiqua"/>
              </a:rPr>
              <a:t>prototype</a:t>
            </a:r>
            <a:r>
              <a:rPr sz="2400" spc="5" dirty="0">
                <a:latin typeface="Bookman Old Style" pitchFamily="18" charset="0"/>
                <a:cs typeface="Book Antiqua"/>
              </a:rPr>
              <a:t> </a:t>
            </a:r>
            <a:r>
              <a:rPr sz="2400" spc="-5" dirty="0">
                <a:latin typeface="Bookman Old Style" pitchFamily="18" charset="0"/>
                <a:cs typeface="Book Antiqua"/>
              </a:rPr>
              <a:t>based</a:t>
            </a:r>
            <a:r>
              <a:rPr sz="2400" dirty="0">
                <a:latin typeface="Bookman Old Style" pitchFamily="18" charset="0"/>
                <a:cs typeface="Book Antiqua"/>
              </a:rPr>
              <a:t> on </a:t>
            </a:r>
            <a:r>
              <a:rPr sz="2400" spc="-5" dirty="0">
                <a:latin typeface="Bookman Old Style" pitchFamily="18" charset="0"/>
                <a:cs typeface="Book Antiqua"/>
              </a:rPr>
              <a:t>the</a:t>
            </a:r>
            <a:r>
              <a:rPr sz="2400" dirty="0">
                <a:latin typeface="Bookman Old Style" pitchFamily="18" charset="0"/>
                <a:cs typeface="Book Antiqua"/>
              </a:rPr>
              <a:t> </a:t>
            </a:r>
            <a:r>
              <a:rPr sz="2400" spc="-5" dirty="0">
                <a:latin typeface="Bookman Old Style" pitchFamily="18" charset="0"/>
                <a:cs typeface="Book Antiqua"/>
              </a:rPr>
              <a:t>stakeholders</a:t>
            </a:r>
            <a:r>
              <a:rPr sz="2400" dirty="0">
                <a:latin typeface="Bookman Old Style" pitchFamily="18" charset="0"/>
                <a:cs typeface="Book Antiqua"/>
              </a:rPr>
              <a:t> </a:t>
            </a:r>
            <a:r>
              <a:rPr sz="2400" spc="-10" dirty="0">
                <a:latin typeface="Bookman Old Style" pitchFamily="18" charset="0"/>
                <a:cs typeface="Book Antiqua"/>
              </a:rPr>
              <a:t>requirements.</a:t>
            </a:r>
            <a:endParaRPr sz="2400">
              <a:latin typeface="Bookman Old Style" pitchFamily="18" charset="0"/>
              <a:cs typeface="Book Antiqua"/>
            </a:endParaRPr>
          </a:p>
          <a:p>
            <a:pPr marL="652780" lvl="1" indent="-247015" algn="just">
              <a:buClr>
                <a:srgbClr val="0F6FC6"/>
              </a:buClr>
              <a:buSzPct val="85000"/>
              <a:buFont typeface="Arial"/>
              <a:buChar char="●"/>
              <a:tabLst>
                <a:tab pos="652780" algn="l"/>
              </a:tabLst>
            </a:pPr>
            <a:r>
              <a:rPr sz="2400" spc="-10" dirty="0">
                <a:latin typeface="Bookman Old Style" pitchFamily="18" charset="0"/>
                <a:cs typeface="Book Antiqua"/>
              </a:rPr>
              <a:t>Unsure</a:t>
            </a:r>
            <a:r>
              <a:rPr sz="2400" spc="-5" dirty="0">
                <a:latin typeface="Bookman Old Style" pitchFamily="18" charset="0"/>
                <a:cs typeface="Book Antiqua"/>
              </a:rPr>
              <a:t> </a:t>
            </a:r>
            <a:r>
              <a:rPr sz="2400" dirty="0">
                <a:latin typeface="Bookman Old Style" pitchFamily="18" charset="0"/>
                <a:cs typeface="Book Antiqua"/>
              </a:rPr>
              <a:t>of </a:t>
            </a:r>
            <a:r>
              <a:rPr sz="2400" spc="-5" dirty="0">
                <a:latin typeface="Bookman Old Style" pitchFamily="18" charset="0"/>
                <a:cs typeface="Book Antiqua"/>
              </a:rPr>
              <a:t>the </a:t>
            </a:r>
            <a:r>
              <a:rPr sz="2400" spc="-5">
                <a:latin typeface="Bookman Old Style" pitchFamily="18" charset="0"/>
                <a:cs typeface="Book Antiqua"/>
              </a:rPr>
              <a:t>algorithm implemented.</a:t>
            </a:r>
            <a:endParaRPr lang="en-US" sz="2400" spc="-5" dirty="0">
              <a:latin typeface="Bookman Old Style" pitchFamily="18" charset="0"/>
              <a:cs typeface="Book Antiqua"/>
            </a:endParaRPr>
          </a:p>
          <a:p>
            <a:pPr marL="652780" lvl="1" indent="-247015" algn="just">
              <a:buClr>
                <a:srgbClr val="0F6FC6"/>
              </a:buClr>
              <a:buSzPct val="85000"/>
              <a:buFont typeface="Arial"/>
              <a:buChar char="●"/>
              <a:tabLst>
                <a:tab pos="652780" algn="l"/>
              </a:tabLst>
            </a:pPr>
            <a:r>
              <a:rPr lang="en-US" sz="2400" spc="-5" dirty="0">
                <a:latin typeface="Bookman Old Style" pitchFamily="18" charset="0"/>
                <a:cs typeface="Book Antiqua"/>
              </a:rPr>
              <a:t>Many systems are built one after the other</a:t>
            </a:r>
            <a:r>
              <a:rPr sz="2400" spc="-30">
                <a:latin typeface="Bookman Old Style" pitchFamily="18" charset="0"/>
                <a:cs typeface="Book Antiqua"/>
              </a:rPr>
              <a:t>.</a:t>
            </a:r>
            <a:endParaRPr sz="2400">
              <a:latin typeface="Bookman Old Style" pitchFamily="18" charset="0"/>
              <a:cs typeface="Book Antiqua"/>
            </a:endParaRPr>
          </a:p>
          <a:p>
            <a:pPr marL="652780" lvl="1" indent="-247015" algn="just">
              <a:buClr>
                <a:srgbClr val="0F6FC6"/>
              </a:buClr>
              <a:buSzPct val="85000"/>
              <a:buFont typeface="Arial"/>
              <a:buChar char="●"/>
              <a:tabLst>
                <a:tab pos="652780" algn="l"/>
              </a:tabLst>
            </a:pPr>
            <a:r>
              <a:rPr sz="2400" spc="-5" dirty="0">
                <a:latin typeface="Bookman Old Style" pitchFamily="18" charset="0"/>
                <a:cs typeface="Book Antiqua"/>
              </a:rPr>
              <a:t>Major</a:t>
            </a:r>
            <a:r>
              <a:rPr sz="2400" spc="-20" dirty="0">
                <a:latin typeface="Bookman Old Style" pitchFamily="18" charset="0"/>
                <a:cs typeface="Book Antiqua"/>
              </a:rPr>
              <a:t> </a:t>
            </a:r>
            <a:r>
              <a:rPr sz="2400" dirty="0">
                <a:latin typeface="Bookman Old Style" pitchFamily="18" charset="0"/>
                <a:cs typeface="Book Antiqua"/>
              </a:rPr>
              <a:t>of</a:t>
            </a:r>
            <a:r>
              <a:rPr sz="2400" spc="-10" dirty="0">
                <a:latin typeface="Bookman Old Style" pitchFamily="18" charset="0"/>
                <a:cs typeface="Book Antiqua"/>
              </a:rPr>
              <a:t> </a:t>
            </a:r>
            <a:r>
              <a:rPr sz="2400" spc="-5" dirty="0">
                <a:latin typeface="Bookman Old Style" pitchFamily="18" charset="0"/>
                <a:cs typeface="Book Antiqua"/>
              </a:rPr>
              <a:t>them</a:t>
            </a:r>
            <a:r>
              <a:rPr sz="2400" spc="-15" dirty="0">
                <a:latin typeface="Bookman Old Style" pitchFamily="18" charset="0"/>
                <a:cs typeface="Book Antiqua"/>
              </a:rPr>
              <a:t> </a:t>
            </a:r>
            <a:r>
              <a:rPr sz="2400" spc="-15">
                <a:latin typeface="Bookman Old Style" pitchFamily="18" charset="0"/>
                <a:cs typeface="Book Antiqua"/>
              </a:rPr>
              <a:t>are</a:t>
            </a:r>
            <a:r>
              <a:rPr sz="2400" spc="-10">
                <a:latin typeface="Bookman Old Style" pitchFamily="18" charset="0"/>
                <a:cs typeface="Book Antiqua"/>
              </a:rPr>
              <a:t> </a:t>
            </a:r>
            <a:r>
              <a:rPr sz="2400" spc="-5">
                <a:latin typeface="Bookman Old Style" pitchFamily="18" charset="0"/>
                <a:cs typeface="Book Antiqua"/>
              </a:rPr>
              <a:t>throw</a:t>
            </a:r>
            <a:r>
              <a:rPr lang="en-US" sz="2400" spc="-5" dirty="0">
                <a:latin typeface="Bookman Old Style" pitchFamily="18" charset="0"/>
                <a:cs typeface="Book Antiqua"/>
              </a:rPr>
              <a:t> </a:t>
            </a:r>
            <a:r>
              <a:rPr sz="2400" spc="-5">
                <a:latin typeface="Bookman Old Style" pitchFamily="18" charset="0"/>
                <a:cs typeface="Book Antiqua"/>
              </a:rPr>
              <a:t>aways</a:t>
            </a:r>
            <a:endParaRPr sz="2400">
              <a:latin typeface="Bookman Old Style" pitchFamily="18" charset="0"/>
              <a:cs typeface="Book Antiqua"/>
            </a:endParaRPr>
          </a:p>
        </p:txBody>
      </p:sp>
      <p:sp>
        <p:nvSpPr>
          <p:cNvPr id="11" name="object 11"/>
          <p:cNvSpPr txBox="1"/>
          <p:nvPr/>
        </p:nvSpPr>
        <p:spPr>
          <a:xfrm>
            <a:off x="8504583" y="6524079"/>
            <a:ext cx="19494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45C75"/>
                </a:solidFill>
                <a:latin typeface="Arial"/>
                <a:cs typeface="Arial"/>
              </a:rPr>
              <a:t>38</a:t>
            </a:r>
            <a:endParaRPr sz="1200">
              <a:latin typeface="Arial"/>
              <a:cs typeface="Arial"/>
            </a:endParaRPr>
          </a:p>
        </p:txBody>
      </p:sp>
      <p:sp>
        <p:nvSpPr>
          <p:cNvPr id="12" name="Rectangle 11"/>
          <p:cNvSpPr/>
          <p:nvPr/>
        </p:nvSpPr>
        <p:spPr>
          <a:xfrm>
            <a:off x="4495800" y="6019800"/>
            <a:ext cx="3612849" cy="369332"/>
          </a:xfrm>
          <a:prstGeom prst="rect">
            <a:avLst/>
          </a:prstGeom>
        </p:spPr>
        <p:txBody>
          <a:bodyPr wrap="none">
            <a:spAutoFit/>
          </a:bodyPr>
          <a:lstStyle/>
          <a:p>
            <a:r>
              <a:rPr lang="en-US" b="1" spc="-110" dirty="0">
                <a:latin typeface="Bookman Old Style" pitchFamily="18" charset="0"/>
              </a:rPr>
              <a:t>E</a:t>
            </a:r>
            <a:r>
              <a:rPr lang="en-US" b="1" spc="-45" dirty="0">
                <a:latin typeface="Bookman Old Style" pitchFamily="18" charset="0"/>
              </a:rPr>
              <a:t>v</a:t>
            </a:r>
            <a:r>
              <a:rPr lang="en-US" b="1" spc="-5" dirty="0">
                <a:latin typeface="Bookman Old Style" pitchFamily="18" charset="0"/>
              </a:rPr>
              <a:t>o</a:t>
            </a:r>
            <a:r>
              <a:rPr lang="en-US" b="1" dirty="0">
                <a:latin typeface="Bookman Old Style" pitchFamily="18" charset="0"/>
              </a:rPr>
              <a:t>luti</a:t>
            </a:r>
            <a:r>
              <a:rPr lang="en-US" b="1" spc="-5" dirty="0">
                <a:latin typeface="Bookman Old Style" pitchFamily="18" charset="0"/>
              </a:rPr>
              <a:t>o</a:t>
            </a:r>
            <a:r>
              <a:rPr lang="en-US" b="1" dirty="0">
                <a:latin typeface="Bookman Old Style" pitchFamily="18" charset="0"/>
              </a:rPr>
              <a:t>na</a:t>
            </a:r>
            <a:r>
              <a:rPr lang="en-US" b="1" spc="20" dirty="0">
                <a:latin typeface="Bookman Old Style" pitchFamily="18" charset="0"/>
              </a:rPr>
              <a:t>r</a:t>
            </a:r>
            <a:r>
              <a:rPr lang="en-US" b="1" dirty="0">
                <a:latin typeface="Bookman Old Style" pitchFamily="18" charset="0"/>
              </a:rPr>
              <a:t>y P</a:t>
            </a:r>
            <a:r>
              <a:rPr lang="en-US" b="1" spc="-75" dirty="0">
                <a:latin typeface="Bookman Old Style" pitchFamily="18" charset="0"/>
              </a:rPr>
              <a:t>r</a:t>
            </a:r>
            <a:r>
              <a:rPr lang="en-US" b="1" spc="-5" dirty="0">
                <a:latin typeface="Bookman Old Style" pitchFamily="18" charset="0"/>
              </a:rPr>
              <a:t>o</a:t>
            </a:r>
            <a:r>
              <a:rPr lang="en-US" b="1" dirty="0">
                <a:latin typeface="Bookman Old Style" pitchFamily="18" charset="0"/>
              </a:rPr>
              <a:t>ce</a:t>
            </a:r>
            <a:r>
              <a:rPr lang="en-US" b="1" spc="-5" dirty="0">
                <a:latin typeface="Bookman Old Style" pitchFamily="18" charset="0"/>
              </a:rPr>
              <a:t>s</a:t>
            </a:r>
            <a:r>
              <a:rPr lang="en-US" b="1" dirty="0">
                <a:latin typeface="Bookman Old Style" pitchFamily="18" charset="0"/>
              </a:rPr>
              <a:t>s Models</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OS01\Desktop\11.jpg"/>
          <p:cNvPicPr>
            <a:picLocks noChangeAspect="1" noChangeArrowheads="1"/>
          </p:cNvPicPr>
          <p:nvPr/>
        </p:nvPicPr>
        <p:blipFill>
          <a:blip r:embed="rId2"/>
          <a:srcRect/>
          <a:stretch>
            <a:fillRect/>
          </a:stretch>
        </p:blipFill>
        <p:spPr bwMode="auto">
          <a:xfrm>
            <a:off x="1066800" y="0"/>
            <a:ext cx="6772275" cy="5848350"/>
          </a:xfrm>
          <a:prstGeom prst="rect">
            <a:avLst/>
          </a:prstGeom>
          <a:noFill/>
        </p:spPr>
      </p:pic>
      <p:sp>
        <p:nvSpPr>
          <p:cNvPr id="5" name="Rectangle 4"/>
          <p:cNvSpPr/>
          <p:nvPr/>
        </p:nvSpPr>
        <p:spPr>
          <a:xfrm>
            <a:off x="4343400" y="6019800"/>
            <a:ext cx="3612849" cy="369332"/>
          </a:xfrm>
          <a:prstGeom prst="rect">
            <a:avLst/>
          </a:prstGeom>
        </p:spPr>
        <p:txBody>
          <a:bodyPr wrap="none">
            <a:spAutoFit/>
          </a:bodyPr>
          <a:lstStyle/>
          <a:p>
            <a:r>
              <a:rPr lang="en-US" b="1" spc="-110" dirty="0">
                <a:latin typeface="Bookman Old Style" pitchFamily="18" charset="0"/>
              </a:rPr>
              <a:t>E</a:t>
            </a:r>
            <a:r>
              <a:rPr lang="en-US" b="1" spc="-45" dirty="0">
                <a:latin typeface="Bookman Old Style" pitchFamily="18" charset="0"/>
              </a:rPr>
              <a:t>v</a:t>
            </a:r>
            <a:r>
              <a:rPr lang="en-US" b="1" spc="-5" dirty="0">
                <a:latin typeface="Bookman Old Style" pitchFamily="18" charset="0"/>
              </a:rPr>
              <a:t>o</a:t>
            </a:r>
            <a:r>
              <a:rPr lang="en-US" b="1" dirty="0">
                <a:latin typeface="Bookman Old Style" pitchFamily="18" charset="0"/>
              </a:rPr>
              <a:t>luti</a:t>
            </a:r>
            <a:r>
              <a:rPr lang="en-US" b="1" spc="-5" dirty="0">
                <a:latin typeface="Bookman Old Style" pitchFamily="18" charset="0"/>
              </a:rPr>
              <a:t>o</a:t>
            </a:r>
            <a:r>
              <a:rPr lang="en-US" b="1" dirty="0">
                <a:latin typeface="Bookman Old Style" pitchFamily="18" charset="0"/>
              </a:rPr>
              <a:t>na</a:t>
            </a:r>
            <a:r>
              <a:rPr lang="en-US" b="1" spc="20" dirty="0">
                <a:latin typeface="Bookman Old Style" pitchFamily="18" charset="0"/>
              </a:rPr>
              <a:t>r</a:t>
            </a:r>
            <a:r>
              <a:rPr lang="en-US" b="1" dirty="0">
                <a:latin typeface="Bookman Old Style" pitchFamily="18" charset="0"/>
              </a:rPr>
              <a:t>y P</a:t>
            </a:r>
            <a:r>
              <a:rPr lang="en-US" b="1" spc="-75" dirty="0">
                <a:latin typeface="Bookman Old Style" pitchFamily="18" charset="0"/>
              </a:rPr>
              <a:t>r</a:t>
            </a:r>
            <a:r>
              <a:rPr lang="en-US" b="1" spc="-5" dirty="0">
                <a:latin typeface="Bookman Old Style" pitchFamily="18" charset="0"/>
              </a:rPr>
              <a:t>o</a:t>
            </a:r>
            <a:r>
              <a:rPr lang="en-US" b="1" dirty="0">
                <a:latin typeface="Bookman Old Style" pitchFamily="18" charset="0"/>
              </a:rPr>
              <a:t>ce</a:t>
            </a:r>
            <a:r>
              <a:rPr lang="en-US" b="1" spc="-5" dirty="0">
                <a:latin typeface="Bookman Old Style" pitchFamily="18" charset="0"/>
              </a:rPr>
              <a:t>s</a:t>
            </a:r>
            <a:r>
              <a:rPr lang="en-US" b="1" dirty="0">
                <a:latin typeface="Bookman Old Style" pitchFamily="18" charset="0"/>
              </a:rPr>
              <a:t>s Models</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10" name="object 10"/>
          <p:cNvSpPr txBox="1">
            <a:spLocks noGrp="1"/>
          </p:cNvSpPr>
          <p:nvPr>
            <p:ph type="body" idx="1"/>
          </p:nvPr>
        </p:nvSpPr>
        <p:spPr>
          <a:xfrm>
            <a:off x="523240" y="282273"/>
            <a:ext cx="8163560" cy="6118527"/>
          </a:xfrm>
          <a:prstGeom prst="rect">
            <a:avLst/>
          </a:prstGeom>
        </p:spPr>
        <p:txBody>
          <a:bodyPr vert="horz" wrap="square" lIns="0" tIns="572954" rIns="0" bIns="0" rtlCol="0">
            <a:spAutoFit/>
          </a:bodyPr>
          <a:lstStyle/>
          <a:p>
            <a:pPr marL="287020" indent="-274320" algn="just">
              <a:buClr>
                <a:srgbClr val="0BD0D9"/>
              </a:buClr>
              <a:buSzPct val="95000"/>
              <a:buFont typeface="Arial"/>
              <a:buChar char="●"/>
              <a:tabLst>
                <a:tab pos="287020" algn="l"/>
              </a:tabLst>
            </a:pPr>
            <a:r>
              <a:rPr sz="2400" b="1" dirty="0">
                <a:latin typeface="Bookman Old Style" pitchFamily="18" charset="0"/>
                <a:cs typeface="Palatino Linotype"/>
              </a:rPr>
              <a:t>Best</a:t>
            </a:r>
            <a:r>
              <a:rPr sz="2400" b="1" spc="-15" dirty="0">
                <a:latin typeface="Bookman Old Style" pitchFamily="18" charset="0"/>
                <a:cs typeface="Palatino Linotype"/>
              </a:rPr>
              <a:t> </a:t>
            </a:r>
            <a:r>
              <a:rPr sz="2400" b="1" spc="-5" dirty="0">
                <a:latin typeface="Bookman Old Style" pitchFamily="18" charset="0"/>
                <a:cs typeface="Palatino Linotype"/>
              </a:rPr>
              <a:t>approach</a:t>
            </a:r>
            <a:r>
              <a:rPr sz="2400" b="1" spc="-20" dirty="0">
                <a:latin typeface="Bookman Old Style" pitchFamily="18" charset="0"/>
                <a:cs typeface="Palatino Linotype"/>
              </a:rPr>
              <a:t> </a:t>
            </a:r>
            <a:r>
              <a:rPr sz="2400" b="1" spc="-5" dirty="0">
                <a:latin typeface="Bookman Old Style" pitchFamily="18" charset="0"/>
                <a:cs typeface="Palatino Linotype"/>
              </a:rPr>
              <a:t>when</a:t>
            </a:r>
            <a:r>
              <a:rPr sz="2400" spc="-5" dirty="0">
                <a:latin typeface="Bookman Old Style" pitchFamily="18" charset="0"/>
              </a:rPr>
              <a:t>:</a:t>
            </a:r>
            <a:endParaRPr sz="2400">
              <a:latin typeface="Bookman Old Style" pitchFamily="18" charset="0"/>
              <a:cs typeface="Palatino Linotype"/>
            </a:endParaRPr>
          </a:p>
          <a:p>
            <a:pPr marL="652780" marR="5080" lvl="1" indent="-247015" algn="just">
              <a:buClr>
                <a:srgbClr val="0F6FC6"/>
              </a:buClr>
              <a:buSzPct val="85000"/>
              <a:buFont typeface="Arial"/>
              <a:buChar char="●"/>
              <a:tabLst>
                <a:tab pos="652780" algn="l"/>
              </a:tabLst>
            </a:pPr>
            <a:r>
              <a:rPr sz="2400" u="heavy" spc="-5" dirty="0">
                <a:uFill>
                  <a:solidFill>
                    <a:srgbClr val="000000"/>
                  </a:solidFill>
                </a:uFill>
                <a:latin typeface="Bookman Old Style" pitchFamily="18" charset="0"/>
                <a:cs typeface="Book Antiqua"/>
              </a:rPr>
              <a:t>Objectives</a:t>
            </a:r>
            <a:r>
              <a:rPr sz="2400" u="heavy" dirty="0">
                <a:uFill>
                  <a:solidFill>
                    <a:srgbClr val="000000"/>
                  </a:solidFill>
                </a:uFill>
                <a:latin typeface="Bookman Old Style" pitchFamily="18" charset="0"/>
                <a:cs typeface="Book Antiqua"/>
              </a:rPr>
              <a:t> </a:t>
            </a:r>
            <a:r>
              <a:rPr sz="2400" u="heavy" spc="-5" dirty="0">
                <a:uFill>
                  <a:solidFill>
                    <a:srgbClr val="000000"/>
                  </a:solidFill>
                </a:uFill>
                <a:latin typeface="Bookman Old Style" pitchFamily="18" charset="0"/>
                <a:cs typeface="Book Antiqua"/>
              </a:rPr>
              <a:t>defined</a:t>
            </a:r>
            <a:r>
              <a:rPr sz="2400" u="heavy" dirty="0">
                <a:uFill>
                  <a:solidFill>
                    <a:srgbClr val="000000"/>
                  </a:solidFill>
                </a:uFill>
                <a:latin typeface="Bookman Old Style" pitchFamily="18" charset="0"/>
                <a:cs typeface="Book Antiqua"/>
              </a:rPr>
              <a:t> by</a:t>
            </a:r>
            <a:r>
              <a:rPr sz="2400" u="heavy" spc="5" dirty="0">
                <a:uFill>
                  <a:solidFill>
                    <a:srgbClr val="000000"/>
                  </a:solidFill>
                </a:uFill>
                <a:latin typeface="Bookman Old Style" pitchFamily="18" charset="0"/>
                <a:cs typeface="Book Antiqua"/>
              </a:rPr>
              <a:t> </a:t>
            </a:r>
            <a:r>
              <a:rPr sz="2400" u="heavy" spc="-5" dirty="0">
                <a:uFill>
                  <a:solidFill>
                    <a:srgbClr val="000000"/>
                  </a:solidFill>
                </a:uFill>
                <a:latin typeface="Bookman Old Style" pitchFamily="18" charset="0"/>
                <a:cs typeface="Book Antiqua"/>
              </a:rPr>
              <a:t>customer</a:t>
            </a:r>
            <a:r>
              <a:rPr sz="2400" u="heavy" dirty="0">
                <a:uFill>
                  <a:solidFill>
                    <a:srgbClr val="000000"/>
                  </a:solidFill>
                </a:uFill>
                <a:latin typeface="Bookman Old Style" pitchFamily="18" charset="0"/>
                <a:cs typeface="Book Antiqua"/>
              </a:rPr>
              <a:t> </a:t>
            </a:r>
            <a:r>
              <a:rPr sz="2400" u="heavy" spc="-15" dirty="0">
                <a:uFill>
                  <a:solidFill>
                    <a:srgbClr val="000000"/>
                  </a:solidFill>
                </a:uFill>
                <a:latin typeface="Bookman Old Style" pitchFamily="18" charset="0"/>
                <a:cs typeface="Book Antiqua"/>
              </a:rPr>
              <a:t>are</a:t>
            </a:r>
            <a:r>
              <a:rPr sz="2400" u="heavy" spc="-10" dirty="0">
                <a:uFill>
                  <a:solidFill>
                    <a:srgbClr val="000000"/>
                  </a:solidFill>
                </a:uFill>
                <a:latin typeface="Bookman Old Style" pitchFamily="18" charset="0"/>
                <a:cs typeface="Book Antiqua"/>
              </a:rPr>
              <a:t> </a:t>
            </a:r>
            <a:r>
              <a:rPr sz="2400" u="heavy" dirty="0">
                <a:uFill>
                  <a:solidFill>
                    <a:srgbClr val="000000"/>
                  </a:solidFill>
                </a:uFill>
                <a:latin typeface="Bookman Old Style" pitchFamily="18" charset="0"/>
                <a:cs typeface="Book Antiqua"/>
              </a:rPr>
              <a:t>general</a:t>
            </a:r>
            <a:r>
              <a:rPr sz="2400" u="heavy" spc="5" dirty="0">
                <a:uFill>
                  <a:solidFill>
                    <a:srgbClr val="000000"/>
                  </a:solidFill>
                </a:uFill>
                <a:latin typeface="Bookman Old Style" pitchFamily="18" charset="0"/>
                <a:cs typeface="Book Antiqua"/>
              </a:rPr>
              <a:t> </a:t>
            </a:r>
            <a:r>
              <a:rPr sz="2400" spc="-5" dirty="0">
                <a:latin typeface="Bookman Old Style" pitchFamily="18" charset="0"/>
                <a:cs typeface="Book Antiqua"/>
              </a:rPr>
              <a:t>but</a:t>
            </a:r>
            <a:r>
              <a:rPr sz="2400" dirty="0">
                <a:latin typeface="Bookman Old Style" pitchFamily="18" charset="0"/>
                <a:cs typeface="Book Antiqua"/>
              </a:rPr>
              <a:t> </a:t>
            </a:r>
            <a:r>
              <a:rPr sz="2400" spc="-5" dirty="0">
                <a:latin typeface="Bookman Old Style" pitchFamily="18" charset="0"/>
                <a:cs typeface="Book Antiqua"/>
              </a:rPr>
              <a:t>does</a:t>
            </a:r>
            <a:r>
              <a:rPr sz="2400" dirty="0">
                <a:latin typeface="Bookman Old Style" pitchFamily="18" charset="0"/>
                <a:cs typeface="Book Antiqua"/>
              </a:rPr>
              <a:t> </a:t>
            </a:r>
            <a:r>
              <a:rPr sz="2400" spc="-5" dirty="0">
                <a:latin typeface="Bookman Old Style" pitchFamily="18" charset="0"/>
                <a:cs typeface="Book Antiqua"/>
              </a:rPr>
              <a:t>not</a:t>
            </a:r>
            <a:r>
              <a:rPr sz="2400" dirty="0">
                <a:latin typeface="Bookman Old Style" pitchFamily="18" charset="0"/>
                <a:cs typeface="Book Antiqua"/>
              </a:rPr>
              <a:t> </a:t>
            </a:r>
            <a:r>
              <a:rPr sz="2400" spc="-5" dirty="0">
                <a:latin typeface="Bookman Old Style" pitchFamily="18" charset="0"/>
                <a:cs typeface="Book Antiqua"/>
              </a:rPr>
              <a:t>have </a:t>
            </a:r>
            <a:r>
              <a:rPr sz="2400" spc="-484" dirty="0">
                <a:latin typeface="Bookman Old Style" pitchFamily="18" charset="0"/>
                <a:cs typeface="Book Antiqua"/>
              </a:rPr>
              <a:t> </a:t>
            </a:r>
            <a:r>
              <a:rPr sz="2400" spc="-5" dirty="0">
                <a:latin typeface="Bookman Old Style" pitchFamily="18" charset="0"/>
                <a:cs typeface="Book Antiqua"/>
              </a:rPr>
              <a:t>details </a:t>
            </a:r>
            <a:r>
              <a:rPr sz="2400" dirty="0">
                <a:latin typeface="Bookman Old Style" pitchFamily="18" charset="0"/>
                <a:cs typeface="Book Antiqua"/>
              </a:rPr>
              <a:t>like </a:t>
            </a:r>
            <a:r>
              <a:rPr sz="2400" spc="-5" dirty="0">
                <a:latin typeface="Bookman Old Style" pitchFamily="18" charset="0"/>
                <a:cs typeface="Book Antiqua"/>
              </a:rPr>
              <a:t>input,</a:t>
            </a:r>
            <a:r>
              <a:rPr sz="2400" dirty="0">
                <a:latin typeface="Bookman Old Style" pitchFamily="18" charset="0"/>
                <a:cs typeface="Book Antiqua"/>
              </a:rPr>
              <a:t> </a:t>
            </a:r>
            <a:r>
              <a:rPr sz="2400" spc="-5" dirty="0">
                <a:latin typeface="Bookman Old Style" pitchFamily="18" charset="0"/>
                <a:cs typeface="Book Antiqua"/>
              </a:rPr>
              <a:t>processing,</a:t>
            </a:r>
            <a:r>
              <a:rPr sz="2400" dirty="0">
                <a:latin typeface="Bookman Old Style" pitchFamily="18" charset="0"/>
                <a:cs typeface="Book Antiqua"/>
              </a:rPr>
              <a:t> or</a:t>
            </a:r>
            <a:r>
              <a:rPr sz="2400" spc="-5" dirty="0">
                <a:latin typeface="Bookman Old Style" pitchFamily="18" charset="0"/>
                <a:cs typeface="Book Antiqua"/>
              </a:rPr>
              <a:t> output</a:t>
            </a:r>
            <a:r>
              <a:rPr sz="2400" dirty="0">
                <a:latin typeface="Bookman Old Style" pitchFamily="18" charset="0"/>
                <a:cs typeface="Book Antiqua"/>
              </a:rPr>
              <a:t> </a:t>
            </a:r>
            <a:r>
              <a:rPr sz="2400" spc="-10" dirty="0">
                <a:latin typeface="Bookman Old Style" pitchFamily="18" charset="0"/>
                <a:cs typeface="Book Antiqua"/>
              </a:rPr>
              <a:t>requirement.</a:t>
            </a:r>
            <a:endParaRPr sz="2400">
              <a:latin typeface="Bookman Old Style" pitchFamily="18" charset="0"/>
              <a:cs typeface="Book Antiqua"/>
            </a:endParaRPr>
          </a:p>
          <a:p>
            <a:pPr marL="652780" marR="5080" lvl="1" indent="-247015" algn="just">
              <a:buClr>
                <a:srgbClr val="0F6FC6"/>
              </a:buClr>
              <a:buSzPct val="85000"/>
              <a:buFont typeface="Arial"/>
              <a:buChar char="●"/>
              <a:tabLst>
                <a:tab pos="652780" algn="l"/>
              </a:tabLst>
            </a:pPr>
            <a:r>
              <a:rPr sz="2400" u="heavy" spc="-5" dirty="0">
                <a:uFill>
                  <a:solidFill>
                    <a:srgbClr val="000000"/>
                  </a:solidFill>
                </a:uFill>
                <a:latin typeface="Bookman Old Style" pitchFamily="18" charset="0"/>
                <a:cs typeface="Book Antiqua"/>
              </a:rPr>
              <a:t>Developer </a:t>
            </a:r>
            <a:r>
              <a:rPr sz="2400" u="heavy" dirty="0">
                <a:uFill>
                  <a:solidFill>
                    <a:srgbClr val="000000"/>
                  </a:solidFill>
                </a:uFill>
                <a:latin typeface="Bookman Old Style" pitchFamily="18" charset="0"/>
                <a:cs typeface="Book Antiqua"/>
              </a:rPr>
              <a:t>may be </a:t>
            </a:r>
            <a:r>
              <a:rPr sz="2400" u="heavy" spc="-10" dirty="0">
                <a:uFill>
                  <a:solidFill>
                    <a:srgbClr val="000000"/>
                  </a:solidFill>
                </a:uFill>
                <a:latin typeface="Bookman Old Style" pitchFamily="18" charset="0"/>
                <a:cs typeface="Book Antiqua"/>
              </a:rPr>
              <a:t>unsure </a:t>
            </a:r>
            <a:r>
              <a:rPr sz="2400" u="heavy" dirty="0">
                <a:uFill>
                  <a:solidFill>
                    <a:srgbClr val="000000"/>
                  </a:solidFill>
                </a:uFill>
                <a:latin typeface="Bookman Old Style" pitchFamily="18" charset="0"/>
                <a:cs typeface="Book Antiqua"/>
              </a:rPr>
              <a:t>of </a:t>
            </a:r>
            <a:r>
              <a:rPr sz="2400" u="heavy" spc="-5" dirty="0">
                <a:uFill>
                  <a:solidFill>
                    <a:srgbClr val="000000"/>
                  </a:solidFill>
                </a:uFill>
                <a:latin typeface="Bookman Old Style" pitchFamily="18" charset="0"/>
                <a:cs typeface="Book Antiqua"/>
              </a:rPr>
              <a:t>the efficiency </a:t>
            </a:r>
            <a:r>
              <a:rPr sz="2400" dirty="0">
                <a:latin typeface="Bookman Old Style" pitchFamily="18" charset="0"/>
                <a:cs typeface="Book Antiqua"/>
              </a:rPr>
              <a:t>of an </a:t>
            </a:r>
            <a:r>
              <a:rPr sz="2400" spc="-5" dirty="0">
                <a:latin typeface="Bookman Old Style" pitchFamily="18" charset="0"/>
                <a:cs typeface="Book Antiqua"/>
              </a:rPr>
              <a:t>algorithm, O.S., </a:t>
            </a:r>
            <a:r>
              <a:rPr sz="2400" dirty="0">
                <a:latin typeface="Bookman Old Style" pitchFamily="18" charset="0"/>
                <a:cs typeface="Book Antiqua"/>
              </a:rPr>
              <a:t>or </a:t>
            </a:r>
            <a:r>
              <a:rPr sz="2400" spc="-484" dirty="0">
                <a:latin typeface="Bookman Old Style" pitchFamily="18" charset="0"/>
                <a:cs typeface="Book Antiqua"/>
              </a:rPr>
              <a:t> </a:t>
            </a:r>
            <a:r>
              <a:rPr sz="2400" spc="-5" dirty="0">
                <a:latin typeface="Bookman Old Style" pitchFamily="18" charset="0"/>
                <a:cs typeface="Book Antiqua"/>
              </a:rPr>
              <a:t>the form that</a:t>
            </a:r>
            <a:r>
              <a:rPr sz="2400" dirty="0">
                <a:latin typeface="Bookman Old Style" pitchFamily="18" charset="0"/>
                <a:cs typeface="Book Antiqua"/>
              </a:rPr>
              <a:t> </a:t>
            </a:r>
            <a:r>
              <a:rPr sz="2400" spc="-5" dirty="0">
                <a:latin typeface="Bookman Old Style" pitchFamily="18" charset="0"/>
                <a:cs typeface="Book Antiqua"/>
              </a:rPr>
              <a:t>human</a:t>
            </a:r>
            <a:r>
              <a:rPr sz="2400" dirty="0">
                <a:latin typeface="Bookman Old Style" pitchFamily="18" charset="0"/>
                <a:cs typeface="Book Antiqua"/>
              </a:rPr>
              <a:t> </a:t>
            </a:r>
            <a:r>
              <a:rPr sz="2400" spc="-5" dirty="0">
                <a:latin typeface="Bookman Old Style" pitchFamily="18" charset="0"/>
                <a:cs typeface="Book Antiqua"/>
              </a:rPr>
              <a:t>machine interaction should </a:t>
            </a:r>
            <a:r>
              <a:rPr sz="2400" dirty="0">
                <a:latin typeface="Bookman Old Style" pitchFamily="18" charset="0"/>
                <a:cs typeface="Book Antiqua"/>
              </a:rPr>
              <a:t>take.</a:t>
            </a:r>
            <a:endParaRPr sz="2400">
              <a:latin typeface="Bookman Old Style" pitchFamily="18" charset="0"/>
              <a:cs typeface="Book Antiqua"/>
            </a:endParaRPr>
          </a:p>
          <a:p>
            <a:pPr marL="287020" indent="-274320" algn="just">
              <a:buClr>
                <a:srgbClr val="0BD0D9"/>
              </a:buClr>
              <a:buSzPct val="95000"/>
              <a:buFont typeface="Arial"/>
              <a:buChar char="●"/>
              <a:tabLst>
                <a:tab pos="287020" algn="l"/>
              </a:tabLst>
            </a:pPr>
            <a:r>
              <a:rPr sz="2400" dirty="0">
                <a:latin typeface="Bookman Old Style" pitchFamily="18" charset="0"/>
              </a:rPr>
              <a:t>It</a:t>
            </a:r>
            <a:r>
              <a:rPr sz="2400" spc="-5" dirty="0">
                <a:latin typeface="Bookman Old Style" pitchFamily="18" charset="0"/>
              </a:rPr>
              <a:t> can</a:t>
            </a:r>
            <a:r>
              <a:rPr sz="2400" dirty="0">
                <a:latin typeface="Bookman Old Style" pitchFamily="18" charset="0"/>
              </a:rPr>
              <a:t> be </a:t>
            </a:r>
            <a:r>
              <a:rPr sz="2400" u="heavy" spc="-5" dirty="0">
                <a:uFill>
                  <a:solidFill>
                    <a:srgbClr val="000000"/>
                  </a:solidFill>
                </a:uFill>
                <a:latin typeface="Bookman Old Style" pitchFamily="18" charset="0"/>
              </a:rPr>
              <a:t>used </a:t>
            </a:r>
            <a:r>
              <a:rPr sz="2400" u="heavy" dirty="0">
                <a:uFill>
                  <a:solidFill>
                    <a:srgbClr val="000000"/>
                  </a:solidFill>
                </a:uFill>
                <a:latin typeface="Bookman Old Style" pitchFamily="18" charset="0"/>
              </a:rPr>
              <a:t>as</a:t>
            </a:r>
            <a:r>
              <a:rPr sz="2400" u="heavy" spc="-5" dirty="0">
                <a:uFill>
                  <a:solidFill>
                    <a:srgbClr val="000000"/>
                  </a:solidFill>
                </a:uFill>
                <a:latin typeface="Bookman Old Style" pitchFamily="18" charset="0"/>
              </a:rPr>
              <a:t> standalone </a:t>
            </a:r>
            <a:r>
              <a:rPr sz="2400" u="heavy" spc="-10" dirty="0">
                <a:uFill>
                  <a:solidFill>
                    <a:srgbClr val="000000"/>
                  </a:solidFill>
                </a:uFill>
                <a:latin typeface="Bookman Old Style" pitchFamily="18" charset="0"/>
              </a:rPr>
              <a:t>process</a:t>
            </a:r>
            <a:r>
              <a:rPr sz="2400" u="heavy" spc="-5" dirty="0">
                <a:uFill>
                  <a:solidFill>
                    <a:srgbClr val="000000"/>
                  </a:solidFill>
                </a:uFill>
                <a:latin typeface="Bookman Old Style" pitchFamily="18" charset="0"/>
              </a:rPr>
              <a:t> model.</a:t>
            </a:r>
            <a:endParaRPr sz="2400">
              <a:latin typeface="Bookman Old Style" pitchFamily="18" charset="0"/>
            </a:endParaRPr>
          </a:p>
          <a:p>
            <a:pPr marL="287020" marR="5080" indent="-274320" algn="just">
              <a:buClr>
                <a:srgbClr val="0BD0D9"/>
              </a:buClr>
              <a:buSzPct val="95000"/>
              <a:buFont typeface="Arial"/>
              <a:buChar char="●"/>
              <a:tabLst>
                <a:tab pos="287020" algn="l"/>
              </a:tabLst>
            </a:pPr>
            <a:r>
              <a:rPr sz="2400" spc="-5" dirty="0">
                <a:latin typeface="Bookman Old Style" pitchFamily="18" charset="0"/>
              </a:rPr>
              <a:t>Model assist </a:t>
            </a:r>
            <a:r>
              <a:rPr sz="2400" spc="-10" dirty="0">
                <a:latin typeface="Bookman Old Style" pitchFamily="18" charset="0"/>
              </a:rPr>
              <a:t>software </a:t>
            </a:r>
            <a:r>
              <a:rPr sz="2400" spc="-5" dirty="0">
                <a:latin typeface="Bookman Old Style" pitchFamily="18" charset="0"/>
              </a:rPr>
              <a:t>engineer </a:t>
            </a:r>
            <a:r>
              <a:rPr sz="2400" dirty="0">
                <a:latin typeface="Bookman Old Style" pitchFamily="18" charset="0"/>
              </a:rPr>
              <a:t>and </a:t>
            </a:r>
            <a:r>
              <a:rPr sz="2400" spc="-5" dirty="0">
                <a:latin typeface="Bookman Old Style" pitchFamily="18" charset="0"/>
              </a:rPr>
              <a:t>customer </a:t>
            </a:r>
            <a:r>
              <a:rPr sz="2400" dirty="0">
                <a:latin typeface="Bookman Old Style" pitchFamily="18" charset="0"/>
              </a:rPr>
              <a:t>to better </a:t>
            </a:r>
            <a:r>
              <a:rPr sz="2400" spc="-5" dirty="0">
                <a:latin typeface="Bookman Old Style" pitchFamily="18" charset="0"/>
              </a:rPr>
              <a:t>understand </a:t>
            </a:r>
            <a:r>
              <a:rPr sz="2400" dirty="0">
                <a:latin typeface="Bookman Old Style" pitchFamily="18" charset="0"/>
              </a:rPr>
              <a:t> what</a:t>
            </a:r>
            <a:r>
              <a:rPr sz="2400" spc="-5" dirty="0">
                <a:latin typeface="Bookman Old Style" pitchFamily="18" charset="0"/>
              </a:rPr>
              <a:t> </a:t>
            </a:r>
            <a:r>
              <a:rPr sz="2400" dirty="0">
                <a:latin typeface="Bookman Old Style" pitchFamily="18" charset="0"/>
              </a:rPr>
              <a:t>is</a:t>
            </a:r>
            <a:r>
              <a:rPr sz="2400" spc="-5" dirty="0">
                <a:latin typeface="Bookman Old Style" pitchFamily="18" charset="0"/>
              </a:rPr>
              <a:t> </a:t>
            </a:r>
            <a:r>
              <a:rPr sz="2400" dirty="0">
                <a:latin typeface="Bookman Old Style" pitchFamily="18" charset="0"/>
              </a:rPr>
              <a:t>to be </a:t>
            </a:r>
            <a:r>
              <a:rPr sz="2400" spc="-5" dirty="0">
                <a:latin typeface="Bookman Old Style" pitchFamily="18" charset="0"/>
              </a:rPr>
              <a:t>built</a:t>
            </a:r>
            <a:r>
              <a:rPr sz="2400" dirty="0">
                <a:latin typeface="Bookman Old Style" pitchFamily="18" charset="0"/>
              </a:rPr>
              <a:t> when</a:t>
            </a:r>
            <a:r>
              <a:rPr sz="2400" spc="-5" dirty="0">
                <a:latin typeface="Bookman Old Style" pitchFamily="18" charset="0"/>
              </a:rPr>
              <a:t> </a:t>
            </a:r>
            <a:r>
              <a:rPr sz="2400" spc="-10" dirty="0">
                <a:latin typeface="Bookman Old Style" pitchFamily="18" charset="0"/>
              </a:rPr>
              <a:t>requirements</a:t>
            </a:r>
            <a:r>
              <a:rPr sz="2400" spc="-5" dirty="0">
                <a:latin typeface="Bookman Old Style" pitchFamily="18" charset="0"/>
              </a:rPr>
              <a:t> </a:t>
            </a:r>
            <a:r>
              <a:rPr sz="2400" spc="-15" dirty="0">
                <a:latin typeface="Bookman Old Style" pitchFamily="18" charset="0"/>
              </a:rPr>
              <a:t>are</a:t>
            </a:r>
            <a:r>
              <a:rPr sz="2400" dirty="0">
                <a:latin typeface="Bookman Old Style" pitchFamily="18" charset="0"/>
              </a:rPr>
              <a:t> </a:t>
            </a:r>
            <a:r>
              <a:rPr sz="2400" spc="-40" dirty="0">
                <a:latin typeface="Bookman Old Style" pitchFamily="18" charset="0"/>
              </a:rPr>
              <a:t>fuzzy.</a:t>
            </a:r>
            <a:endParaRPr sz="2400">
              <a:latin typeface="Bookman Old Style" pitchFamily="18" charset="0"/>
            </a:endParaRPr>
          </a:p>
          <a:p>
            <a:pPr marL="287020" marR="5080" indent="-274320" algn="just">
              <a:buClr>
                <a:srgbClr val="0BD0D9"/>
              </a:buClr>
              <a:buSzPct val="95000"/>
              <a:buFont typeface="Arial"/>
              <a:buChar char="●"/>
              <a:tabLst>
                <a:tab pos="287020" algn="l"/>
              </a:tabLst>
            </a:pPr>
            <a:r>
              <a:rPr sz="2400" spc="-5" dirty="0">
                <a:latin typeface="Bookman Old Style" pitchFamily="18" charset="0"/>
              </a:rPr>
              <a:t>Prototyping</a:t>
            </a:r>
            <a:r>
              <a:rPr sz="2400" dirty="0">
                <a:latin typeface="Bookman Old Style" pitchFamily="18" charset="0"/>
              </a:rPr>
              <a:t> </a:t>
            </a:r>
            <a:r>
              <a:rPr sz="2400" spc="-5" dirty="0">
                <a:latin typeface="Bookman Old Style" pitchFamily="18" charset="0"/>
              </a:rPr>
              <a:t>start</a:t>
            </a:r>
            <a:r>
              <a:rPr sz="2400" dirty="0">
                <a:latin typeface="Bookman Old Style" pitchFamily="18" charset="0"/>
              </a:rPr>
              <a:t> with</a:t>
            </a:r>
            <a:r>
              <a:rPr sz="2400" spc="5" dirty="0">
                <a:latin typeface="Bookman Old Style" pitchFamily="18" charset="0"/>
              </a:rPr>
              <a:t> </a:t>
            </a:r>
            <a:r>
              <a:rPr sz="2400" u="heavy" spc="-5" dirty="0">
                <a:uFill>
                  <a:solidFill>
                    <a:srgbClr val="000000"/>
                  </a:solidFill>
                </a:uFill>
                <a:latin typeface="Bookman Old Style" pitchFamily="18" charset="0"/>
              </a:rPr>
              <a:t>communication,</a:t>
            </a:r>
            <a:r>
              <a:rPr sz="2400" u="heavy" dirty="0">
                <a:uFill>
                  <a:solidFill>
                    <a:srgbClr val="000000"/>
                  </a:solidFill>
                </a:uFill>
                <a:latin typeface="Bookman Old Style" pitchFamily="18" charset="0"/>
              </a:rPr>
              <a:t> between</a:t>
            </a:r>
            <a:r>
              <a:rPr sz="2400" u="heavy" spc="5" dirty="0">
                <a:uFill>
                  <a:solidFill>
                    <a:srgbClr val="000000"/>
                  </a:solidFill>
                </a:uFill>
                <a:latin typeface="Bookman Old Style" pitchFamily="18" charset="0"/>
              </a:rPr>
              <a:t> </a:t>
            </a:r>
            <a:r>
              <a:rPr sz="2400" u="heavy" dirty="0">
                <a:uFill>
                  <a:solidFill>
                    <a:srgbClr val="000000"/>
                  </a:solidFill>
                </a:uFill>
                <a:latin typeface="Bookman Old Style" pitchFamily="18" charset="0"/>
              </a:rPr>
              <a:t>a</a:t>
            </a:r>
            <a:r>
              <a:rPr sz="2400" u="heavy" spc="5" dirty="0">
                <a:uFill>
                  <a:solidFill>
                    <a:srgbClr val="000000"/>
                  </a:solidFill>
                </a:uFill>
                <a:latin typeface="Bookman Old Style" pitchFamily="18" charset="0"/>
              </a:rPr>
              <a:t> </a:t>
            </a:r>
            <a:r>
              <a:rPr sz="2400" u="heavy" spc="-5" dirty="0">
                <a:uFill>
                  <a:solidFill>
                    <a:srgbClr val="000000"/>
                  </a:solidFill>
                </a:uFill>
                <a:latin typeface="Bookman Old Style" pitchFamily="18" charset="0"/>
              </a:rPr>
              <a:t>customer</a:t>
            </a:r>
            <a:r>
              <a:rPr sz="2400" u="heavy" dirty="0">
                <a:uFill>
                  <a:solidFill>
                    <a:srgbClr val="000000"/>
                  </a:solidFill>
                </a:uFill>
                <a:latin typeface="Bookman Old Style" pitchFamily="18" charset="0"/>
              </a:rPr>
              <a:t> and </a:t>
            </a:r>
            <a:r>
              <a:rPr sz="2400" spc="5" dirty="0">
                <a:latin typeface="Bookman Old Style" pitchFamily="18" charset="0"/>
              </a:rPr>
              <a:t> </a:t>
            </a:r>
            <a:r>
              <a:rPr sz="2400" u="heavy" spc="-10" dirty="0">
                <a:uFill>
                  <a:solidFill>
                    <a:srgbClr val="000000"/>
                  </a:solidFill>
                </a:uFill>
                <a:latin typeface="Bookman Old Style" pitchFamily="18" charset="0"/>
              </a:rPr>
              <a:t>software </a:t>
            </a:r>
            <a:r>
              <a:rPr sz="2400" u="heavy" spc="-5" dirty="0">
                <a:uFill>
                  <a:solidFill>
                    <a:srgbClr val="000000"/>
                  </a:solidFill>
                </a:uFill>
                <a:latin typeface="Bookman Old Style" pitchFamily="18" charset="0"/>
              </a:rPr>
              <a:t>engineer </a:t>
            </a:r>
            <a:r>
              <a:rPr sz="2400" dirty="0">
                <a:latin typeface="Bookman Old Style" pitchFamily="18" charset="0"/>
              </a:rPr>
              <a:t>to </a:t>
            </a:r>
            <a:r>
              <a:rPr sz="2400" spc="-5" dirty="0">
                <a:latin typeface="Bookman Old Style" pitchFamily="18" charset="0"/>
              </a:rPr>
              <a:t>define overall objective, identify </a:t>
            </a:r>
            <a:r>
              <a:rPr sz="2400" spc="-10" dirty="0">
                <a:latin typeface="Bookman Old Style" pitchFamily="18" charset="0"/>
              </a:rPr>
              <a:t>requirements </a:t>
            </a:r>
            <a:r>
              <a:rPr sz="2400" spc="-5" dirty="0">
                <a:latin typeface="Bookman Old Style" pitchFamily="18" charset="0"/>
              </a:rPr>
              <a:t> </a:t>
            </a:r>
            <a:r>
              <a:rPr sz="2400" dirty="0">
                <a:latin typeface="Bookman Old Style" pitchFamily="18" charset="0"/>
              </a:rPr>
              <a:t>and</a:t>
            </a:r>
            <a:r>
              <a:rPr sz="2400" spc="-10" dirty="0">
                <a:latin typeface="Bookman Old Style" pitchFamily="18" charset="0"/>
              </a:rPr>
              <a:t> </a:t>
            </a:r>
            <a:r>
              <a:rPr sz="2400" dirty="0">
                <a:latin typeface="Bookman Old Style" pitchFamily="18" charset="0"/>
              </a:rPr>
              <a:t>make a </a:t>
            </a:r>
            <a:r>
              <a:rPr sz="2400" spc="-30" dirty="0">
                <a:latin typeface="Bookman Old Style" pitchFamily="18" charset="0"/>
              </a:rPr>
              <a:t>boundary.</a:t>
            </a:r>
            <a:endParaRPr sz="2400">
              <a:latin typeface="Bookman Old Style" pitchFamily="18" charset="0"/>
            </a:endParaRPr>
          </a:p>
        </p:txBody>
      </p:sp>
      <p:sp>
        <p:nvSpPr>
          <p:cNvPr id="11" name="object 11"/>
          <p:cNvSpPr txBox="1"/>
          <p:nvPr/>
        </p:nvSpPr>
        <p:spPr>
          <a:xfrm>
            <a:off x="8504583" y="6524079"/>
            <a:ext cx="19494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45C75"/>
                </a:solidFill>
                <a:latin typeface="Arial"/>
                <a:cs typeface="Arial"/>
              </a:rPr>
              <a:t>39</a:t>
            </a:r>
            <a:endParaRPr sz="1200">
              <a:latin typeface="Arial"/>
              <a:cs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3"/>
          <p:cNvPicPr/>
          <p:nvPr/>
        </p:nvPicPr>
        <p:blipFill>
          <a:blip r:embed="rId2" cstate="print"/>
          <a:stretch>
            <a:fillRect/>
          </a:stretch>
        </p:blipFill>
        <p:spPr>
          <a:xfrm>
            <a:off x="685800" y="914400"/>
            <a:ext cx="8077200" cy="5334000"/>
          </a:xfrm>
          <a:prstGeom prst="rect">
            <a:avLst/>
          </a:prstGeom>
        </p:spPr>
      </p:pic>
      <p:sp>
        <p:nvSpPr>
          <p:cNvPr id="3" name="object 2"/>
          <p:cNvSpPr txBox="1">
            <a:spLocks/>
          </p:cNvSpPr>
          <p:nvPr/>
        </p:nvSpPr>
        <p:spPr>
          <a:xfrm>
            <a:off x="533400" y="304800"/>
            <a:ext cx="8218170" cy="627095"/>
          </a:xfrm>
          <a:prstGeom prst="rect">
            <a:avLst/>
          </a:prstGeom>
        </p:spPr>
        <p:txBody>
          <a:bodyPr vert="horz" wrap="square" lIns="0" tIns="11430" rIns="0" bIns="0" rtlCol="0">
            <a:spAutoFit/>
          </a:bodyPr>
          <a:lstStyle/>
          <a:p>
            <a:pPr marL="12700" marR="0" lvl="0" indent="0" defTabSz="914400" eaLnBrk="1" fontAlgn="auto" latinLnBrk="0" hangingPunct="1">
              <a:lnSpc>
                <a:spcPct val="100000"/>
              </a:lnSpc>
              <a:spcBef>
                <a:spcPts val="90"/>
              </a:spcBef>
              <a:spcAft>
                <a:spcPts val="0"/>
              </a:spcAft>
              <a:buClrTx/>
              <a:buSzTx/>
              <a:buFontTx/>
              <a:buNone/>
              <a:tabLst/>
              <a:defRPr/>
            </a:pPr>
            <a:r>
              <a:rPr kumimoji="0" lang="en-US" sz="4000" b="1" i="0" u="none" strike="noStrike" kern="0" cap="none" spc="-20" normalizeH="0" baseline="0" noProof="0" dirty="0">
                <a:ln>
                  <a:noFill/>
                </a:ln>
                <a:solidFill>
                  <a:sysClr val="windowText" lastClr="000000"/>
                </a:solidFill>
                <a:effectLst/>
                <a:uLnTx/>
                <a:uFillTx/>
                <a:latin typeface="Bookman Old Style" pitchFamily="18" charset="0"/>
                <a:ea typeface="+mj-ea"/>
                <a:cs typeface="+mj-cs"/>
              </a:rPr>
              <a:t>Spiral</a:t>
            </a:r>
            <a:r>
              <a:rPr kumimoji="0" lang="en-US" sz="4000" b="1" i="0" u="none" strike="noStrike" kern="0" cap="none" spc="-10" normalizeH="0" baseline="0" noProof="0" dirty="0">
                <a:ln>
                  <a:noFill/>
                </a:ln>
                <a:solidFill>
                  <a:sysClr val="windowText" lastClr="000000"/>
                </a:solidFill>
                <a:effectLst/>
                <a:uLnTx/>
                <a:uFillTx/>
                <a:latin typeface="Bookman Old Style" pitchFamily="18" charset="0"/>
                <a:ea typeface="+mj-ea"/>
                <a:cs typeface="+mj-cs"/>
              </a:rPr>
              <a:t> Model</a:t>
            </a:r>
            <a:endParaRPr kumimoji="0" lang="en-US" sz="4000" b="1" i="0" u="none" strike="noStrike" kern="0" cap="none" spc="0" normalizeH="0" baseline="0" noProof="0" dirty="0">
              <a:ln>
                <a:noFill/>
              </a:ln>
              <a:solidFill>
                <a:sysClr val="windowText" lastClr="000000"/>
              </a:solidFill>
              <a:effectLst/>
              <a:uLnTx/>
              <a:uFillTx/>
              <a:latin typeface="Bookman Old Style" pitchFamily="18" charset="0"/>
              <a:ea typeface="+mj-ea"/>
              <a:cs typeface="+mj-cs"/>
            </a:endParaRPr>
          </a:p>
        </p:txBody>
      </p:sp>
      <p:sp>
        <p:nvSpPr>
          <p:cNvPr id="4" name="Rectangle 3"/>
          <p:cNvSpPr/>
          <p:nvPr/>
        </p:nvSpPr>
        <p:spPr>
          <a:xfrm>
            <a:off x="4572000" y="6248400"/>
            <a:ext cx="3612849" cy="369332"/>
          </a:xfrm>
          <a:prstGeom prst="rect">
            <a:avLst/>
          </a:prstGeom>
        </p:spPr>
        <p:txBody>
          <a:bodyPr wrap="none">
            <a:spAutoFit/>
          </a:bodyPr>
          <a:lstStyle/>
          <a:p>
            <a:r>
              <a:rPr lang="en-US" b="1" spc="-110" dirty="0">
                <a:latin typeface="Bookman Old Style" pitchFamily="18" charset="0"/>
              </a:rPr>
              <a:t>E</a:t>
            </a:r>
            <a:r>
              <a:rPr lang="en-US" b="1" spc="-45" dirty="0">
                <a:latin typeface="Bookman Old Style" pitchFamily="18" charset="0"/>
              </a:rPr>
              <a:t>v</a:t>
            </a:r>
            <a:r>
              <a:rPr lang="en-US" b="1" spc="-5" dirty="0">
                <a:latin typeface="Bookman Old Style" pitchFamily="18" charset="0"/>
              </a:rPr>
              <a:t>o</a:t>
            </a:r>
            <a:r>
              <a:rPr lang="en-US" b="1" dirty="0">
                <a:latin typeface="Bookman Old Style" pitchFamily="18" charset="0"/>
              </a:rPr>
              <a:t>luti</a:t>
            </a:r>
            <a:r>
              <a:rPr lang="en-US" b="1" spc="-5" dirty="0">
                <a:latin typeface="Bookman Old Style" pitchFamily="18" charset="0"/>
              </a:rPr>
              <a:t>o</a:t>
            </a:r>
            <a:r>
              <a:rPr lang="en-US" b="1" dirty="0">
                <a:latin typeface="Bookman Old Style" pitchFamily="18" charset="0"/>
              </a:rPr>
              <a:t>na</a:t>
            </a:r>
            <a:r>
              <a:rPr lang="en-US" b="1" spc="20" dirty="0">
                <a:latin typeface="Bookman Old Style" pitchFamily="18" charset="0"/>
              </a:rPr>
              <a:t>r</a:t>
            </a:r>
            <a:r>
              <a:rPr lang="en-US" b="1" dirty="0">
                <a:latin typeface="Bookman Old Style" pitchFamily="18" charset="0"/>
              </a:rPr>
              <a:t>y P</a:t>
            </a:r>
            <a:r>
              <a:rPr lang="en-US" b="1" spc="-75" dirty="0">
                <a:latin typeface="Bookman Old Style" pitchFamily="18" charset="0"/>
              </a:rPr>
              <a:t>r</a:t>
            </a:r>
            <a:r>
              <a:rPr lang="en-US" b="1" spc="-5" dirty="0">
                <a:latin typeface="Bookman Old Style" pitchFamily="18" charset="0"/>
              </a:rPr>
              <a:t>o</a:t>
            </a:r>
            <a:r>
              <a:rPr lang="en-US" b="1" dirty="0">
                <a:latin typeface="Bookman Old Style" pitchFamily="18" charset="0"/>
              </a:rPr>
              <a:t>ce</a:t>
            </a:r>
            <a:r>
              <a:rPr lang="en-US" b="1" spc="-5" dirty="0">
                <a:latin typeface="Bookman Old Style" pitchFamily="18" charset="0"/>
              </a:rPr>
              <a:t>s</a:t>
            </a:r>
            <a:r>
              <a:rPr lang="en-US" b="1" dirty="0">
                <a:latin typeface="Bookman Old Style" pitchFamily="18" charset="0"/>
              </a:rPr>
              <a:t>s Models</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dirty="0"/>
              <a:pPr marL="38100">
                <a:lnSpc>
                  <a:spcPts val="1425"/>
                </a:lnSpc>
              </a:pPr>
              <a:t>43</a:t>
            </a:fld>
            <a:endParaRPr dirty="0"/>
          </a:p>
        </p:txBody>
      </p:sp>
      <p:sp>
        <p:nvSpPr>
          <p:cNvPr id="10" name="object 10"/>
          <p:cNvSpPr txBox="1"/>
          <p:nvPr/>
        </p:nvSpPr>
        <p:spPr>
          <a:xfrm>
            <a:off x="457200" y="457200"/>
            <a:ext cx="8458200" cy="5937522"/>
          </a:xfrm>
          <a:prstGeom prst="rect">
            <a:avLst/>
          </a:prstGeom>
        </p:spPr>
        <p:txBody>
          <a:bodyPr vert="horz" wrap="square" lIns="0" tIns="27939" rIns="0" bIns="0" rtlCol="0">
            <a:spAutoFit/>
          </a:bodyPr>
          <a:lstStyle/>
          <a:p>
            <a:pPr marL="281305" marR="86360" indent="-269240">
              <a:buClr>
                <a:srgbClr val="0BD0D9"/>
              </a:buClr>
              <a:buSzPct val="93617"/>
              <a:buFont typeface="Arial"/>
              <a:buChar char="●"/>
              <a:tabLst>
                <a:tab pos="281940" algn="l"/>
              </a:tabLst>
            </a:pPr>
            <a:r>
              <a:rPr sz="2400" spc="-5" dirty="0">
                <a:latin typeface="Bookman Old Style" pitchFamily="18" charset="0"/>
                <a:cs typeface="Book Antiqua"/>
              </a:rPr>
              <a:t>The</a:t>
            </a:r>
            <a:r>
              <a:rPr sz="2400" spc="5" dirty="0">
                <a:latin typeface="Bookman Old Style" pitchFamily="18" charset="0"/>
                <a:cs typeface="Book Antiqua"/>
              </a:rPr>
              <a:t> </a:t>
            </a:r>
            <a:r>
              <a:rPr sz="2400" i="1" spc="-5" dirty="0">
                <a:latin typeface="Bookman Old Style" pitchFamily="18" charset="0"/>
                <a:cs typeface="Palatino Linotype"/>
              </a:rPr>
              <a:t>spiral</a:t>
            </a:r>
            <a:r>
              <a:rPr sz="2400" i="1" spc="10" dirty="0">
                <a:latin typeface="Bookman Old Style" pitchFamily="18" charset="0"/>
                <a:cs typeface="Palatino Linotype"/>
              </a:rPr>
              <a:t> </a:t>
            </a:r>
            <a:r>
              <a:rPr sz="2400" i="1" spc="-5" dirty="0">
                <a:latin typeface="Bookman Old Style" pitchFamily="18" charset="0"/>
                <a:cs typeface="Palatino Linotype"/>
              </a:rPr>
              <a:t>model</a:t>
            </a:r>
            <a:r>
              <a:rPr sz="2400" i="1" spc="5" dirty="0">
                <a:latin typeface="Bookman Old Style" pitchFamily="18" charset="0"/>
                <a:cs typeface="Palatino Linotype"/>
              </a:rPr>
              <a:t> </a:t>
            </a:r>
            <a:r>
              <a:rPr sz="2400" dirty="0">
                <a:latin typeface="Bookman Old Style" pitchFamily="18" charset="0"/>
                <a:cs typeface="Book Antiqua"/>
              </a:rPr>
              <a:t>is</a:t>
            </a:r>
            <a:r>
              <a:rPr sz="2400" spc="10" dirty="0">
                <a:latin typeface="Bookman Old Style" pitchFamily="18" charset="0"/>
                <a:cs typeface="Book Antiqua"/>
              </a:rPr>
              <a:t> </a:t>
            </a:r>
            <a:r>
              <a:rPr sz="2400" dirty="0">
                <a:latin typeface="Bookman Old Style" pitchFamily="18" charset="0"/>
                <a:cs typeface="Book Antiqua"/>
              </a:rPr>
              <a:t>an</a:t>
            </a:r>
            <a:r>
              <a:rPr sz="2400" spc="10" dirty="0">
                <a:latin typeface="Bookman Old Style" pitchFamily="18" charset="0"/>
                <a:cs typeface="Book Antiqua"/>
              </a:rPr>
              <a:t> </a:t>
            </a:r>
            <a:r>
              <a:rPr sz="2400" spc="-5" dirty="0">
                <a:latin typeface="Bookman Old Style" pitchFamily="18" charset="0"/>
                <a:cs typeface="Book Antiqua"/>
              </a:rPr>
              <a:t>evolutionary</a:t>
            </a:r>
            <a:r>
              <a:rPr sz="2400" spc="5" dirty="0">
                <a:latin typeface="Bookman Old Style" pitchFamily="18" charset="0"/>
                <a:cs typeface="Book Antiqua"/>
              </a:rPr>
              <a:t> </a:t>
            </a:r>
            <a:r>
              <a:rPr sz="2400" spc="-10" dirty="0">
                <a:latin typeface="Bookman Old Style" pitchFamily="18" charset="0"/>
                <a:cs typeface="Book Antiqua"/>
              </a:rPr>
              <a:t>software</a:t>
            </a:r>
            <a:r>
              <a:rPr sz="2400" spc="10" dirty="0">
                <a:latin typeface="Bookman Old Style" pitchFamily="18" charset="0"/>
                <a:cs typeface="Book Antiqua"/>
              </a:rPr>
              <a:t> </a:t>
            </a:r>
            <a:r>
              <a:rPr sz="2400" spc="-10" dirty="0">
                <a:latin typeface="Bookman Old Style" pitchFamily="18" charset="0"/>
                <a:cs typeface="Book Antiqua"/>
              </a:rPr>
              <a:t>process</a:t>
            </a:r>
            <a:r>
              <a:rPr sz="2400" spc="10" dirty="0">
                <a:latin typeface="Bookman Old Style" pitchFamily="18" charset="0"/>
                <a:cs typeface="Book Antiqua"/>
              </a:rPr>
              <a:t> </a:t>
            </a:r>
            <a:r>
              <a:rPr sz="2400" dirty="0">
                <a:latin typeface="Bookman Old Style" pitchFamily="18" charset="0"/>
                <a:cs typeface="Book Antiqua"/>
              </a:rPr>
              <a:t>model </a:t>
            </a:r>
            <a:r>
              <a:rPr sz="2400" spc="-575" dirty="0">
                <a:latin typeface="Bookman Old Style" pitchFamily="18" charset="0"/>
                <a:cs typeface="Book Antiqua"/>
              </a:rPr>
              <a:t> </a:t>
            </a:r>
            <a:r>
              <a:rPr sz="2400" spc="-5" dirty="0">
                <a:latin typeface="Bookman Old Style" pitchFamily="18" charset="0"/>
                <a:cs typeface="Book Antiqua"/>
              </a:rPr>
              <a:t>that</a:t>
            </a:r>
            <a:r>
              <a:rPr sz="2400" dirty="0">
                <a:latin typeface="Bookman Old Style" pitchFamily="18" charset="0"/>
                <a:cs typeface="Book Antiqua"/>
              </a:rPr>
              <a:t> </a:t>
            </a:r>
            <a:r>
              <a:rPr sz="2400" spc="-5" dirty="0">
                <a:latin typeface="Bookman Old Style" pitchFamily="18" charset="0"/>
                <a:cs typeface="Book Antiqua"/>
              </a:rPr>
              <a:t>couples</a:t>
            </a:r>
            <a:r>
              <a:rPr sz="2400" dirty="0">
                <a:latin typeface="Bookman Old Style" pitchFamily="18" charset="0"/>
                <a:cs typeface="Book Antiqua"/>
              </a:rPr>
              <a:t> </a:t>
            </a:r>
            <a:r>
              <a:rPr sz="2400" spc="-5" dirty="0">
                <a:latin typeface="Bookman Old Style" pitchFamily="18" charset="0"/>
                <a:cs typeface="Book Antiqua"/>
              </a:rPr>
              <a:t>the</a:t>
            </a:r>
            <a:r>
              <a:rPr sz="2400" dirty="0">
                <a:latin typeface="Bookman Old Style" pitchFamily="18" charset="0"/>
                <a:cs typeface="Book Antiqua"/>
              </a:rPr>
              <a:t> iterative </a:t>
            </a:r>
            <a:r>
              <a:rPr sz="2400" spc="-10" dirty="0">
                <a:latin typeface="Bookman Old Style" pitchFamily="18" charset="0"/>
                <a:cs typeface="Book Antiqua"/>
              </a:rPr>
              <a:t>nature</a:t>
            </a:r>
            <a:r>
              <a:rPr sz="2400" dirty="0">
                <a:latin typeface="Bookman Old Style" pitchFamily="18" charset="0"/>
                <a:cs typeface="Book Antiqua"/>
              </a:rPr>
              <a:t> of </a:t>
            </a:r>
            <a:r>
              <a:rPr sz="2400" spc="-5" dirty="0">
                <a:latin typeface="Bookman Old Style" pitchFamily="18" charset="0"/>
                <a:cs typeface="Book Antiqua"/>
              </a:rPr>
              <a:t>prototyping</a:t>
            </a:r>
            <a:r>
              <a:rPr sz="2400" dirty="0">
                <a:latin typeface="Bookman Old Style" pitchFamily="18" charset="0"/>
                <a:cs typeface="Book Antiqua"/>
              </a:rPr>
              <a:t> with </a:t>
            </a:r>
            <a:r>
              <a:rPr sz="2400" spc="-5" dirty="0">
                <a:latin typeface="Bookman Old Style" pitchFamily="18" charset="0"/>
                <a:cs typeface="Book Antiqua"/>
              </a:rPr>
              <a:t>the </a:t>
            </a:r>
            <a:r>
              <a:rPr sz="2400" dirty="0">
                <a:latin typeface="Bookman Old Style" pitchFamily="18" charset="0"/>
                <a:cs typeface="Book Antiqua"/>
              </a:rPr>
              <a:t> </a:t>
            </a:r>
            <a:r>
              <a:rPr sz="2400" spc="-5" dirty="0">
                <a:latin typeface="Bookman Old Style" pitchFamily="18" charset="0"/>
                <a:cs typeface="Book Antiqua"/>
              </a:rPr>
              <a:t>controlled</a:t>
            </a:r>
            <a:r>
              <a:rPr sz="2400" dirty="0">
                <a:latin typeface="Bookman Old Style" pitchFamily="18" charset="0"/>
                <a:cs typeface="Book Antiqua"/>
              </a:rPr>
              <a:t> and </a:t>
            </a:r>
            <a:r>
              <a:rPr sz="2400" spc="-5" dirty="0">
                <a:latin typeface="Bookman Old Style" pitchFamily="18" charset="0"/>
                <a:cs typeface="Book Antiqua"/>
              </a:rPr>
              <a:t>systematic</a:t>
            </a:r>
            <a:r>
              <a:rPr sz="2400" dirty="0">
                <a:latin typeface="Bookman Old Style" pitchFamily="18" charset="0"/>
                <a:cs typeface="Book Antiqua"/>
              </a:rPr>
              <a:t> </a:t>
            </a:r>
            <a:r>
              <a:rPr sz="2400" spc="-5" dirty="0">
                <a:latin typeface="Bookman Old Style" pitchFamily="18" charset="0"/>
                <a:cs typeface="Book Antiqua"/>
              </a:rPr>
              <a:t>aspects</a:t>
            </a:r>
            <a:r>
              <a:rPr sz="2400" dirty="0">
                <a:latin typeface="Bookman Old Style" pitchFamily="18" charset="0"/>
                <a:cs typeface="Book Antiqua"/>
              </a:rPr>
              <a:t> of </a:t>
            </a:r>
            <a:r>
              <a:rPr sz="2400" spc="-5" dirty="0">
                <a:latin typeface="Bookman Old Style" pitchFamily="18" charset="0"/>
                <a:cs typeface="Book Antiqua"/>
              </a:rPr>
              <a:t>the</a:t>
            </a:r>
            <a:r>
              <a:rPr sz="2400" dirty="0">
                <a:latin typeface="Bookman Old Style" pitchFamily="18" charset="0"/>
                <a:cs typeface="Book Antiqua"/>
              </a:rPr>
              <a:t> waterfall model.</a:t>
            </a:r>
            <a:endParaRPr sz="2400">
              <a:latin typeface="Bookman Old Style" pitchFamily="18" charset="0"/>
              <a:cs typeface="Book Antiqua"/>
            </a:endParaRPr>
          </a:p>
          <a:p>
            <a:pPr marL="281305" marR="5080" indent="-269240">
              <a:buClr>
                <a:srgbClr val="0BD0D9"/>
              </a:buClr>
              <a:buSzPct val="93617"/>
              <a:buFont typeface="Arial"/>
              <a:buChar char="●"/>
              <a:tabLst>
                <a:tab pos="281940" algn="l"/>
              </a:tabLst>
            </a:pPr>
            <a:r>
              <a:rPr sz="2400" dirty="0">
                <a:latin typeface="Bookman Old Style" pitchFamily="18" charset="0"/>
                <a:cs typeface="Book Antiqua"/>
              </a:rPr>
              <a:t>It</a:t>
            </a:r>
            <a:r>
              <a:rPr sz="2400" spc="5" dirty="0">
                <a:latin typeface="Bookman Old Style" pitchFamily="18" charset="0"/>
                <a:cs typeface="Book Antiqua"/>
              </a:rPr>
              <a:t> </a:t>
            </a:r>
            <a:r>
              <a:rPr sz="2400" spc="-10" dirty="0">
                <a:latin typeface="Bookman Old Style" pitchFamily="18" charset="0"/>
                <a:cs typeface="Book Antiqua"/>
              </a:rPr>
              <a:t>provides</a:t>
            </a:r>
            <a:r>
              <a:rPr sz="2400" spc="10" dirty="0">
                <a:latin typeface="Bookman Old Style" pitchFamily="18" charset="0"/>
                <a:cs typeface="Book Antiqua"/>
              </a:rPr>
              <a:t> </a:t>
            </a:r>
            <a:r>
              <a:rPr sz="2400" spc="-5" dirty="0">
                <a:latin typeface="Bookman Old Style" pitchFamily="18" charset="0"/>
                <a:cs typeface="Book Antiqua"/>
              </a:rPr>
              <a:t>potential</a:t>
            </a:r>
            <a:r>
              <a:rPr sz="2400" spc="10" dirty="0">
                <a:latin typeface="Bookman Old Style" pitchFamily="18" charset="0"/>
                <a:cs typeface="Book Antiqua"/>
              </a:rPr>
              <a:t> </a:t>
            </a:r>
            <a:r>
              <a:rPr sz="2400" spc="-5" dirty="0">
                <a:latin typeface="Bookman Old Style" pitchFamily="18" charset="0"/>
                <a:cs typeface="Book Antiqua"/>
              </a:rPr>
              <a:t>for</a:t>
            </a:r>
            <a:r>
              <a:rPr sz="2400" spc="10" dirty="0">
                <a:latin typeface="Bookman Old Style" pitchFamily="18" charset="0"/>
                <a:cs typeface="Book Antiqua"/>
              </a:rPr>
              <a:t> </a:t>
            </a:r>
            <a:r>
              <a:rPr sz="2400" dirty="0">
                <a:latin typeface="Bookman Old Style" pitchFamily="18" charset="0"/>
                <a:cs typeface="Book Antiqua"/>
              </a:rPr>
              <a:t>rapid</a:t>
            </a:r>
            <a:r>
              <a:rPr sz="2400" spc="5" dirty="0">
                <a:latin typeface="Bookman Old Style" pitchFamily="18" charset="0"/>
                <a:cs typeface="Book Antiqua"/>
              </a:rPr>
              <a:t> </a:t>
            </a:r>
            <a:r>
              <a:rPr sz="2400" spc="-5" dirty="0">
                <a:latin typeface="Bookman Old Style" pitchFamily="18" charset="0"/>
                <a:cs typeface="Book Antiqua"/>
              </a:rPr>
              <a:t>development</a:t>
            </a:r>
            <a:r>
              <a:rPr sz="2400" spc="10" dirty="0">
                <a:latin typeface="Bookman Old Style" pitchFamily="18" charset="0"/>
                <a:cs typeface="Book Antiqua"/>
              </a:rPr>
              <a:t> </a:t>
            </a:r>
            <a:r>
              <a:rPr sz="2400" dirty="0">
                <a:latin typeface="Bookman Old Style" pitchFamily="18" charset="0"/>
                <a:cs typeface="Book Antiqua"/>
              </a:rPr>
              <a:t>of</a:t>
            </a:r>
            <a:r>
              <a:rPr sz="2400" spc="10" dirty="0">
                <a:latin typeface="Bookman Old Style" pitchFamily="18" charset="0"/>
                <a:cs typeface="Book Antiqua"/>
              </a:rPr>
              <a:t> </a:t>
            </a:r>
            <a:r>
              <a:rPr sz="2400" spc="-5" dirty="0">
                <a:latin typeface="Bookman Old Style" pitchFamily="18" charset="0"/>
                <a:cs typeface="Book Antiqua"/>
              </a:rPr>
              <a:t>increasingly </a:t>
            </a:r>
            <a:r>
              <a:rPr sz="2400" spc="-575" dirty="0">
                <a:latin typeface="Bookman Old Style" pitchFamily="18" charset="0"/>
                <a:cs typeface="Book Antiqua"/>
              </a:rPr>
              <a:t> </a:t>
            </a:r>
            <a:r>
              <a:rPr sz="2400" spc="-15" dirty="0">
                <a:latin typeface="Bookman Old Style" pitchFamily="18" charset="0"/>
                <a:cs typeface="Book Antiqua"/>
              </a:rPr>
              <a:t>more</a:t>
            </a:r>
            <a:r>
              <a:rPr sz="2400" spc="-5" dirty="0">
                <a:latin typeface="Bookman Old Style" pitchFamily="18" charset="0"/>
                <a:cs typeface="Book Antiqua"/>
              </a:rPr>
              <a:t> </a:t>
            </a:r>
            <a:r>
              <a:rPr sz="2400" dirty="0">
                <a:latin typeface="Bookman Old Style" pitchFamily="18" charset="0"/>
                <a:cs typeface="Book Antiqua"/>
              </a:rPr>
              <a:t>complete </a:t>
            </a:r>
            <a:r>
              <a:rPr sz="2400" spc="-5" dirty="0">
                <a:latin typeface="Bookman Old Style" pitchFamily="18" charset="0"/>
                <a:cs typeface="Book Antiqua"/>
              </a:rPr>
              <a:t>version</a:t>
            </a:r>
            <a:r>
              <a:rPr sz="2400" dirty="0">
                <a:latin typeface="Bookman Old Style" pitchFamily="18" charset="0"/>
                <a:cs typeface="Book Antiqua"/>
              </a:rPr>
              <a:t> of </a:t>
            </a:r>
            <a:r>
              <a:rPr sz="2400" spc="-5" dirty="0">
                <a:latin typeface="Bookman Old Style" pitchFamily="18" charset="0"/>
                <a:cs typeface="Book Antiqua"/>
              </a:rPr>
              <a:t>the</a:t>
            </a:r>
            <a:r>
              <a:rPr sz="2400" dirty="0">
                <a:latin typeface="Bookman Old Style" pitchFamily="18" charset="0"/>
                <a:cs typeface="Book Antiqua"/>
              </a:rPr>
              <a:t> </a:t>
            </a:r>
            <a:r>
              <a:rPr sz="2400" spc="-5" dirty="0">
                <a:latin typeface="Bookman Old Style" pitchFamily="18" charset="0"/>
                <a:cs typeface="Book Antiqua"/>
              </a:rPr>
              <a:t>software.</a:t>
            </a:r>
            <a:endParaRPr sz="2400">
              <a:latin typeface="Bookman Old Style" pitchFamily="18" charset="0"/>
              <a:cs typeface="Book Antiqua"/>
            </a:endParaRPr>
          </a:p>
          <a:p>
            <a:pPr marL="281305" marR="1568450" indent="-269240">
              <a:buClr>
                <a:srgbClr val="0BD0D9"/>
              </a:buClr>
              <a:buSzPct val="93617"/>
              <a:buFont typeface="Arial"/>
              <a:buChar char="●"/>
              <a:tabLst>
                <a:tab pos="281940" algn="l"/>
              </a:tabLst>
            </a:pPr>
            <a:r>
              <a:rPr sz="2400" spc="-5" dirty="0">
                <a:latin typeface="Bookman Old Style" pitchFamily="18" charset="0"/>
                <a:cs typeface="Book Antiqua"/>
              </a:rPr>
              <a:t>Using</a:t>
            </a:r>
            <a:r>
              <a:rPr sz="2400" dirty="0">
                <a:latin typeface="Bookman Old Style" pitchFamily="18" charset="0"/>
                <a:cs typeface="Book Antiqua"/>
              </a:rPr>
              <a:t> </a:t>
            </a:r>
            <a:r>
              <a:rPr sz="2400" spc="-5" dirty="0">
                <a:latin typeface="Bookman Old Style" pitchFamily="18" charset="0"/>
                <a:cs typeface="Book Antiqua"/>
              </a:rPr>
              <a:t>spiral,</a:t>
            </a:r>
            <a:r>
              <a:rPr sz="2400" spc="5" dirty="0">
                <a:latin typeface="Bookman Old Style" pitchFamily="18" charset="0"/>
                <a:cs typeface="Book Antiqua"/>
              </a:rPr>
              <a:t> </a:t>
            </a:r>
            <a:r>
              <a:rPr sz="2400" spc="-10" dirty="0">
                <a:latin typeface="Bookman Old Style" pitchFamily="18" charset="0"/>
                <a:cs typeface="Book Antiqua"/>
              </a:rPr>
              <a:t>software</a:t>
            </a:r>
            <a:r>
              <a:rPr sz="2400" dirty="0">
                <a:latin typeface="Bookman Old Style" pitchFamily="18" charset="0"/>
                <a:cs typeface="Book Antiqua"/>
              </a:rPr>
              <a:t> </a:t>
            </a:r>
            <a:r>
              <a:rPr sz="2400" spc="-5" dirty="0">
                <a:latin typeface="Bookman Old Style" pitchFamily="18" charset="0"/>
                <a:cs typeface="Book Antiqua"/>
              </a:rPr>
              <a:t>developed</a:t>
            </a:r>
            <a:r>
              <a:rPr sz="2400" spc="5" dirty="0">
                <a:latin typeface="Bookman Old Style" pitchFamily="18" charset="0"/>
                <a:cs typeface="Book Antiqua"/>
              </a:rPr>
              <a:t> </a:t>
            </a:r>
            <a:r>
              <a:rPr sz="2400" spc="-5" dirty="0">
                <a:latin typeface="Bookman Old Style" pitchFamily="18" charset="0"/>
                <a:cs typeface="Book Antiqua"/>
              </a:rPr>
              <a:t>in</a:t>
            </a:r>
            <a:r>
              <a:rPr sz="2400" spc="5" dirty="0">
                <a:latin typeface="Bookman Old Style" pitchFamily="18" charset="0"/>
                <a:cs typeface="Book Antiqua"/>
              </a:rPr>
              <a:t> </a:t>
            </a:r>
            <a:r>
              <a:rPr sz="2400" dirty="0">
                <a:latin typeface="Bookman Old Style" pitchFamily="18" charset="0"/>
                <a:cs typeface="Book Antiqua"/>
              </a:rPr>
              <a:t>as series</a:t>
            </a:r>
            <a:r>
              <a:rPr sz="2400" spc="5" dirty="0">
                <a:latin typeface="Bookman Old Style" pitchFamily="18" charset="0"/>
                <a:cs typeface="Book Antiqua"/>
              </a:rPr>
              <a:t> </a:t>
            </a:r>
            <a:r>
              <a:rPr sz="2400" dirty="0">
                <a:latin typeface="Bookman Old Style" pitchFamily="18" charset="0"/>
                <a:cs typeface="Book Antiqua"/>
              </a:rPr>
              <a:t>of </a:t>
            </a:r>
            <a:r>
              <a:rPr sz="2400" spc="-570" dirty="0">
                <a:latin typeface="Bookman Old Style" pitchFamily="18" charset="0"/>
                <a:cs typeface="Book Antiqua"/>
              </a:rPr>
              <a:t> </a:t>
            </a:r>
            <a:r>
              <a:rPr sz="2400" spc="-5" dirty="0">
                <a:latin typeface="Bookman Old Style" pitchFamily="18" charset="0"/>
                <a:cs typeface="Book Antiqua"/>
              </a:rPr>
              <a:t>evolutionary </a:t>
            </a:r>
            <a:r>
              <a:rPr sz="2400" spc="-10" dirty="0">
                <a:latin typeface="Bookman Old Style" pitchFamily="18" charset="0"/>
                <a:cs typeface="Book Antiqua"/>
              </a:rPr>
              <a:t>release.</a:t>
            </a:r>
            <a:endParaRPr sz="2400">
              <a:latin typeface="Bookman Old Style" pitchFamily="18" charset="0"/>
              <a:cs typeface="Book Antiqua"/>
            </a:endParaRPr>
          </a:p>
          <a:p>
            <a:pPr marL="647700" lvl="1" indent="-242570">
              <a:buClr>
                <a:srgbClr val="0F6FC6"/>
              </a:buClr>
              <a:buSzPct val="84615"/>
              <a:buFont typeface="Arial"/>
              <a:buChar char="●"/>
              <a:tabLst>
                <a:tab pos="648335" algn="l"/>
              </a:tabLst>
            </a:pPr>
            <a:r>
              <a:rPr sz="2400" dirty="0">
                <a:latin typeface="Bookman Old Style" pitchFamily="18" charset="0"/>
                <a:cs typeface="Book Antiqua"/>
              </a:rPr>
              <a:t>Early iteration, </a:t>
            </a:r>
            <a:r>
              <a:rPr sz="2400" spc="-5" dirty="0">
                <a:latin typeface="Bookman Old Style" pitchFamily="18" charset="0"/>
                <a:cs typeface="Book Antiqua"/>
              </a:rPr>
              <a:t>release</a:t>
            </a:r>
            <a:r>
              <a:rPr sz="2400" spc="5" dirty="0">
                <a:latin typeface="Bookman Old Style" pitchFamily="18" charset="0"/>
                <a:cs typeface="Book Antiqua"/>
              </a:rPr>
              <a:t> </a:t>
            </a:r>
            <a:r>
              <a:rPr sz="2400" dirty="0">
                <a:latin typeface="Bookman Old Style" pitchFamily="18" charset="0"/>
                <a:cs typeface="Book Antiqua"/>
              </a:rPr>
              <a:t>might </a:t>
            </a:r>
            <a:r>
              <a:rPr sz="2400" spc="5" dirty="0">
                <a:latin typeface="Bookman Old Style" pitchFamily="18" charset="0"/>
                <a:cs typeface="Book Antiqua"/>
              </a:rPr>
              <a:t>be</a:t>
            </a:r>
            <a:r>
              <a:rPr sz="2400" dirty="0">
                <a:latin typeface="Bookman Old Style" pitchFamily="18" charset="0"/>
                <a:cs typeface="Book Antiqua"/>
              </a:rPr>
              <a:t> </a:t>
            </a:r>
            <a:r>
              <a:rPr sz="2400" spc="5" dirty="0">
                <a:latin typeface="Bookman Old Style" pitchFamily="18" charset="0"/>
                <a:cs typeface="Book Antiqua"/>
              </a:rPr>
              <a:t>on paper</a:t>
            </a:r>
            <a:r>
              <a:rPr sz="2400" dirty="0">
                <a:latin typeface="Bookman Old Style" pitchFamily="18" charset="0"/>
                <a:cs typeface="Book Antiqua"/>
              </a:rPr>
              <a:t> or</a:t>
            </a:r>
            <a:r>
              <a:rPr sz="2400" spc="5" dirty="0">
                <a:latin typeface="Bookman Old Style" pitchFamily="18" charset="0"/>
                <a:cs typeface="Book Antiqua"/>
              </a:rPr>
              <a:t> </a:t>
            </a:r>
            <a:r>
              <a:rPr sz="2400" dirty="0">
                <a:latin typeface="Bookman Old Style" pitchFamily="18" charset="0"/>
                <a:cs typeface="Book Antiqua"/>
              </a:rPr>
              <a:t>prototype.</a:t>
            </a:r>
            <a:endParaRPr sz="2400">
              <a:latin typeface="Bookman Old Style" pitchFamily="18" charset="0"/>
              <a:cs typeface="Book Antiqua"/>
            </a:endParaRPr>
          </a:p>
          <a:p>
            <a:pPr marL="647700" lvl="1" indent="-242570">
              <a:buClr>
                <a:srgbClr val="0F6FC6"/>
              </a:buClr>
              <a:buSzPct val="84615"/>
              <a:buFont typeface="Arial"/>
              <a:buChar char="●"/>
              <a:tabLst>
                <a:tab pos="648335" algn="l"/>
              </a:tabLst>
            </a:pPr>
            <a:r>
              <a:rPr sz="2400" dirty="0">
                <a:latin typeface="Bookman Old Style" pitchFamily="18" charset="0"/>
                <a:cs typeface="Book Antiqua"/>
              </a:rPr>
              <a:t>Later iteration,</a:t>
            </a:r>
            <a:r>
              <a:rPr sz="2400" spc="5" dirty="0">
                <a:latin typeface="Bookman Old Style" pitchFamily="18" charset="0"/>
                <a:cs typeface="Book Antiqua"/>
              </a:rPr>
              <a:t> </a:t>
            </a:r>
            <a:r>
              <a:rPr sz="2400" spc="-5" dirty="0">
                <a:latin typeface="Bookman Old Style" pitchFamily="18" charset="0"/>
                <a:cs typeface="Book Antiqua"/>
              </a:rPr>
              <a:t>more</a:t>
            </a:r>
            <a:r>
              <a:rPr sz="2400" dirty="0">
                <a:latin typeface="Bookman Old Style" pitchFamily="18" charset="0"/>
                <a:cs typeface="Book Antiqua"/>
              </a:rPr>
              <a:t> complete</a:t>
            </a:r>
            <a:r>
              <a:rPr sz="2400" spc="5" dirty="0">
                <a:latin typeface="Bookman Old Style" pitchFamily="18" charset="0"/>
                <a:cs typeface="Book Antiqua"/>
              </a:rPr>
              <a:t> </a:t>
            </a:r>
            <a:r>
              <a:rPr sz="2400" dirty="0">
                <a:latin typeface="Bookman Old Style" pitchFamily="18" charset="0"/>
                <a:cs typeface="Book Antiqua"/>
              </a:rPr>
              <a:t>version of</a:t>
            </a:r>
            <a:r>
              <a:rPr sz="2400" spc="5" dirty="0">
                <a:latin typeface="Bookman Old Style" pitchFamily="18" charset="0"/>
                <a:cs typeface="Book Antiqua"/>
              </a:rPr>
              <a:t> </a:t>
            </a:r>
            <a:r>
              <a:rPr sz="2400" dirty="0">
                <a:latin typeface="Bookman Old Style" pitchFamily="18" charset="0"/>
                <a:cs typeface="Book Antiqua"/>
              </a:rPr>
              <a:t>software.</a:t>
            </a:r>
            <a:endParaRPr sz="2400">
              <a:latin typeface="Bookman Old Style" pitchFamily="18" charset="0"/>
              <a:cs typeface="Book Antiqua"/>
            </a:endParaRPr>
          </a:p>
          <a:p>
            <a:pPr marL="281305" marR="794385" indent="-269240">
              <a:buClr>
                <a:srgbClr val="0BD0D9"/>
              </a:buClr>
              <a:buSzPct val="93617"/>
              <a:buFont typeface="Arial"/>
              <a:buChar char="●"/>
              <a:tabLst>
                <a:tab pos="281940" algn="l"/>
              </a:tabLst>
            </a:pPr>
            <a:r>
              <a:rPr sz="2400" spc="-5" dirty="0">
                <a:latin typeface="Bookman Old Style" pitchFamily="18" charset="0"/>
                <a:cs typeface="Book Antiqua"/>
              </a:rPr>
              <a:t>Evolutionary</a:t>
            </a:r>
            <a:r>
              <a:rPr sz="2400" spc="5" dirty="0">
                <a:latin typeface="Bookman Old Style" pitchFamily="18" charset="0"/>
                <a:cs typeface="Book Antiqua"/>
              </a:rPr>
              <a:t> </a:t>
            </a:r>
            <a:r>
              <a:rPr sz="2400" spc="-10" dirty="0">
                <a:latin typeface="Bookman Old Style" pitchFamily="18" charset="0"/>
                <a:cs typeface="Book Antiqua"/>
              </a:rPr>
              <a:t>process</a:t>
            </a:r>
            <a:r>
              <a:rPr sz="2400" spc="10" dirty="0">
                <a:latin typeface="Bookman Old Style" pitchFamily="18" charset="0"/>
                <a:cs typeface="Book Antiqua"/>
              </a:rPr>
              <a:t> </a:t>
            </a:r>
            <a:r>
              <a:rPr sz="2400" dirty="0">
                <a:latin typeface="Bookman Old Style" pitchFamily="18" charset="0"/>
                <a:cs typeface="Book Antiqua"/>
              </a:rPr>
              <a:t>begins</a:t>
            </a:r>
            <a:r>
              <a:rPr sz="2400" spc="10" dirty="0">
                <a:latin typeface="Bookman Old Style" pitchFamily="18" charset="0"/>
                <a:cs typeface="Book Antiqua"/>
              </a:rPr>
              <a:t> </a:t>
            </a:r>
            <a:r>
              <a:rPr sz="2400" spc="-5" dirty="0">
                <a:latin typeface="Bookman Old Style" pitchFamily="18" charset="0"/>
                <a:cs typeface="Book Antiqua"/>
              </a:rPr>
              <a:t>in</a:t>
            </a:r>
            <a:r>
              <a:rPr sz="2400" spc="5" dirty="0">
                <a:latin typeface="Bookman Old Style" pitchFamily="18" charset="0"/>
                <a:cs typeface="Book Antiqua"/>
              </a:rPr>
              <a:t> </a:t>
            </a:r>
            <a:r>
              <a:rPr sz="2400" dirty="0">
                <a:latin typeface="Bookman Old Style" pitchFamily="18" charset="0"/>
                <a:cs typeface="Book Antiqua"/>
              </a:rPr>
              <a:t>a</a:t>
            </a:r>
            <a:r>
              <a:rPr sz="2400" spc="10" dirty="0">
                <a:latin typeface="Bookman Old Style" pitchFamily="18" charset="0"/>
                <a:cs typeface="Book Antiqua"/>
              </a:rPr>
              <a:t> </a:t>
            </a:r>
            <a:r>
              <a:rPr sz="2400" spc="-5" dirty="0">
                <a:latin typeface="Bookman Old Style" pitchFamily="18" charset="0"/>
                <a:cs typeface="Book Antiqua"/>
              </a:rPr>
              <a:t>clockwise</a:t>
            </a:r>
            <a:r>
              <a:rPr sz="2400" spc="10" dirty="0">
                <a:latin typeface="Bookman Old Style" pitchFamily="18" charset="0"/>
                <a:cs typeface="Book Antiqua"/>
              </a:rPr>
              <a:t> </a:t>
            </a:r>
            <a:r>
              <a:rPr sz="2400" u="heavy" spc="-10" dirty="0">
                <a:uFill>
                  <a:solidFill>
                    <a:srgbClr val="000000"/>
                  </a:solidFill>
                </a:uFill>
                <a:latin typeface="Bookman Old Style" pitchFamily="18" charset="0"/>
                <a:cs typeface="Book Antiqua"/>
              </a:rPr>
              <a:t>direction</a:t>
            </a:r>
            <a:r>
              <a:rPr sz="2400" spc="-10" dirty="0">
                <a:latin typeface="Bookman Old Style" pitchFamily="18" charset="0"/>
                <a:cs typeface="Book Antiqua"/>
              </a:rPr>
              <a:t>, </a:t>
            </a:r>
            <a:r>
              <a:rPr sz="2400" spc="-575" dirty="0">
                <a:latin typeface="Bookman Old Style" pitchFamily="18" charset="0"/>
                <a:cs typeface="Book Antiqua"/>
              </a:rPr>
              <a:t> </a:t>
            </a:r>
            <a:r>
              <a:rPr sz="2400" u="heavy" dirty="0">
                <a:uFill>
                  <a:solidFill>
                    <a:srgbClr val="000000"/>
                  </a:solidFill>
                </a:uFill>
                <a:latin typeface="Bookman Old Style" pitchFamily="18" charset="0"/>
                <a:cs typeface="Book Antiqua"/>
              </a:rPr>
              <a:t>beginning</a:t>
            </a:r>
            <a:r>
              <a:rPr sz="2400" u="heavy" spc="-5" dirty="0">
                <a:uFill>
                  <a:solidFill>
                    <a:srgbClr val="000000"/>
                  </a:solidFill>
                </a:uFill>
                <a:latin typeface="Bookman Old Style" pitchFamily="18" charset="0"/>
                <a:cs typeface="Book Antiqua"/>
              </a:rPr>
              <a:t> </a:t>
            </a:r>
            <a:r>
              <a:rPr sz="2400" u="heavy" dirty="0">
                <a:uFill>
                  <a:solidFill>
                    <a:srgbClr val="000000"/>
                  </a:solidFill>
                </a:uFill>
                <a:latin typeface="Bookman Old Style" pitchFamily="18" charset="0"/>
                <a:cs typeface="Book Antiqua"/>
              </a:rPr>
              <a:t>at </a:t>
            </a:r>
            <a:r>
              <a:rPr sz="2400" u="heavy" spc="-5" dirty="0">
                <a:uFill>
                  <a:solidFill>
                    <a:srgbClr val="000000"/>
                  </a:solidFill>
                </a:uFill>
                <a:latin typeface="Bookman Old Style" pitchFamily="18" charset="0"/>
                <a:cs typeface="Book Antiqua"/>
              </a:rPr>
              <a:t>the</a:t>
            </a:r>
            <a:r>
              <a:rPr sz="2400" u="heavy" dirty="0">
                <a:uFill>
                  <a:solidFill>
                    <a:srgbClr val="000000"/>
                  </a:solidFill>
                </a:uFill>
                <a:latin typeface="Bookman Old Style" pitchFamily="18" charset="0"/>
                <a:cs typeface="Book Antiqua"/>
              </a:rPr>
              <a:t> center</a:t>
            </a:r>
            <a:r>
              <a:rPr sz="2400" u="heavy" spc="-5" dirty="0">
                <a:uFill>
                  <a:solidFill>
                    <a:srgbClr val="000000"/>
                  </a:solidFill>
                </a:uFill>
                <a:latin typeface="Bookman Old Style" pitchFamily="18" charset="0"/>
                <a:cs typeface="Book Antiqua"/>
              </a:rPr>
              <a:t> risk</a:t>
            </a:r>
            <a:endParaRPr sz="2400">
              <a:latin typeface="Bookman Old Style" pitchFamily="18" charset="0"/>
              <a:cs typeface="Book Antiqua"/>
            </a:endParaRPr>
          </a:p>
          <a:p>
            <a:pPr marL="281305" marR="322580" indent="-269240">
              <a:buClr>
                <a:srgbClr val="0BD0D9"/>
              </a:buClr>
              <a:buSzPct val="93617"/>
              <a:buFont typeface="Arial"/>
              <a:buChar char="●"/>
              <a:tabLst>
                <a:tab pos="281940" algn="l"/>
              </a:tabLst>
            </a:pPr>
            <a:r>
              <a:rPr sz="2400" spc="-5" dirty="0">
                <a:latin typeface="Bookman Old Style" pitchFamily="18" charset="0"/>
                <a:cs typeface="Book Antiqua"/>
              </a:rPr>
              <a:t>Each</a:t>
            </a:r>
            <a:r>
              <a:rPr sz="2400" spc="5" dirty="0">
                <a:latin typeface="Bookman Old Style" pitchFamily="18" charset="0"/>
                <a:cs typeface="Book Antiqua"/>
              </a:rPr>
              <a:t> </a:t>
            </a:r>
            <a:r>
              <a:rPr sz="2400" spc="-5" dirty="0">
                <a:latin typeface="Bookman Old Style" pitchFamily="18" charset="0"/>
                <a:cs typeface="Book Antiqua"/>
              </a:rPr>
              <a:t>loop/pass</a:t>
            </a:r>
            <a:r>
              <a:rPr sz="2400" spc="5" dirty="0">
                <a:latin typeface="Bookman Old Style" pitchFamily="18" charset="0"/>
                <a:cs typeface="Book Antiqua"/>
              </a:rPr>
              <a:t> </a:t>
            </a:r>
            <a:r>
              <a:rPr sz="2400" spc="-10" dirty="0">
                <a:latin typeface="Bookman Old Style" pitchFamily="18" charset="0"/>
                <a:cs typeface="Book Antiqua"/>
              </a:rPr>
              <a:t>through</a:t>
            </a:r>
            <a:r>
              <a:rPr sz="2400" spc="10" dirty="0">
                <a:latin typeface="Bookman Old Style" pitchFamily="18" charset="0"/>
                <a:cs typeface="Book Antiqua"/>
              </a:rPr>
              <a:t> </a:t>
            </a:r>
            <a:r>
              <a:rPr sz="2400" spc="-5" dirty="0">
                <a:latin typeface="Bookman Old Style" pitchFamily="18" charset="0"/>
                <a:cs typeface="Book Antiqua"/>
              </a:rPr>
              <a:t>the</a:t>
            </a:r>
            <a:r>
              <a:rPr sz="2400" spc="5" dirty="0">
                <a:latin typeface="Bookman Old Style" pitchFamily="18" charset="0"/>
                <a:cs typeface="Book Antiqua"/>
              </a:rPr>
              <a:t> </a:t>
            </a:r>
            <a:r>
              <a:rPr sz="2400" spc="-5" dirty="0">
                <a:latin typeface="Bookman Old Style" pitchFamily="18" charset="0"/>
                <a:cs typeface="Book Antiqua"/>
              </a:rPr>
              <a:t>spiral</a:t>
            </a:r>
            <a:r>
              <a:rPr sz="2400" spc="5" dirty="0">
                <a:latin typeface="Bookman Old Style" pitchFamily="18" charset="0"/>
                <a:cs typeface="Book Antiqua"/>
              </a:rPr>
              <a:t> </a:t>
            </a:r>
            <a:r>
              <a:rPr sz="2400" dirty="0">
                <a:latin typeface="Bookman Old Style" pitchFamily="18" charset="0"/>
                <a:cs typeface="Book Antiqua"/>
              </a:rPr>
              <a:t>model</a:t>
            </a:r>
            <a:r>
              <a:rPr sz="2400" spc="10" dirty="0">
                <a:latin typeface="Bookman Old Style" pitchFamily="18" charset="0"/>
                <a:cs typeface="Book Antiqua"/>
              </a:rPr>
              <a:t> </a:t>
            </a:r>
            <a:r>
              <a:rPr sz="2400" spc="-5" dirty="0">
                <a:latin typeface="Bookman Old Style" pitchFamily="18" charset="0"/>
                <a:cs typeface="Book Antiqua"/>
              </a:rPr>
              <a:t>consists</a:t>
            </a:r>
            <a:r>
              <a:rPr sz="2400" spc="5" dirty="0">
                <a:latin typeface="Bookman Old Style" pitchFamily="18" charset="0"/>
                <a:cs typeface="Book Antiqua"/>
              </a:rPr>
              <a:t> </a:t>
            </a:r>
            <a:r>
              <a:rPr sz="2400" dirty="0">
                <a:latin typeface="Bookman Old Style" pitchFamily="18" charset="0"/>
                <a:cs typeface="Book Antiqua"/>
              </a:rPr>
              <a:t>of</a:t>
            </a:r>
            <a:r>
              <a:rPr sz="2400" spc="5" dirty="0">
                <a:latin typeface="Bookman Old Style" pitchFamily="18" charset="0"/>
                <a:cs typeface="Book Antiqua"/>
              </a:rPr>
              <a:t> </a:t>
            </a:r>
            <a:r>
              <a:rPr sz="2400" spc="-5" dirty="0">
                <a:latin typeface="Bookman Old Style" pitchFamily="18" charset="0"/>
                <a:cs typeface="Book Antiqua"/>
              </a:rPr>
              <a:t>risk </a:t>
            </a:r>
            <a:r>
              <a:rPr sz="2400" spc="-570" dirty="0">
                <a:latin typeface="Bookman Old Style" pitchFamily="18" charset="0"/>
                <a:cs typeface="Book Antiqua"/>
              </a:rPr>
              <a:t> </a:t>
            </a:r>
            <a:r>
              <a:rPr sz="2400" spc="-5" dirty="0">
                <a:latin typeface="Bookman Old Style" pitchFamily="18" charset="0"/>
                <a:cs typeface="Book Antiqua"/>
              </a:rPr>
              <a:t>assessment</a:t>
            </a:r>
            <a:r>
              <a:rPr sz="2400" dirty="0">
                <a:latin typeface="Bookman Old Style" pitchFamily="18" charset="0"/>
                <a:cs typeface="Book Antiqua"/>
              </a:rPr>
              <a:t> and </a:t>
            </a:r>
            <a:r>
              <a:rPr sz="2400" spc="-5" dirty="0">
                <a:latin typeface="Bookman Old Style" pitchFamily="18" charset="0"/>
                <a:cs typeface="Book Antiqua"/>
              </a:rPr>
              <a:t>other</a:t>
            </a:r>
            <a:r>
              <a:rPr sz="2400" dirty="0">
                <a:latin typeface="Bookman Old Style" pitchFamily="18" charset="0"/>
                <a:cs typeface="Book Antiqua"/>
              </a:rPr>
              <a:t> framework</a:t>
            </a:r>
            <a:r>
              <a:rPr sz="2400" spc="5" dirty="0">
                <a:latin typeface="Bookman Old Style" pitchFamily="18" charset="0"/>
                <a:cs typeface="Book Antiqua"/>
              </a:rPr>
              <a:t> </a:t>
            </a:r>
            <a:r>
              <a:rPr sz="2400" spc="-5" dirty="0">
                <a:latin typeface="Bookman Old Style" pitchFamily="18" charset="0"/>
                <a:cs typeface="Book Antiqua"/>
              </a:rPr>
              <a:t>activities</a:t>
            </a:r>
            <a:r>
              <a:rPr sz="2400" dirty="0">
                <a:latin typeface="Bookman Old Style" pitchFamily="18" charset="0"/>
                <a:cs typeface="Book Antiqua"/>
              </a:rPr>
              <a:t> </a:t>
            </a:r>
            <a:r>
              <a:rPr sz="2400" spc="-15" dirty="0">
                <a:latin typeface="Bookman Old Style" pitchFamily="18" charset="0"/>
                <a:cs typeface="Book Antiqua"/>
              </a:rPr>
              <a:t>from </a:t>
            </a:r>
            <a:r>
              <a:rPr sz="2400" spc="-10" dirty="0">
                <a:latin typeface="Bookman Old Style" pitchFamily="18" charset="0"/>
                <a:cs typeface="Book Antiqua"/>
              </a:rPr>
              <a:t> </a:t>
            </a:r>
            <a:r>
              <a:rPr sz="2400" spc="-5" dirty="0">
                <a:latin typeface="Bookman Old Style" pitchFamily="18" charset="0"/>
                <a:cs typeface="Book Antiqua"/>
              </a:rPr>
              <a:t>communication </a:t>
            </a:r>
            <a:r>
              <a:rPr sz="2400" spc="-10" dirty="0">
                <a:latin typeface="Bookman Old Style" pitchFamily="18" charset="0"/>
                <a:cs typeface="Book Antiqua"/>
              </a:rPr>
              <a:t>through</a:t>
            </a:r>
            <a:r>
              <a:rPr sz="2400" dirty="0">
                <a:latin typeface="Bookman Old Style" pitchFamily="18" charset="0"/>
                <a:cs typeface="Book Antiqua"/>
              </a:rPr>
              <a:t> deployment</a:t>
            </a:r>
            <a:endParaRPr sz="2400">
              <a:latin typeface="Bookman Old Style" pitchFamily="18" charset="0"/>
              <a:cs typeface="Book Antiqu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10" name="object 10"/>
          <p:cNvSpPr txBox="1"/>
          <p:nvPr/>
        </p:nvSpPr>
        <p:spPr>
          <a:xfrm>
            <a:off x="381000" y="838200"/>
            <a:ext cx="8382000" cy="5716308"/>
          </a:xfrm>
          <a:prstGeom prst="rect">
            <a:avLst/>
          </a:prstGeom>
        </p:spPr>
        <p:txBody>
          <a:bodyPr vert="horz" wrap="square" lIns="0" tIns="60325" rIns="0" bIns="0" rtlCol="0">
            <a:spAutoFit/>
          </a:bodyPr>
          <a:lstStyle/>
          <a:p>
            <a:pPr marR="1828800" algn="just">
              <a:buClr>
                <a:srgbClr val="0BD0D9"/>
              </a:buClr>
              <a:buSzPct val="95833"/>
              <a:buFont typeface="Arial"/>
              <a:buChar char="●"/>
              <a:tabLst>
                <a:tab pos="279400" algn="l"/>
              </a:tabLst>
            </a:pPr>
            <a:r>
              <a:rPr sz="2400" spc="5" dirty="0">
                <a:latin typeface="Bookman Old Style" pitchFamily="18" charset="0"/>
                <a:cs typeface="Book Antiqua"/>
              </a:rPr>
              <a:t>First</a:t>
            </a:r>
            <a:r>
              <a:rPr sz="2400" dirty="0">
                <a:latin typeface="Bookman Old Style" pitchFamily="18" charset="0"/>
                <a:cs typeface="Book Antiqua"/>
              </a:rPr>
              <a:t> circuit</a:t>
            </a:r>
            <a:r>
              <a:rPr sz="2400" spc="5" dirty="0">
                <a:latin typeface="Bookman Old Style" pitchFamily="18" charset="0"/>
                <a:cs typeface="Book Antiqua"/>
              </a:rPr>
              <a:t> </a:t>
            </a:r>
            <a:r>
              <a:rPr sz="2400" dirty="0">
                <a:latin typeface="Bookman Old Style" pitchFamily="18" charset="0"/>
                <a:cs typeface="Book Antiqua"/>
              </a:rPr>
              <a:t>around</a:t>
            </a:r>
            <a:r>
              <a:rPr sz="2400" spc="5" dirty="0">
                <a:latin typeface="Bookman Old Style" pitchFamily="18" charset="0"/>
                <a:cs typeface="Book Antiqua"/>
              </a:rPr>
              <a:t> the </a:t>
            </a:r>
            <a:r>
              <a:rPr sz="2400" spc="5">
                <a:latin typeface="Bookman Old Style" pitchFamily="18" charset="0"/>
                <a:cs typeface="Book Antiqua"/>
              </a:rPr>
              <a:t>spiral </a:t>
            </a:r>
            <a:r>
              <a:rPr sz="2400" spc="10">
                <a:latin typeface="Bookman Old Style" pitchFamily="18" charset="0"/>
                <a:cs typeface="Book Antiqua"/>
              </a:rPr>
              <a:t>might</a:t>
            </a:r>
            <a:r>
              <a:rPr lang="en-US" sz="2400" spc="10" dirty="0">
                <a:latin typeface="Bookman Old Style" pitchFamily="18" charset="0"/>
                <a:cs typeface="Book Antiqua"/>
              </a:rPr>
              <a:t>                           </a:t>
            </a:r>
            <a:endParaRPr lang="en-US" sz="2400" dirty="0">
              <a:latin typeface="Bookman Old Style" pitchFamily="18" charset="0"/>
              <a:cs typeface="Book Antiqua"/>
            </a:endParaRPr>
          </a:p>
          <a:p>
            <a:pPr marR="1828800" algn="just">
              <a:buClr>
                <a:srgbClr val="0BD0D9"/>
              </a:buClr>
              <a:buSzPct val="95833"/>
              <a:tabLst>
                <a:tab pos="279400" algn="l"/>
              </a:tabLst>
            </a:pPr>
            <a:r>
              <a:rPr lang="en-US" sz="2400" dirty="0">
                <a:latin typeface="Bookman Old Style" pitchFamily="18" charset="0"/>
                <a:cs typeface="Book Antiqua"/>
              </a:rPr>
              <a:t>  </a:t>
            </a:r>
            <a:r>
              <a:rPr sz="2400">
                <a:latin typeface="Bookman Old Style" pitchFamily="18" charset="0"/>
                <a:cs typeface="Book Antiqua"/>
              </a:rPr>
              <a:t>result</a:t>
            </a:r>
            <a:r>
              <a:rPr sz="2400" spc="5">
                <a:latin typeface="Bookman Old Style" pitchFamily="18" charset="0"/>
                <a:cs typeface="Book Antiqua"/>
              </a:rPr>
              <a:t> in </a:t>
            </a:r>
            <a:r>
              <a:rPr sz="2400" spc="-585">
                <a:latin typeface="Bookman Old Style" pitchFamily="18" charset="0"/>
                <a:cs typeface="Book Antiqua"/>
              </a:rPr>
              <a:t> </a:t>
            </a:r>
            <a:r>
              <a:rPr sz="2400" spc="10">
                <a:latin typeface="Bookman Old Style" pitchFamily="18" charset="0"/>
                <a:cs typeface="Book Antiqua"/>
              </a:rPr>
              <a:t>development</a:t>
            </a:r>
            <a:r>
              <a:rPr sz="2400">
                <a:latin typeface="Bookman Old Style" pitchFamily="18" charset="0"/>
                <a:cs typeface="Book Antiqua"/>
              </a:rPr>
              <a:t> </a:t>
            </a:r>
            <a:r>
              <a:rPr sz="2400" spc="10">
                <a:latin typeface="Bookman Old Style" pitchFamily="18" charset="0"/>
                <a:cs typeface="Book Antiqua"/>
              </a:rPr>
              <a:t>of</a:t>
            </a:r>
            <a:r>
              <a:rPr sz="2400" spc="5">
                <a:latin typeface="Bookman Old Style" pitchFamily="18" charset="0"/>
                <a:cs typeface="Book Antiqua"/>
              </a:rPr>
              <a:t> </a:t>
            </a:r>
            <a:r>
              <a:rPr sz="2400" spc="10">
                <a:latin typeface="Bookman Old Style" pitchFamily="18" charset="0"/>
                <a:cs typeface="Book Antiqua"/>
              </a:rPr>
              <a:t>a</a:t>
            </a:r>
            <a:r>
              <a:rPr sz="2400" spc="5">
                <a:latin typeface="Bookman Old Style" pitchFamily="18" charset="0"/>
                <a:cs typeface="Book Antiqua"/>
              </a:rPr>
              <a:t> </a:t>
            </a:r>
            <a:r>
              <a:rPr sz="2400">
                <a:latin typeface="Bookman Old Style" pitchFamily="18" charset="0"/>
                <a:cs typeface="Book Antiqua"/>
              </a:rPr>
              <a:t>product</a:t>
            </a:r>
            <a:r>
              <a:rPr lang="en-US" sz="2400" spc="5" dirty="0">
                <a:latin typeface="Bookman Old Style" pitchFamily="18" charset="0"/>
                <a:cs typeface="Book Antiqua"/>
              </a:rPr>
              <a:t>    </a:t>
            </a:r>
          </a:p>
          <a:p>
            <a:pPr marR="1828800" algn="just">
              <a:buClr>
                <a:srgbClr val="0BD0D9"/>
              </a:buClr>
              <a:buSzPct val="95833"/>
              <a:tabLst>
                <a:tab pos="279400" algn="l"/>
              </a:tabLst>
            </a:pPr>
            <a:r>
              <a:rPr lang="en-US" sz="2400" spc="5" dirty="0">
                <a:latin typeface="Bookman Old Style" pitchFamily="18" charset="0"/>
                <a:cs typeface="Book Antiqua"/>
              </a:rPr>
              <a:t>   </a:t>
            </a:r>
            <a:r>
              <a:rPr sz="2400" spc="5">
                <a:latin typeface="Bookman Old Style" pitchFamily="18" charset="0"/>
                <a:cs typeface="Book Antiqua"/>
              </a:rPr>
              <a:t>specificat</a:t>
            </a:r>
            <a:r>
              <a:rPr lang="en-US" sz="2400" spc="5" dirty="0">
                <a:latin typeface="Bookman Old Style" pitchFamily="18" charset="0"/>
                <a:cs typeface="Book Antiqua"/>
              </a:rPr>
              <a:t>ion </a:t>
            </a:r>
            <a:endParaRPr sz="2400">
              <a:latin typeface="Bookman Old Style" pitchFamily="18" charset="0"/>
              <a:cs typeface="Book Antiqua"/>
            </a:endParaRPr>
          </a:p>
          <a:p>
            <a:pPr marL="278765" marR="615950" indent="-266700">
              <a:lnSpc>
                <a:spcPts val="2560"/>
              </a:lnSpc>
              <a:spcBef>
                <a:spcPts val="580"/>
              </a:spcBef>
              <a:buClr>
                <a:srgbClr val="0BD0D9"/>
              </a:buClr>
              <a:buSzPct val="95833"/>
              <a:buFont typeface="Arial"/>
              <a:buChar char="●"/>
              <a:tabLst>
                <a:tab pos="279400" algn="l"/>
              </a:tabLst>
            </a:pPr>
            <a:r>
              <a:rPr sz="2400" spc="-15">
                <a:latin typeface="Bookman Old Style" pitchFamily="18" charset="0"/>
                <a:cs typeface="Book Antiqua"/>
              </a:rPr>
              <a:t>Subsequently</a:t>
            </a:r>
            <a:r>
              <a:rPr sz="2400" spc="-15" dirty="0">
                <a:latin typeface="Bookman Old Style" pitchFamily="18" charset="0"/>
                <a:cs typeface="Book Antiqua"/>
              </a:rPr>
              <a:t>,</a:t>
            </a:r>
            <a:r>
              <a:rPr sz="2400" spc="5" dirty="0">
                <a:latin typeface="Bookman Old Style" pitchFamily="18" charset="0"/>
                <a:cs typeface="Book Antiqua"/>
              </a:rPr>
              <a:t> </a:t>
            </a:r>
            <a:r>
              <a:rPr sz="2400" spc="10" dirty="0">
                <a:latin typeface="Bookman Old Style" pitchFamily="18" charset="0"/>
                <a:cs typeface="Book Antiqua"/>
              </a:rPr>
              <a:t>develop</a:t>
            </a:r>
            <a:r>
              <a:rPr sz="2400" spc="5" dirty="0">
                <a:latin typeface="Bookman Old Style" pitchFamily="18" charset="0"/>
                <a:cs typeface="Book Antiqua"/>
              </a:rPr>
              <a:t> </a:t>
            </a:r>
            <a:r>
              <a:rPr sz="2400" spc="10" dirty="0">
                <a:latin typeface="Bookman Old Style" pitchFamily="18" charset="0"/>
                <a:cs typeface="Book Antiqua"/>
              </a:rPr>
              <a:t>a</a:t>
            </a:r>
            <a:r>
              <a:rPr sz="2400" spc="5" dirty="0">
                <a:latin typeface="Bookman Old Style" pitchFamily="18" charset="0"/>
                <a:cs typeface="Book Antiqua"/>
              </a:rPr>
              <a:t> prototype </a:t>
            </a:r>
            <a:r>
              <a:rPr sz="2400" spc="10" dirty="0">
                <a:latin typeface="Bookman Old Style" pitchFamily="18" charset="0"/>
                <a:cs typeface="Book Antiqua"/>
              </a:rPr>
              <a:t>and</a:t>
            </a:r>
            <a:r>
              <a:rPr sz="2400" spc="5" dirty="0">
                <a:latin typeface="Bookman Old Style" pitchFamily="18" charset="0"/>
                <a:cs typeface="Book Antiqua"/>
              </a:rPr>
              <a:t> then </a:t>
            </a:r>
            <a:r>
              <a:rPr sz="2400" spc="10" dirty="0">
                <a:latin typeface="Bookman Old Style" pitchFamily="18" charset="0"/>
                <a:cs typeface="Book Antiqua"/>
              </a:rPr>
              <a:t> </a:t>
            </a:r>
            <a:r>
              <a:rPr sz="2400" dirty="0">
                <a:latin typeface="Bookman Old Style" pitchFamily="18" charset="0"/>
                <a:cs typeface="Book Antiqua"/>
              </a:rPr>
              <a:t>progressively</a:t>
            </a:r>
            <a:r>
              <a:rPr sz="2400" spc="15" dirty="0">
                <a:latin typeface="Bookman Old Style" pitchFamily="18" charset="0"/>
                <a:cs typeface="Book Antiqua"/>
              </a:rPr>
              <a:t> </a:t>
            </a:r>
            <a:r>
              <a:rPr sz="2400" dirty="0">
                <a:latin typeface="Bookman Old Style" pitchFamily="18" charset="0"/>
                <a:cs typeface="Book Antiqua"/>
              </a:rPr>
              <a:t>more</a:t>
            </a:r>
            <a:r>
              <a:rPr sz="2400" spc="15" dirty="0">
                <a:latin typeface="Bookman Old Style" pitchFamily="18" charset="0"/>
                <a:cs typeface="Book Antiqua"/>
              </a:rPr>
              <a:t> </a:t>
            </a:r>
            <a:r>
              <a:rPr sz="2400" spc="5" dirty="0">
                <a:latin typeface="Bookman Old Style" pitchFamily="18" charset="0"/>
                <a:cs typeface="Book Antiqua"/>
              </a:rPr>
              <a:t>sophisticated</a:t>
            </a:r>
            <a:r>
              <a:rPr sz="2400" spc="15" dirty="0">
                <a:latin typeface="Bookman Old Style" pitchFamily="18" charset="0"/>
                <a:cs typeface="Book Antiqua"/>
              </a:rPr>
              <a:t> </a:t>
            </a:r>
            <a:r>
              <a:rPr sz="2400" spc="5">
                <a:latin typeface="Bookman Old Style" pitchFamily="18" charset="0"/>
                <a:cs typeface="Book Antiqua"/>
              </a:rPr>
              <a:t>version</a:t>
            </a:r>
            <a:r>
              <a:rPr sz="2400" spc="15">
                <a:latin typeface="Bookman Old Style" pitchFamily="18" charset="0"/>
                <a:cs typeface="Book Antiqua"/>
              </a:rPr>
              <a:t> </a:t>
            </a:r>
            <a:r>
              <a:rPr sz="2400" spc="10">
                <a:latin typeface="Bookman Old Style" pitchFamily="18" charset="0"/>
                <a:cs typeface="Book Antiqua"/>
              </a:rPr>
              <a:t>of</a:t>
            </a:r>
            <a:r>
              <a:rPr lang="en-US" sz="2400" spc="15" dirty="0">
                <a:latin typeface="Bookman Old Style" pitchFamily="18" charset="0"/>
                <a:cs typeface="Book Antiqua"/>
              </a:rPr>
              <a:t> </a:t>
            </a:r>
            <a:r>
              <a:rPr sz="2400" spc="5">
                <a:latin typeface="Bookman Old Style" pitchFamily="18" charset="0"/>
                <a:cs typeface="Book Antiqua"/>
              </a:rPr>
              <a:t>software</a:t>
            </a:r>
            <a:r>
              <a:rPr sz="2400" spc="5" dirty="0">
                <a:latin typeface="Bookman Old Style" pitchFamily="18" charset="0"/>
                <a:cs typeface="Book Antiqua"/>
              </a:rPr>
              <a:t>.</a:t>
            </a:r>
            <a:endParaRPr sz="2400">
              <a:latin typeface="Bookman Old Style" pitchFamily="18" charset="0"/>
              <a:cs typeface="Book Antiqua"/>
            </a:endParaRPr>
          </a:p>
          <a:p>
            <a:pPr marL="278765" marR="408305" indent="-266700">
              <a:lnSpc>
                <a:spcPts val="2560"/>
              </a:lnSpc>
              <a:spcBef>
                <a:spcPts val="585"/>
              </a:spcBef>
              <a:buClr>
                <a:srgbClr val="0BD0D9"/>
              </a:buClr>
              <a:buSzPct val="95833"/>
              <a:buFont typeface="Arial"/>
              <a:buChar char="●"/>
              <a:tabLst>
                <a:tab pos="279400" algn="l"/>
              </a:tabLst>
            </a:pPr>
            <a:r>
              <a:rPr sz="2400" spc="5" dirty="0">
                <a:latin typeface="Bookman Old Style" pitchFamily="18" charset="0"/>
                <a:cs typeface="Book Antiqua"/>
              </a:rPr>
              <a:t>Unlike other</a:t>
            </a:r>
            <a:r>
              <a:rPr sz="2400" spc="10" dirty="0">
                <a:latin typeface="Bookman Old Style" pitchFamily="18" charset="0"/>
                <a:cs typeface="Book Antiqua"/>
              </a:rPr>
              <a:t> </a:t>
            </a:r>
            <a:r>
              <a:rPr sz="2400" dirty="0">
                <a:latin typeface="Bookman Old Style" pitchFamily="18" charset="0"/>
                <a:cs typeface="Book Antiqua"/>
              </a:rPr>
              <a:t>process</a:t>
            </a:r>
            <a:r>
              <a:rPr sz="2400" spc="10" dirty="0">
                <a:latin typeface="Bookman Old Style" pitchFamily="18" charset="0"/>
                <a:cs typeface="Book Antiqua"/>
              </a:rPr>
              <a:t> models </a:t>
            </a:r>
            <a:r>
              <a:rPr sz="2400" spc="5" dirty="0">
                <a:latin typeface="Bookman Old Style" pitchFamily="18" charset="0"/>
                <a:cs typeface="Book Antiqua"/>
              </a:rPr>
              <a:t>that </a:t>
            </a:r>
            <a:r>
              <a:rPr sz="2400" spc="10" dirty="0">
                <a:latin typeface="Bookman Old Style" pitchFamily="18" charset="0"/>
                <a:cs typeface="Book Antiqua"/>
              </a:rPr>
              <a:t>end </a:t>
            </a:r>
            <a:r>
              <a:rPr sz="2400" spc="15" dirty="0">
                <a:latin typeface="Bookman Old Style" pitchFamily="18" charset="0"/>
                <a:cs typeface="Book Antiqua"/>
              </a:rPr>
              <a:t>when</a:t>
            </a:r>
            <a:r>
              <a:rPr sz="2400" spc="10" dirty="0">
                <a:latin typeface="Bookman Old Style" pitchFamily="18" charset="0"/>
                <a:cs typeface="Book Antiqua"/>
              </a:rPr>
              <a:t> </a:t>
            </a:r>
            <a:r>
              <a:rPr sz="2400" spc="5" dirty="0">
                <a:latin typeface="Bookman Old Style" pitchFamily="18" charset="0"/>
                <a:cs typeface="Book Antiqua"/>
              </a:rPr>
              <a:t>software</a:t>
            </a:r>
            <a:r>
              <a:rPr sz="2400" spc="10" dirty="0">
                <a:latin typeface="Bookman Old Style" pitchFamily="18" charset="0"/>
                <a:cs typeface="Book Antiqua"/>
              </a:rPr>
              <a:t> </a:t>
            </a:r>
            <a:r>
              <a:rPr sz="2400" spc="5" dirty="0">
                <a:latin typeface="Bookman Old Style" pitchFamily="18" charset="0"/>
                <a:cs typeface="Book Antiqua"/>
              </a:rPr>
              <a:t>is </a:t>
            </a:r>
            <a:r>
              <a:rPr sz="2400" spc="-585" dirty="0">
                <a:latin typeface="Bookman Old Style" pitchFamily="18" charset="0"/>
                <a:cs typeface="Book Antiqua"/>
              </a:rPr>
              <a:t> </a:t>
            </a:r>
            <a:r>
              <a:rPr sz="2400" spc="5" dirty="0">
                <a:latin typeface="Bookman Old Style" pitchFamily="18" charset="0"/>
                <a:cs typeface="Book Antiqua"/>
              </a:rPr>
              <a:t>delivered.</a:t>
            </a:r>
            <a:endParaRPr sz="2400">
              <a:latin typeface="Bookman Old Style" pitchFamily="18" charset="0"/>
              <a:cs typeface="Book Antiqua"/>
            </a:endParaRPr>
          </a:p>
          <a:p>
            <a:pPr marL="278765" indent="-266700" algn="just">
              <a:lnSpc>
                <a:spcPct val="100000"/>
              </a:lnSpc>
              <a:spcBef>
                <a:spcPts val="229"/>
              </a:spcBef>
              <a:buClr>
                <a:srgbClr val="0BD0D9"/>
              </a:buClr>
              <a:buSzPct val="95833"/>
              <a:buFont typeface="Arial"/>
              <a:buChar char="●"/>
              <a:tabLst>
                <a:tab pos="279400" algn="l"/>
              </a:tabLst>
            </a:pPr>
            <a:r>
              <a:rPr sz="2400" spc="5" dirty="0">
                <a:latin typeface="Bookman Old Style" pitchFamily="18" charset="0"/>
                <a:cs typeface="Book Antiqua"/>
              </a:rPr>
              <a:t>It</a:t>
            </a:r>
            <a:r>
              <a:rPr sz="2400" dirty="0">
                <a:latin typeface="Bookman Old Style" pitchFamily="18" charset="0"/>
                <a:cs typeface="Book Antiqua"/>
              </a:rPr>
              <a:t> </a:t>
            </a:r>
            <a:r>
              <a:rPr sz="2400" spc="10" dirty="0">
                <a:latin typeface="Bookman Old Style" pitchFamily="18" charset="0"/>
                <a:cs typeface="Book Antiqua"/>
              </a:rPr>
              <a:t>can</a:t>
            </a:r>
            <a:r>
              <a:rPr sz="2400" dirty="0">
                <a:latin typeface="Bookman Old Style" pitchFamily="18" charset="0"/>
                <a:cs typeface="Book Antiqua"/>
              </a:rPr>
              <a:t> </a:t>
            </a:r>
            <a:r>
              <a:rPr sz="2400" spc="10" dirty="0">
                <a:latin typeface="Bookman Old Style" pitchFamily="18" charset="0"/>
                <a:cs typeface="Book Antiqua"/>
              </a:rPr>
              <a:t>be</a:t>
            </a:r>
            <a:r>
              <a:rPr sz="2400" spc="5" dirty="0">
                <a:latin typeface="Bookman Old Style" pitchFamily="18" charset="0"/>
                <a:cs typeface="Book Antiqua"/>
              </a:rPr>
              <a:t> </a:t>
            </a:r>
            <a:r>
              <a:rPr sz="2400" spc="10" dirty="0">
                <a:latin typeface="Bookman Old Style" pitchFamily="18" charset="0"/>
                <a:cs typeface="Book Antiqua"/>
              </a:rPr>
              <a:t>adapted</a:t>
            </a:r>
            <a:r>
              <a:rPr sz="2400" dirty="0">
                <a:latin typeface="Bookman Old Style" pitchFamily="18" charset="0"/>
                <a:cs typeface="Book Antiqua"/>
              </a:rPr>
              <a:t> </a:t>
            </a:r>
            <a:r>
              <a:rPr sz="2400" spc="10" dirty="0">
                <a:latin typeface="Bookman Old Style" pitchFamily="18" charset="0"/>
                <a:cs typeface="Book Antiqua"/>
              </a:rPr>
              <a:t>to</a:t>
            </a:r>
            <a:r>
              <a:rPr sz="2400" spc="5" dirty="0">
                <a:latin typeface="Bookman Old Style" pitchFamily="18" charset="0"/>
                <a:cs typeface="Book Antiqua"/>
              </a:rPr>
              <a:t> </a:t>
            </a:r>
            <a:r>
              <a:rPr sz="2400" spc="10" dirty="0">
                <a:latin typeface="Bookman Old Style" pitchFamily="18" charset="0"/>
                <a:cs typeface="Book Antiqua"/>
              </a:rPr>
              <a:t>apply</a:t>
            </a:r>
            <a:r>
              <a:rPr sz="2400" dirty="0">
                <a:latin typeface="Bookman Old Style" pitchFamily="18" charset="0"/>
                <a:cs typeface="Book Antiqua"/>
              </a:rPr>
              <a:t> </a:t>
            </a:r>
            <a:r>
              <a:rPr sz="2400" spc="5" dirty="0">
                <a:latin typeface="Bookman Old Style" pitchFamily="18" charset="0"/>
                <a:cs typeface="Book Antiqua"/>
              </a:rPr>
              <a:t>throughout the</a:t>
            </a:r>
            <a:r>
              <a:rPr sz="2400" dirty="0">
                <a:latin typeface="Bookman Old Style" pitchFamily="18" charset="0"/>
                <a:cs typeface="Book Antiqua"/>
              </a:rPr>
              <a:t> </a:t>
            </a:r>
            <a:r>
              <a:rPr sz="2400" spc="5" dirty="0">
                <a:latin typeface="Bookman Old Style" pitchFamily="18" charset="0"/>
                <a:cs typeface="Book Antiqua"/>
              </a:rPr>
              <a:t>life </a:t>
            </a:r>
            <a:r>
              <a:rPr sz="2400" spc="10" dirty="0">
                <a:latin typeface="Bookman Old Style" pitchFamily="18" charset="0"/>
                <a:cs typeface="Book Antiqua"/>
              </a:rPr>
              <a:t>of</a:t>
            </a:r>
            <a:r>
              <a:rPr sz="2400" dirty="0">
                <a:latin typeface="Bookman Old Style" pitchFamily="18" charset="0"/>
                <a:cs typeface="Book Antiqua"/>
              </a:rPr>
              <a:t> </a:t>
            </a:r>
            <a:r>
              <a:rPr sz="2400" spc="5" dirty="0">
                <a:latin typeface="Bookman Old Style" pitchFamily="18" charset="0"/>
                <a:cs typeface="Book Antiqua"/>
              </a:rPr>
              <a:t>software.</a:t>
            </a:r>
            <a:endParaRPr sz="2400">
              <a:latin typeface="Bookman Old Style" pitchFamily="18" charset="0"/>
              <a:cs typeface="Book Antiqua"/>
            </a:endParaRPr>
          </a:p>
          <a:p>
            <a:pPr marL="278765" marR="5080" indent="-266700" algn="just">
              <a:lnSpc>
                <a:spcPct val="100000"/>
              </a:lnSpc>
              <a:spcBef>
                <a:spcPts val="260"/>
              </a:spcBef>
              <a:buClr>
                <a:srgbClr val="0BD0D9"/>
              </a:buClr>
              <a:buSzPct val="95833"/>
              <a:buFont typeface="Arial"/>
              <a:buChar char="●"/>
              <a:tabLst>
                <a:tab pos="279400" algn="l"/>
              </a:tabLst>
            </a:pPr>
            <a:r>
              <a:rPr sz="2400" spc="5" dirty="0">
                <a:latin typeface="Bookman Old Style" pitchFamily="18" charset="0"/>
                <a:cs typeface="Book Antiqua"/>
              </a:rPr>
              <a:t>It </a:t>
            </a:r>
            <a:r>
              <a:rPr sz="2400" spc="10" dirty="0">
                <a:latin typeface="Bookman Old Style" pitchFamily="18" charset="0"/>
                <a:cs typeface="Book Antiqua"/>
              </a:rPr>
              <a:t>maintains </a:t>
            </a:r>
            <a:r>
              <a:rPr sz="2400" spc="5" dirty="0">
                <a:latin typeface="Bookman Old Style" pitchFamily="18" charset="0"/>
                <a:cs typeface="Book Antiqua"/>
              </a:rPr>
              <a:t>the </a:t>
            </a:r>
            <a:r>
              <a:rPr sz="2400" spc="10" dirty="0">
                <a:latin typeface="Bookman Old Style" pitchFamily="18" charset="0"/>
                <a:cs typeface="Book Antiqua"/>
              </a:rPr>
              <a:t>systematic stepwise </a:t>
            </a:r>
            <a:r>
              <a:rPr sz="2400" spc="5" dirty="0">
                <a:latin typeface="Bookman Old Style" pitchFamily="18" charset="0"/>
                <a:cs typeface="Book Antiqua"/>
              </a:rPr>
              <a:t>approach </a:t>
            </a:r>
            <a:r>
              <a:rPr sz="2400" spc="10" dirty="0">
                <a:latin typeface="Bookman Old Style" pitchFamily="18" charset="0"/>
                <a:cs typeface="Book Antiqua"/>
              </a:rPr>
              <a:t>suggested </a:t>
            </a:r>
            <a:r>
              <a:rPr sz="2400" spc="15" dirty="0">
                <a:latin typeface="Bookman Old Style" pitchFamily="18" charset="0"/>
                <a:cs typeface="Book Antiqua"/>
              </a:rPr>
              <a:t> </a:t>
            </a:r>
            <a:r>
              <a:rPr sz="2400" spc="10" dirty="0">
                <a:latin typeface="Bookman Old Style" pitchFamily="18" charset="0"/>
                <a:cs typeface="Book Antiqua"/>
              </a:rPr>
              <a:t>by </a:t>
            </a:r>
            <a:r>
              <a:rPr sz="2400" spc="5" dirty="0">
                <a:latin typeface="Bookman Old Style" pitchFamily="18" charset="0"/>
                <a:cs typeface="Book Antiqua"/>
              </a:rPr>
              <a:t>the classic life cycle but also </a:t>
            </a:r>
            <a:r>
              <a:rPr sz="2400" spc="10" dirty="0">
                <a:latin typeface="Bookman Old Style" pitchFamily="18" charset="0"/>
                <a:cs typeface="Book Antiqua"/>
              </a:rPr>
              <a:t>incorporates </a:t>
            </a:r>
            <a:r>
              <a:rPr sz="2400" spc="5" dirty="0">
                <a:latin typeface="Bookman Old Style" pitchFamily="18" charset="0"/>
                <a:cs typeface="Book Antiqua"/>
              </a:rPr>
              <a:t>it </a:t>
            </a:r>
            <a:r>
              <a:rPr sz="2400" spc="10" dirty="0">
                <a:latin typeface="Bookman Old Style" pitchFamily="18" charset="0"/>
                <a:cs typeface="Book Antiqua"/>
              </a:rPr>
              <a:t>into an </a:t>
            </a:r>
            <a:r>
              <a:rPr sz="2400" spc="15" dirty="0">
                <a:latin typeface="Bookman Old Style" pitchFamily="18" charset="0"/>
                <a:cs typeface="Book Antiqua"/>
              </a:rPr>
              <a:t> </a:t>
            </a:r>
            <a:r>
              <a:rPr sz="2400" spc="5" dirty="0">
                <a:latin typeface="Bookman Old Style" pitchFamily="18" charset="0"/>
                <a:cs typeface="Book Antiqua"/>
              </a:rPr>
              <a:t>iterative </a:t>
            </a:r>
            <a:r>
              <a:rPr sz="2400" spc="10" dirty="0">
                <a:latin typeface="Bookman Old Style" pitchFamily="18" charset="0"/>
                <a:cs typeface="Book Antiqua"/>
              </a:rPr>
              <a:t>framework</a:t>
            </a:r>
            <a:r>
              <a:rPr sz="2400" spc="605" dirty="0">
                <a:latin typeface="Bookman Old Style" pitchFamily="18" charset="0"/>
                <a:cs typeface="Book Antiqua"/>
              </a:rPr>
              <a:t> </a:t>
            </a:r>
            <a:r>
              <a:rPr sz="2400" spc="-25" dirty="0">
                <a:latin typeface="Bookman Old Style" pitchFamily="18" charset="0"/>
                <a:cs typeface="Book Antiqua"/>
              </a:rPr>
              <a:t>activity.</a:t>
            </a:r>
            <a:endParaRPr sz="2400">
              <a:latin typeface="Bookman Old Style" pitchFamily="18" charset="0"/>
              <a:cs typeface="Book Antiqua"/>
            </a:endParaRPr>
          </a:p>
          <a:p>
            <a:pPr marL="278765" marR="5080" indent="-266700" algn="just">
              <a:lnSpc>
                <a:spcPct val="100000"/>
              </a:lnSpc>
              <a:spcBef>
                <a:spcPts val="585"/>
              </a:spcBef>
              <a:buClr>
                <a:srgbClr val="0BD0D9"/>
              </a:buClr>
              <a:buSzPct val="95833"/>
              <a:buFont typeface="Arial"/>
              <a:buChar char="●"/>
              <a:tabLst>
                <a:tab pos="279400" algn="l"/>
              </a:tabLst>
            </a:pPr>
            <a:r>
              <a:rPr sz="2400" spc="10" dirty="0">
                <a:latin typeface="Bookman Old Style" pitchFamily="18" charset="0"/>
                <a:cs typeface="Book Antiqua"/>
              </a:rPr>
              <a:t>If</a:t>
            </a:r>
            <a:r>
              <a:rPr sz="2400" spc="615" dirty="0">
                <a:latin typeface="Bookman Old Style" pitchFamily="18" charset="0"/>
                <a:cs typeface="Book Antiqua"/>
              </a:rPr>
              <a:t> </a:t>
            </a:r>
            <a:r>
              <a:rPr sz="2400" spc="15" dirty="0">
                <a:latin typeface="Bookman Old Style" pitchFamily="18" charset="0"/>
                <a:cs typeface="Book Antiqua"/>
              </a:rPr>
              <a:t>risks</a:t>
            </a:r>
            <a:r>
              <a:rPr sz="2400" spc="610" dirty="0">
                <a:latin typeface="Bookman Old Style" pitchFamily="18" charset="0"/>
                <a:cs typeface="Book Antiqua"/>
              </a:rPr>
              <a:t> </a:t>
            </a:r>
            <a:r>
              <a:rPr sz="2400" spc="20" dirty="0">
                <a:latin typeface="Bookman Old Style" pitchFamily="18" charset="0"/>
                <a:cs typeface="Book Antiqua"/>
              </a:rPr>
              <a:t>cannot</a:t>
            </a:r>
            <a:r>
              <a:rPr sz="2400" spc="605" dirty="0">
                <a:latin typeface="Bookman Old Style" pitchFamily="18" charset="0"/>
                <a:cs typeface="Book Antiqua"/>
              </a:rPr>
              <a:t> </a:t>
            </a:r>
            <a:r>
              <a:rPr sz="2400" spc="15" dirty="0">
                <a:latin typeface="Bookman Old Style" pitchFamily="18" charset="0"/>
                <a:cs typeface="Book Antiqua"/>
              </a:rPr>
              <a:t>be</a:t>
            </a:r>
            <a:r>
              <a:rPr sz="2400" spc="610" dirty="0">
                <a:latin typeface="Bookman Old Style" pitchFamily="18" charset="0"/>
                <a:cs typeface="Book Antiqua"/>
              </a:rPr>
              <a:t> </a:t>
            </a:r>
            <a:r>
              <a:rPr sz="2400" spc="15" dirty="0">
                <a:latin typeface="Bookman Old Style" pitchFamily="18" charset="0"/>
                <a:cs typeface="Book Antiqua"/>
              </a:rPr>
              <a:t>resolved,</a:t>
            </a:r>
            <a:r>
              <a:rPr sz="2400" spc="610" dirty="0">
                <a:latin typeface="Bookman Old Style" pitchFamily="18" charset="0"/>
                <a:cs typeface="Book Antiqua"/>
              </a:rPr>
              <a:t> </a:t>
            </a:r>
            <a:r>
              <a:rPr sz="2400" spc="10" dirty="0">
                <a:latin typeface="Bookman Old Style" pitchFamily="18" charset="0"/>
                <a:cs typeface="Book Antiqua"/>
              </a:rPr>
              <a:t>project</a:t>
            </a:r>
            <a:r>
              <a:rPr sz="2400" spc="615" dirty="0">
                <a:latin typeface="Bookman Old Style" pitchFamily="18" charset="0"/>
                <a:cs typeface="Book Antiqua"/>
              </a:rPr>
              <a:t> </a:t>
            </a:r>
            <a:r>
              <a:rPr sz="2400" spc="10" dirty="0">
                <a:latin typeface="Bookman Old Style" pitchFamily="18" charset="0"/>
                <a:cs typeface="Book Antiqua"/>
              </a:rPr>
              <a:t>is</a:t>
            </a:r>
            <a:r>
              <a:rPr sz="2400" spc="615" dirty="0">
                <a:latin typeface="Bookman Old Style" pitchFamily="18" charset="0"/>
                <a:cs typeface="Book Antiqua"/>
              </a:rPr>
              <a:t> </a:t>
            </a:r>
            <a:r>
              <a:rPr sz="2400" spc="20" dirty="0">
                <a:latin typeface="Bookman Old Style" pitchFamily="18" charset="0"/>
                <a:cs typeface="Book Antiqua"/>
              </a:rPr>
              <a:t>immediately </a:t>
            </a:r>
            <a:r>
              <a:rPr sz="2400" spc="-590" dirty="0">
                <a:latin typeface="Bookman Old Style" pitchFamily="18" charset="0"/>
                <a:cs typeface="Book Antiqua"/>
              </a:rPr>
              <a:t> </a:t>
            </a:r>
            <a:r>
              <a:rPr sz="2400" spc="10" dirty="0">
                <a:latin typeface="Bookman Old Style" pitchFamily="18" charset="0"/>
                <a:cs typeface="Book Antiqua"/>
              </a:rPr>
              <a:t>terminated</a:t>
            </a:r>
            <a:endParaRPr sz="2400">
              <a:latin typeface="Bookman Old Style" pitchFamily="18" charset="0"/>
              <a:cs typeface="Book Antiqua"/>
            </a:endParaRPr>
          </a:p>
        </p:txBody>
      </p:sp>
      <p:sp>
        <p:nvSpPr>
          <p:cNvPr id="11" name="object 11"/>
          <p:cNvSpPr txBox="1"/>
          <p:nvPr/>
        </p:nvSpPr>
        <p:spPr>
          <a:xfrm>
            <a:off x="8504583" y="6524079"/>
            <a:ext cx="19494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45C75"/>
                </a:solidFill>
                <a:latin typeface="Arial"/>
                <a:cs typeface="Arial"/>
              </a:rPr>
              <a:t>42</a:t>
            </a:r>
            <a:endParaRPr sz="1200">
              <a:latin typeface="Arial"/>
              <a:cs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10" name="object 10"/>
          <p:cNvSpPr txBox="1">
            <a:spLocks noGrp="1"/>
          </p:cNvSpPr>
          <p:nvPr>
            <p:ph type="body" idx="1"/>
          </p:nvPr>
        </p:nvSpPr>
        <p:spPr>
          <a:xfrm>
            <a:off x="457200" y="1066800"/>
            <a:ext cx="8163560" cy="4718728"/>
          </a:xfrm>
          <a:prstGeom prst="rect">
            <a:avLst/>
          </a:prstGeom>
        </p:spPr>
        <p:txBody>
          <a:bodyPr vert="horz" wrap="square" lIns="0" tIns="147320" rIns="0" bIns="0" rtlCol="0">
            <a:spAutoFit/>
          </a:bodyPr>
          <a:lstStyle/>
          <a:p>
            <a:pPr marL="287020" indent="-274320">
              <a:lnSpc>
                <a:spcPct val="100000"/>
              </a:lnSpc>
              <a:spcBef>
                <a:spcPts val="1160"/>
              </a:spcBef>
              <a:buClr>
                <a:srgbClr val="0BD0D9"/>
              </a:buClr>
              <a:buSzPct val="94642"/>
              <a:tabLst>
                <a:tab pos="287020" algn="l"/>
              </a:tabLst>
            </a:pPr>
            <a:r>
              <a:rPr b="1" spc="-5" dirty="0">
                <a:latin typeface="Bookman Old Style" pitchFamily="18" charset="0"/>
              </a:rPr>
              <a:t>Disadvantages:</a:t>
            </a:r>
            <a:endParaRPr b="1">
              <a:latin typeface="Bookman Old Style" pitchFamily="18" charset="0"/>
            </a:endParaRPr>
          </a:p>
          <a:p>
            <a:pPr marL="652780" lvl="1" indent="-247015" algn="just">
              <a:lnSpc>
                <a:spcPct val="100000"/>
              </a:lnSpc>
              <a:spcBef>
                <a:spcPts val="835"/>
              </a:spcBef>
              <a:buClr>
                <a:srgbClr val="0F6FC6"/>
              </a:buClr>
              <a:buSzPct val="84090"/>
              <a:buFont typeface="Arial"/>
              <a:buChar char="●"/>
              <a:tabLst>
                <a:tab pos="652780" algn="l"/>
              </a:tabLst>
            </a:pPr>
            <a:r>
              <a:rPr sz="2400" dirty="0">
                <a:latin typeface="Bookman Old Style" pitchFamily="18" charset="0"/>
                <a:cs typeface="Book Antiqua"/>
              </a:rPr>
              <a:t>Can</a:t>
            </a:r>
            <a:r>
              <a:rPr sz="2400" spc="-10" dirty="0">
                <a:latin typeface="Bookman Old Style" pitchFamily="18" charset="0"/>
                <a:cs typeface="Book Antiqua"/>
              </a:rPr>
              <a:t> </a:t>
            </a:r>
            <a:r>
              <a:rPr sz="2400" dirty="0">
                <a:latin typeface="Bookman Old Style" pitchFamily="18" charset="0"/>
                <a:cs typeface="Book Antiqua"/>
              </a:rPr>
              <a:t>be</a:t>
            </a:r>
            <a:r>
              <a:rPr sz="2400" spc="-5" dirty="0">
                <a:latin typeface="Bookman Old Style" pitchFamily="18" charset="0"/>
                <a:cs typeface="Book Antiqua"/>
              </a:rPr>
              <a:t> </a:t>
            </a:r>
            <a:r>
              <a:rPr sz="2400" dirty="0">
                <a:latin typeface="Bookman Old Style" pitchFamily="18" charset="0"/>
                <a:cs typeface="Book Antiqua"/>
              </a:rPr>
              <a:t>a</a:t>
            </a:r>
            <a:r>
              <a:rPr sz="2400" spc="-10" dirty="0">
                <a:latin typeface="Bookman Old Style" pitchFamily="18" charset="0"/>
                <a:cs typeface="Book Antiqua"/>
              </a:rPr>
              <a:t> </a:t>
            </a:r>
            <a:r>
              <a:rPr sz="2400" spc="-5" dirty="0">
                <a:latin typeface="Bookman Old Style" pitchFamily="18" charset="0"/>
                <a:cs typeface="Book Antiqua"/>
              </a:rPr>
              <a:t>costly model </a:t>
            </a:r>
            <a:r>
              <a:rPr sz="2400" dirty="0">
                <a:latin typeface="Bookman Old Style" pitchFamily="18" charset="0"/>
                <a:cs typeface="Book Antiqua"/>
              </a:rPr>
              <a:t>to</a:t>
            </a:r>
            <a:r>
              <a:rPr sz="2400" spc="-10" dirty="0">
                <a:latin typeface="Bookman Old Style" pitchFamily="18" charset="0"/>
                <a:cs typeface="Book Antiqua"/>
              </a:rPr>
              <a:t> </a:t>
            </a:r>
            <a:r>
              <a:rPr sz="2400" spc="-5" dirty="0">
                <a:latin typeface="Bookman Old Style" pitchFamily="18" charset="0"/>
                <a:cs typeface="Book Antiqua"/>
              </a:rPr>
              <a:t>use.</a:t>
            </a:r>
            <a:endParaRPr sz="2400">
              <a:latin typeface="Bookman Old Style" pitchFamily="18" charset="0"/>
              <a:cs typeface="Book Antiqua"/>
            </a:endParaRPr>
          </a:p>
          <a:p>
            <a:pPr marL="652780" lvl="1" indent="-247015" algn="just">
              <a:lnSpc>
                <a:spcPct val="100000"/>
              </a:lnSpc>
              <a:spcBef>
                <a:spcPts val="790"/>
              </a:spcBef>
              <a:buClr>
                <a:srgbClr val="0F6FC6"/>
              </a:buClr>
              <a:buSzPct val="84090"/>
              <a:buFont typeface="Arial"/>
              <a:buChar char="●"/>
              <a:tabLst>
                <a:tab pos="652780" algn="l"/>
              </a:tabLst>
            </a:pPr>
            <a:r>
              <a:rPr sz="2400" spc="-5" dirty="0">
                <a:latin typeface="Bookman Old Style" pitchFamily="18" charset="0"/>
                <a:cs typeface="Book Antiqua"/>
              </a:rPr>
              <a:t>Risk</a:t>
            </a:r>
            <a:r>
              <a:rPr sz="2400" spc="10" dirty="0">
                <a:latin typeface="Bookman Old Style" pitchFamily="18" charset="0"/>
                <a:cs typeface="Book Antiqua"/>
              </a:rPr>
              <a:t> </a:t>
            </a:r>
            <a:r>
              <a:rPr sz="2400" spc="-5" dirty="0">
                <a:latin typeface="Bookman Old Style" pitchFamily="18" charset="0"/>
                <a:cs typeface="Book Antiqua"/>
              </a:rPr>
              <a:t>analysis</a:t>
            </a:r>
            <a:r>
              <a:rPr sz="2400" spc="5" dirty="0">
                <a:latin typeface="Bookman Old Style" pitchFamily="18" charset="0"/>
                <a:cs typeface="Book Antiqua"/>
              </a:rPr>
              <a:t> </a:t>
            </a:r>
            <a:r>
              <a:rPr sz="2400" spc="-15" dirty="0">
                <a:latin typeface="Bookman Old Style" pitchFamily="18" charset="0"/>
                <a:cs typeface="Book Antiqua"/>
              </a:rPr>
              <a:t>requires</a:t>
            </a:r>
            <a:r>
              <a:rPr sz="2400" spc="5" dirty="0">
                <a:latin typeface="Bookman Old Style" pitchFamily="18" charset="0"/>
                <a:cs typeface="Book Antiqua"/>
              </a:rPr>
              <a:t> </a:t>
            </a:r>
            <a:r>
              <a:rPr sz="2400" spc="-5" dirty="0">
                <a:latin typeface="Bookman Old Style" pitchFamily="18" charset="0"/>
                <a:cs typeface="Book Antiqua"/>
              </a:rPr>
              <a:t>highly</a:t>
            </a:r>
            <a:r>
              <a:rPr sz="2400" spc="10" dirty="0">
                <a:latin typeface="Bookman Old Style" pitchFamily="18" charset="0"/>
                <a:cs typeface="Book Antiqua"/>
              </a:rPr>
              <a:t> </a:t>
            </a:r>
            <a:r>
              <a:rPr sz="2400" spc="-5" dirty="0">
                <a:latin typeface="Bookman Old Style" pitchFamily="18" charset="0"/>
                <a:cs typeface="Book Antiqua"/>
              </a:rPr>
              <a:t>specific</a:t>
            </a:r>
            <a:r>
              <a:rPr sz="2400" spc="5" dirty="0">
                <a:latin typeface="Bookman Old Style" pitchFamily="18" charset="0"/>
                <a:cs typeface="Book Antiqua"/>
              </a:rPr>
              <a:t> </a:t>
            </a:r>
            <a:r>
              <a:rPr sz="2400" spc="-5" dirty="0">
                <a:latin typeface="Bookman Old Style" pitchFamily="18" charset="0"/>
                <a:cs typeface="Book Antiqua"/>
              </a:rPr>
              <a:t>expertise.</a:t>
            </a:r>
            <a:endParaRPr sz="2400">
              <a:latin typeface="Bookman Old Style" pitchFamily="18" charset="0"/>
              <a:cs typeface="Book Antiqua"/>
            </a:endParaRPr>
          </a:p>
          <a:p>
            <a:pPr marL="652780" marR="511175" lvl="1" indent="-247015" algn="just">
              <a:lnSpc>
                <a:spcPct val="109800"/>
              </a:lnSpc>
              <a:spcBef>
                <a:spcPts val="525"/>
              </a:spcBef>
              <a:buClr>
                <a:srgbClr val="0F6FC6"/>
              </a:buClr>
              <a:buSzPct val="84090"/>
              <a:buFont typeface="Arial"/>
              <a:buChar char="●"/>
              <a:tabLst>
                <a:tab pos="652780" algn="l"/>
              </a:tabLst>
            </a:pPr>
            <a:r>
              <a:rPr sz="2400" spc="-10" dirty="0">
                <a:latin typeface="Bookman Old Style" pitchFamily="18" charset="0"/>
                <a:cs typeface="Book Antiqua"/>
              </a:rPr>
              <a:t>Project’s </a:t>
            </a:r>
            <a:r>
              <a:rPr sz="2400" spc="-5" dirty="0">
                <a:latin typeface="Bookman Old Style" pitchFamily="18" charset="0"/>
                <a:cs typeface="Book Antiqua"/>
              </a:rPr>
              <a:t>success </a:t>
            </a:r>
            <a:r>
              <a:rPr sz="2400" dirty="0">
                <a:latin typeface="Bookman Old Style" pitchFamily="18" charset="0"/>
                <a:cs typeface="Book Antiqua"/>
              </a:rPr>
              <a:t>is </a:t>
            </a:r>
            <a:r>
              <a:rPr sz="2400" spc="-5" dirty="0">
                <a:latin typeface="Bookman Old Style" pitchFamily="18" charset="0"/>
                <a:cs typeface="Book Antiqua"/>
              </a:rPr>
              <a:t>highly dependent </a:t>
            </a:r>
            <a:r>
              <a:rPr sz="2400" dirty="0">
                <a:latin typeface="Bookman Old Style" pitchFamily="18" charset="0"/>
                <a:cs typeface="Book Antiqua"/>
              </a:rPr>
              <a:t>on </a:t>
            </a:r>
            <a:r>
              <a:rPr sz="2400" spc="-5" dirty="0">
                <a:latin typeface="Bookman Old Style" pitchFamily="18" charset="0"/>
                <a:cs typeface="Book Antiqua"/>
              </a:rPr>
              <a:t>the risk analysis </a:t>
            </a:r>
            <a:r>
              <a:rPr sz="2400" spc="-535" dirty="0">
                <a:latin typeface="Bookman Old Style" pitchFamily="18" charset="0"/>
                <a:cs typeface="Book Antiqua"/>
              </a:rPr>
              <a:t> </a:t>
            </a:r>
            <a:r>
              <a:rPr sz="2400" spc="-5" dirty="0">
                <a:latin typeface="Bookman Old Style" pitchFamily="18" charset="0"/>
                <a:cs typeface="Book Antiqua"/>
              </a:rPr>
              <a:t>phase.</a:t>
            </a:r>
            <a:endParaRPr sz="2400">
              <a:latin typeface="Bookman Old Style" pitchFamily="18" charset="0"/>
              <a:cs typeface="Book Antiqua"/>
            </a:endParaRPr>
          </a:p>
          <a:p>
            <a:pPr marL="652780" lvl="1" indent="-247015" algn="just">
              <a:lnSpc>
                <a:spcPct val="100000"/>
              </a:lnSpc>
              <a:spcBef>
                <a:spcPts val="790"/>
              </a:spcBef>
              <a:buClr>
                <a:srgbClr val="0F6FC6"/>
              </a:buClr>
              <a:buSzPct val="84090"/>
              <a:buFont typeface="Arial"/>
              <a:buChar char="●"/>
              <a:tabLst>
                <a:tab pos="652780" algn="l"/>
              </a:tabLst>
            </a:pPr>
            <a:r>
              <a:rPr sz="2400" spc="-5" dirty="0">
                <a:latin typeface="Bookman Old Style" pitchFamily="18" charset="0"/>
                <a:cs typeface="Book Antiqua"/>
              </a:rPr>
              <a:t>Doesn’t</a:t>
            </a:r>
            <a:r>
              <a:rPr sz="2400" dirty="0">
                <a:latin typeface="Bookman Old Style" pitchFamily="18" charset="0"/>
                <a:cs typeface="Book Antiqua"/>
              </a:rPr>
              <a:t> </a:t>
            </a:r>
            <a:r>
              <a:rPr sz="2400" spc="-5" dirty="0">
                <a:latin typeface="Bookman Old Style" pitchFamily="18" charset="0"/>
                <a:cs typeface="Book Antiqua"/>
              </a:rPr>
              <a:t>work</a:t>
            </a:r>
            <a:r>
              <a:rPr sz="2400" dirty="0">
                <a:latin typeface="Bookman Old Style" pitchFamily="18" charset="0"/>
                <a:cs typeface="Book Antiqua"/>
              </a:rPr>
              <a:t> well </a:t>
            </a:r>
            <a:r>
              <a:rPr sz="2400" spc="-5" dirty="0">
                <a:latin typeface="Bookman Old Style" pitchFamily="18" charset="0"/>
                <a:cs typeface="Book Antiqua"/>
              </a:rPr>
              <a:t>for smaller</a:t>
            </a:r>
            <a:r>
              <a:rPr sz="2400" dirty="0">
                <a:latin typeface="Bookman Old Style" pitchFamily="18" charset="0"/>
                <a:cs typeface="Book Antiqua"/>
              </a:rPr>
              <a:t> </a:t>
            </a:r>
            <a:r>
              <a:rPr sz="2400" spc="-10" dirty="0">
                <a:latin typeface="Bookman Old Style" pitchFamily="18" charset="0"/>
                <a:cs typeface="Book Antiqua"/>
              </a:rPr>
              <a:t>projects</a:t>
            </a:r>
            <a:endParaRPr sz="2400">
              <a:latin typeface="Bookman Old Style" pitchFamily="18" charset="0"/>
              <a:cs typeface="Book Antiqua"/>
            </a:endParaRPr>
          </a:p>
          <a:p>
            <a:pPr marL="652780" marR="5080" lvl="1" indent="-247015" algn="just">
              <a:lnSpc>
                <a:spcPts val="2610"/>
              </a:lnSpc>
              <a:spcBef>
                <a:spcPts val="900"/>
              </a:spcBef>
              <a:buClr>
                <a:srgbClr val="0F6FC6"/>
              </a:buClr>
              <a:buSzPct val="84090"/>
              <a:buFont typeface="Arial"/>
              <a:buChar char="●"/>
              <a:tabLst>
                <a:tab pos="652780" algn="l"/>
              </a:tabLst>
            </a:pPr>
            <a:r>
              <a:rPr sz="2400" dirty="0">
                <a:latin typeface="Bookman Old Style" pitchFamily="18" charset="0"/>
                <a:cs typeface="Book Antiqua"/>
              </a:rPr>
              <a:t>It</a:t>
            </a:r>
            <a:r>
              <a:rPr sz="2400" spc="5" dirty="0">
                <a:latin typeface="Bookman Old Style" pitchFamily="18" charset="0"/>
                <a:cs typeface="Book Antiqua"/>
              </a:rPr>
              <a:t> </a:t>
            </a:r>
            <a:r>
              <a:rPr sz="2400" dirty="0">
                <a:latin typeface="Bookman Old Style" pitchFamily="18" charset="0"/>
                <a:cs typeface="Book Antiqua"/>
              </a:rPr>
              <a:t>may</a:t>
            </a:r>
            <a:r>
              <a:rPr sz="2400" spc="5" dirty="0">
                <a:latin typeface="Bookman Old Style" pitchFamily="18" charset="0"/>
                <a:cs typeface="Book Antiqua"/>
              </a:rPr>
              <a:t> </a:t>
            </a:r>
            <a:r>
              <a:rPr sz="2400" dirty="0">
                <a:latin typeface="Bookman Old Style" pitchFamily="18" charset="0"/>
                <a:cs typeface="Book Antiqua"/>
              </a:rPr>
              <a:t>be</a:t>
            </a:r>
            <a:r>
              <a:rPr sz="2400" spc="5" dirty="0">
                <a:latin typeface="Bookman Old Style" pitchFamily="18" charset="0"/>
                <a:cs typeface="Book Antiqua"/>
              </a:rPr>
              <a:t> </a:t>
            </a:r>
            <a:r>
              <a:rPr sz="2400" spc="-10" dirty="0">
                <a:latin typeface="Bookman Old Style" pitchFamily="18" charset="0"/>
                <a:cs typeface="Book Antiqua"/>
              </a:rPr>
              <a:t>difficult</a:t>
            </a:r>
            <a:r>
              <a:rPr sz="2400" spc="-5" dirty="0">
                <a:latin typeface="Bookman Old Style" pitchFamily="18" charset="0"/>
                <a:cs typeface="Book Antiqua"/>
              </a:rPr>
              <a:t> </a:t>
            </a:r>
            <a:r>
              <a:rPr sz="2400" dirty="0">
                <a:latin typeface="Bookman Old Style" pitchFamily="18" charset="0"/>
                <a:cs typeface="Book Antiqua"/>
              </a:rPr>
              <a:t>to</a:t>
            </a:r>
            <a:r>
              <a:rPr sz="2400" spc="5" dirty="0">
                <a:latin typeface="Bookman Old Style" pitchFamily="18" charset="0"/>
                <a:cs typeface="Book Antiqua"/>
              </a:rPr>
              <a:t> </a:t>
            </a:r>
            <a:r>
              <a:rPr sz="2400" spc="-5" dirty="0">
                <a:latin typeface="Bookman Old Style" pitchFamily="18" charset="0"/>
                <a:cs typeface="Book Antiqua"/>
              </a:rPr>
              <a:t>convince</a:t>
            </a:r>
            <a:r>
              <a:rPr sz="2400" dirty="0">
                <a:latin typeface="Bookman Old Style" pitchFamily="18" charset="0"/>
                <a:cs typeface="Book Antiqua"/>
              </a:rPr>
              <a:t> </a:t>
            </a:r>
            <a:r>
              <a:rPr sz="2400" spc="-5" dirty="0">
                <a:latin typeface="Bookman Old Style" pitchFamily="18" charset="0"/>
                <a:cs typeface="Book Antiqua"/>
              </a:rPr>
              <a:t>customers</a:t>
            </a:r>
            <a:r>
              <a:rPr sz="2400" dirty="0">
                <a:latin typeface="Bookman Old Style" pitchFamily="18" charset="0"/>
                <a:cs typeface="Book Antiqua"/>
              </a:rPr>
              <a:t> </a:t>
            </a:r>
            <a:r>
              <a:rPr sz="2400" spc="-5" dirty="0">
                <a:latin typeface="Bookman Old Style" pitchFamily="18" charset="0"/>
                <a:cs typeface="Book Antiqua"/>
              </a:rPr>
              <a:t>(particularly</a:t>
            </a:r>
            <a:r>
              <a:rPr sz="2400" dirty="0">
                <a:latin typeface="Bookman Old Style" pitchFamily="18" charset="0"/>
                <a:cs typeface="Book Antiqua"/>
              </a:rPr>
              <a:t> </a:t>
            </a:r>
            <a:r>
              <a:rPr sz="2400" spc="-5" dirty="0">
                <a:latin typeface="Bookman Old Style" pitchFamily="18" charset="0"/>
                <a:cs typeface="Book Antiqua"/>
              </a:rPr>
              <a:t>in </a:t>
            </a:r>
            <a:r>
              <a:rPr sz="2400" spc="-535" dirty="0">
                <a:latin typeface="Bookman Old Style" pitchFamily="18" charset="0"/>
                <a:cs typeface="Book Antiqua"/>
              </a:rPr>
              <a:t> </a:t>
            </a:r>
            <a:r>
              <a:rPr sz="2400" spc="15" dirty="0">
                <a:latin typeface="Bookman Old Style" pitchFamily="18" charset="0"/>
                <a:cs typeface="Book Antiqua"/>
              </a:rPr>
              <a:t>contract</a:t>
            </a:r>
            <a:r>
              <a:rPr sz="2400" spc="550" dirty="0">
                <a:latin typeface="Bookman Old Style" pitchFamily="18" charset="0"/>
                <a:cs typeface="Book Antiqua"/>
              </a:rPr>
              <a:t> </a:t>
            </a:r>
            <a:r>
              <a:rPr sz="2400" spc="15" dirty="0">
                <a:latin typeface="Bookman Old Style" pitchFamily="18" charset="0"/>
                <a:cs typeface="Book Antiqua"/>
              </a:rPr>
              <a:t>situations)</a:t>
            </a:r>
            <a:r>
              <a:rPr sz="2400" spc="550" dirty="0">
                <a:latin typeface="Bookman Old Style" pitchFamily="18" charset="0"/>
                <a:cs typeface="Book Antiqua"/>
              </a:rPr>
              <a:t> </a:t>
            </a:r>
            <a:r>
              <a:rPr sz="2400" spc="15" dirty="0">
                <a:latin typeface="Bookman Old Style" pitchFamily="18" charset="0"/>
                <a:cs typeface="Book Antiqua"/>
              </a:rPr>
              <a:t>that</a:t>
            </a:r>
            <a:r>
              <a:rPr sz="2400" spc="550" dirty="0">
                <a:latin typeface="Bookman Old Style" pitchFamily="18" charset="0"/>
                <a:cs typeface="Book Antiqua"/>
              </a:rPr>
              <a:t> </a:t>
            </a:r>
            <a:r>
              <a:rPr sz="2400" spc="10" dirty="0">
                <a:latin typeface="Bookman Old Style" pitchFamily="18" charset="0"/>
                <a:cs typeface="Book Antiqua"/>
              </a:rPr>
              <a:t>the</a:t>
            </a:r>
            <a:r>
              <a:rPr sz="2400" spc="555" dirty="0">
                <a:latin typeface="Bookman Old Style" pitchFamily="18" charset="0"/>
                <a:cs typeface="Book Antiqua"/>
              </a:rPr>
              <a:t> </a:t>
            </a:r>
            <a:r>
              <a:rPr sz="2400" spc="15" dirty="0">
                <a:latin typeface="Bookman Old Style" pitchFamily="18" charset="0"/>
                <a:cs typeface="Book Antiqua"/>
              </a:rPr>
              <a:t>evolutionary</a:t>
            </a:r>
            <a:r>
              <a:rPr sz="2400" spc="550" dirty="0">
                <a:latin typeface="Bookman Old Style" pitchFamily="18" charset="0"/>
                <a:cs typeface="Book Antiqua"/>
              </a:rPr>
              <a:t> </a:t>
            </a:r>
            <a:r>
              <a:rPr sz="2400" spc="10" dirty="0">
                <a:latin typeface="Bookman Old Style" pitchFamily="18" charset="0"/>
                <a:cs typeface="Book Antiqua"/>
              </a:rPr>
              <a:t>approach</a:t>
            </a:r>
            <a:r>
              <a:rPr sz="2400" spc="555" dirty="0">
                <a:latin typeface="Bookman Old Style" pitchFamily="18" charset="0"/>
                <a:cs typeface="Book Antiqua"/>
              </a:rPr>
              <a:t> </a:t>
            </a:r>
            <a:r>
              <a:rPr sz="2400" spc="10" dirty="0">
                <a:latin typeface="Bookman Old Style" pitchFamily="18" charset="0"/>
                <a:cs typeface="Book Antiqua"/>
              </a:rPr>
              <a:t>is </a:t>
            </a:r>
            <a:r>
              <a:rPr sz="2400" spc="-540" dirty="0">
                <a:latin typeface="Bookman Old Style" pitchFamily="18" charset="0"/>
                <a:cs typeface="Book Antiqua"/>
              </a:rPr>
              <a:t> </a:t>
            </a:r>
            <a:r>
              <a:rPr sz="2400" spc="-5" dirty="0">
                <a:latin typeface="Bookman Old Style" pitchFamily="18" charset="0"/>
                <a:cs typeface="Book Antiqua"/>
              </a:rPr>
              <a:t>controllable.</a:t>
            </a:r>
            <a:endParaRPr sz="2400">
              <a:latin typeface="Bookman Old Style" pitchFamily="18" charset="0"/>
              <a:cs typeface="Book Antiqua"/>
            </a:endParaRPr>
          </a:p>
          <a:p>
            <a:pPr marL="652780" marR="5080" lvl="1" indent="-247015" algn="just">
              <a:lnSpc>
                <a:spcPts val="2610"/>
              </a:lnSpc>
              <a:spcBef>
                <a:spcPts val="530"/>
              </a:spcBef>
              <a:buClr>
                <a:srgbClr val="0F6FC6"/>
              </a:buClr>
              <a:buSzPct val="84090"/>
              <a:buFont typeface="Arial"/>
              <a:buChar char="●"/>
              <a:tabLst>
                <a:tab pos="652780" algn="l"/>
              </a:tabLst>
            </a:pPr>
            <a:r>
              <a:rPr sz="2400" dirty="0">
                <a:latin typeface="Bookman Old Style" pitchFamily="18" charset="0"/>
                <a:cs typeface="Book Antiqua"/>
              </a:rPr>
              <a:t>If a </a:t>
            </a:r>
            <a:r>
              <a:rPr sz="2400" spc="-5" dirty="0">
                <a:latin typeface="Bookman Old Style" pitchFamily="18" charset="0"/>
                <a:cs typeface="Book Antiqua"/>
              </a:rPr>
              <a:t>major risk </a:t>
            </a:r>
            <a:r>
              <a:rPr sz="2400" dirty="0">
                <a:latin typeface="Bookman Old Style" pitchFamily="18" charset="0"/>
                <a:cs typeface="Book Antiqua"/>
              </a:rPr>
              <a:t>is </a:t>
            </a:r>
            <a:r>
              <a:rPr sz="2400" spc="-5" dirty="0">
                <a:latin typeface="Bookman Old Style" pitchFamily="18" charset="0"/>
                <a:cs typeface="Book Antiqua"/>
              </a:rPr>
              <a:t>not </a:t>
            </a:r>
            <a:r>
              <a:rPr sz="2400" spc="-10" dirty="0">
                <a:latin typeface="Bookman Old Style" pitchFamily="18" charset="0"/>
                <a:cs typeface="Book Antiqua"/>
              </a:rPr>
              <a:t>uncovered </a:t>
            </a:r>
            <a:r>
              <a:rPr sz="2400" dirty="0">
                <a:latin typeface="Bookman Old Style" pitchFamily="18" charset="0"/>
                <a:cs typeface="Book Antiqua"/>
              </a:rPr>
              <a:t>and </a:t>
            </a:r>
            <a:r>
              <a:rPr sz="2400" spc="-5" dirty="0">
                <a:latin typeface="Bookman Old Style" pitchFamily="18" charset="0"/>
                <a:cs typeface="Book Antiqua"/>
              </a:rPr>
              <a:t>managed, </a:t>
            </a:r>
            <a:r>
              <a:rPr sz="2400" spc="-10" dirty="0">
                <a:latin typeface="Bookman Old Style" pitchFamily="18" charset="0"/>
                <a:cs typeface="Book Antiqua"/>
              </a:rPr>
              <a:t>problems </a:t>
            </a:r>
            <a:r>
              <a:rPr sz="2400" dirty="0">
                <a:latin typeface="Bookman Old Style" pitchFamily="18" charset="0"/>
                <a:cs typeface="Book Antiqua"/>
              </a:rPr>
              <a:t>will </a:t>
            </a:r>
            <a:r>
              <a:rPr sz="2400" spc="-535" dirty="0">
                <a:latin typeface="Bookman Old Style" pitchFamily="18" charset="0"/>
                <a:cs typeface="Book Antiqua"/>
              </a:rPr>
              <a:t> </a:t>
            </a:r>
            <a:r>
              <a:rPr sz="2400" spc="-5" dirty="0">
                <a:latin typeface="Bookman Old Style" pitchFamily="18" charset="0"/>
                <a:cs typeface="Book Antiqua"/>
              </a:rPr>
              <a:t>undoubtedly </a:t>
            </a:r>
            <a:r>
              <a:rPr sz="2400" spc="-30" dirty="0">
                <a:latin typeface="Bookman Old Style" pitchFamily="18" charset="0"/>
                <a:cs typeface="Book Antiqua"/>
              </a:rPr>
              <a:t>occur.</a:t>
            </a:r>
            <a:endParaRPr sz="2400">
              <a:latin typeface="Bookman Old Style" pitchFamily="18" charset="0"/>
              <a:cs typeface="Book Antiqua"/>
            </a:endParaRPr>
          </a:p>
        </p:txBody>
      </p:sp>
      <p:sp>
        <p:nvSpPr>
          <p:cNvPr id="11" name="object 11"/>
          <p:cNvSpPr txBox="1"/>
          <p:nvPr/>
        </p:nvSpPr>
        <p:spPr>
          <a:xfrm>
            <a:off x="8504583" y="6524079"/>
            <a:ext cx="19494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45C75"/>
                </a:solidFill>
                <a:latin typeface="Arial"/>
                <a:cs typeface="Arial"/>
              </a:rPr>
              <a:t>43</a:t>
            </a:r>
            <a:endParaRPr sz="1200">
              <a:latin typeface="Arial"/>
              <a:cs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9" name="object 9"/>
          <p:cNvSpPr txBox="1">
            <a:spLocks noGrp="1"/>
          </p:cNvSpPr>
          <p:nvPr>
            <p:ph type="title"/>
          </p:nvPr>
        </p:nvSpPr>
        <p:spPr>
          <a:xfrm>
            <a:off x="457201" y="762000"/>
            <a:ext cx="7315200" cy="627736"/>
          </a:xfrm>
          <a:prstGeom prst="rect">
            <a:avLst/>
          </a:prstGeom>
        </p:spPr>
        <p:txBody>
          <a:bodyPr vert="horz" wrap="square" lIns="0" tIns="12065" rIns="0" bIns="0" rtlCol="0">
            <a:spAutoFit/>
          </a:bodyPr>
          <a:lstStyle/>
          <a:p>
            <a:pPr marL="12700">
              <a:lnSpc>
                <a:spcPct val="100000"/>
              </a:lnSpc>
              <a:spcBef>
                <a:spcPts val="95"/>
              </a:spcBef>
            </a:pPr>
            <a:r>
              <a:rPr sz="4000" b="1" spc="-15">
                <a:solidFill>
                  <a:schemeClr val="tx1"/>
                </a:solidFill>
                <a:latin typeface="Bookman Old Style" pitchFamily="18" charset="0"/>
              </a:rPr>
              <a:t>Concurrent</a:t>
            </a:r>
            <a:r>
              <a:rPr sz="4000" b="1">
                <a:solidFill>
                  <a:schemeClr val="tx1"/>
                </a:solidFill>
                <a:latin typeface="Bookman Old Style" pitchFamily="18" charset="0"/>
              </a:rPr>
              <a:t> </a:t>
            </a:r>
            <a:r>
              <a:rPr sz="4000" b="1" spc="-10" dirty="0">
                <a:solidFill>
                  <a:schemeClr val="tx1"/>
                </a:solidFill>
                <a:latin typeface="Bookman Old Style" pitchFamily="18" charset="0"/>
              </a:rPr>
              <a:t>Process</a:t>
            </a:r>
            <a:r>
              <a:rPr sz="4000" b="1" spc="5" dirty="0">
                <a:solidFill>
                  <a:schemeClr val="tx1"/>
                </a:solidFill>
                <a:latin typeface="Bookman Old Style" pitchFamily="18" charset="0"/>
              </a:rPr>
              <a:t> </a:t>
            </a:r>
            <a:r>
              <a:rPr sz="4000" b="1" spc="-5" dirty="0">
                <a:solidFill>
                  <a:schemeClr val="tx1"/>
                </a:solidFill>
                <a:latin typeface="Bookman Old Style" pitchFamily="18" charset="0"/>
              </a:rPr>
              <a:t>Models</a:t>
            </a:r>
            <a:endParaRPr sz="4000" b="1">
              <a:solidFill>
                <a:schemeClr val="tx1"/>
              </a:solidFill>
              <a:latin typeface="Bookman Old Style" pitchFamily="18" charset="0"/>
            </a:endParaRPr>
          </a:p>
        </p:txBody>
      </p:sp>
      <p:sp>
        <p:nvSpPr>
          <p:cNvPr id="10" name="object 10"/>
          <p:cNvSpPr txBox="1"/>
          <p:nvPr/>
        </p:nvSpPr>
        <p:spPr>
          <a:xfrm>
            <a:off x="685800" y="1905000"/>
            <a:ext cx="7867650" cy="3416769"/>
          </a:xfrm>
          <a:prstGeom prst="rect">
            <a:avLst/>
          </a:prstGeom>
        </p:spPr>
        <p:txBody>
          <a:bodyPr vert="horz" wrap="square" lIns="0" tIns="12700" rIns="0" bIns="0" rtlCol="0">
            <a:spAutoFit/>
          </a:bodyPr>
          <a:lstStyle/>
          <a:p>
            <a:pPr marL="287020" marR="5080" indent="-274320" algn="just">
              <a:lnSpc>
                <a:spcPct val="110100"/>
              </a:lnSpc>
              <a:spcBef>
                <a:spcPts val="100"/>
              </a:spcBef>
              <a:buClr>
                <a:srgbClr val="0BD0D9"/>
              </a:buClr>
              <a:buSzPct val="94642"/>
              <a:buFont typeface="Arial"/>
              <a:buChar char="●"/>
              <a:tabLst>
                <a:tab pos="287020" algn="l"/>
              </a:tabLst>
            </a:pPr>
            <a:r>
              <a:rPr sz="2400" spc="-5" dirty="0">
                <a:latin typeface="Bookman Old Style" pitchFamily="18" charset="0"/>
                <a:cs typeface="Book Antiqua"/>
              </a:rPr>
              <a:t>The </a:t>
            </a:r>
            <a:r>
              <a:rPr sz="2400" spc="-10" dirty="0">
                <a:latin typeface="Bookman Old Style" pitchFamily="18" charset="0"/>
                <a:cs typeface="Book Antiqua"/>
              </a:rPr>
              <a:t>concurrent </a:t>
            </a:r>
            <a:r>
              <a:rPr sz="2400" spc="-5" dirty="0">
                <a:latin typeface="Bookman Old Style" pitchFamily="18" charset="0"/>
                <a:cs typeface="Book Antiqua"/>
              </a:rPr>
              <a:t>model </a:t>
            </a:r>
            <a:r>
              <a:rPr sz="2400" dirty="0">
                <a:latin typeface="Bookman Old Style" pitchFamily="18" charset="0"/>
                <a:cs typeface="Book Antiqua"/>
              </a:rPr>
              <a:t>is often </a:t>
            </a:r>
            <a:r>
              <a:rPr sz="2400" spc="-15" dirty="0">
                <a:latin typeface="Bookman Old Style" pitchFamily="18" charset="0"/>
                <a:cs typeface="Book Antiqua"/>
              </a:rPr>
              <a:t>more </a:t>
            </a:r>
            <a:r>
              <a:rPr sz="2400" spc="-10" dirty="0">
                <a:latin typeface="Bookman Old Style" pitchFamily="18" charset="0"/>
                <a:cs typeface="Book Antiqua"/>
              </a:rPr>
              <a:t>appropriate </a:t>
            </a:r>
            <a:r>
              <a:rPr sz="2400" spc="-685" dirty="0">
                <a:latin typeface="Bookman Old Style" pitchFamily="18" charset="0"/>
                <a:cs typeface="Book Antiqua"/>
              </a:rPr>
              <a:t> </a:t>
            </a:r>
            <a:r>
              <a:rPr sz="2400" spc="-5" dirty="0">
                <a:latin typeface="Bookman Old Style" pitchFamily="18" charset="0"/>
                <a:cs typeface="Book Antiqua"/>
              </a:rPr>
              <a:t>for </a:t>
            </a:r>
            <a:r>
              <a:rPr sz="2400" spc="-10" dirty="0">
                <a:latin typeface="Bookman Old Style" pitchFamily="18" charset="0"/>
                <a:cs typeface="Book Antiqua"/>
              </a:rPr>
              <a:t>product </a:t>
            </a:r>
            <a:r>
              <a:rPr sz="2400" dirty="0">
                <a:latin typeface="Bookman Old Style" pitchFamily="18" charset="0"/>
                <a:cs typeface="Book Antiqua"/>
              </a:rPr>
              <a:t>engineering </a:t>
            </a:r>
            <a:r>
              <a:rPr sz="2400" spc="-10" dirty="0">
                <a:latin typeface="Bookman Old Style" pitchFamily="18" charset="0"/>
                <a:cs typeface="Book Antiqua"/>
              </a:rPr>
              <a:t>projects where </a:t>
            </a:r>
            <a:r>
              <a:rPr sz="2400" spc="-15" dirty="0">
                <a:latin typeface="Bookman Old Style" pitchFamily="18" charset="0"/>
                <a:cs typeface="Book Antiqua"/>
              </a:rPr>
              <a:t>different </a:t>
            </a:r>
            <a:r>
              <a:rPr sz="2400" spc="-685" dirty="0">
                <a:latin typeface="Bookman Old Style" pitchFamily="18" charset="0"/>
                <a:cs typeface="Book Antiqua"/>
              </a:rPr>
              <a:t> </a:t>
            </a:r>
            <a:r>
              <a:rPr sz="2400" dirty="0">
                <a:latin typeface="Bookman Old Style" pitchFamily="18" charset="0"/>
                <a:cs typeface="Book Antiqua"/>
              </a:rPr>
              <a:t>engineering</a:t>
            </a:r>
            <a:r>
              <a:rPr sz="2400" spc="-5" dirty="0">
                <a:latin typeface="Bookman Old Style" pitchFamily="18" charset="0"/>
                <a:cs typeface="Book Antiqua"/>
              </a:rPr>
              <a:t> teams </a:t>
            </a:r>
            <a:r>
              <a:rPr sz="2400" spc="-20" dirty="0">
                <a:latin typeface="Bookman Old Style" pitchFamily="18" charset="0"/>
                <a:cs typeface="Book Antiqua"/>
              </a:rPr>
              <a:t>are</a:t>
            </a:r>
            <a:r>
              <a:rPr sz="2400" dirty="0">
                <a:latin typeface="Bookman Old Style" pitchFamily="18" charset="0"/>
                <a:cs typeface="Book Antiqua"/>
              </a:rPr>
              <a:t> </a:t>
            </a:r>
            <a:r>
              <a:rPr sz="2400" spc="-5" dirty="0">
                <a:latin typeface="Bookman Old Style" pitchFamily="18" charset="0"/>
                <a:cs typeface="Book Antiqua"/>
              </a:rPr>
              <a:t>involved.</a:t>
            </a:r>
            <a:endParaRPr sz="2400">
              <a:latin typeface="Bookman Old Style" pitchFamily="18" charset="0"/>
              <a:cs typeface="Book Antiqua"/>
            </a:endParaRPr>
          </a:p>
          <a:p>
            <a:pPr marL="287020" marR="222885" indent="-274320">
              <a:lnSpc>
                <a:spcPct val="110100"/>
              </a:lnSpc>
              <a:spcBef>
                <a:spcPts val="670"/>
              </a:spcBef>
              <a:buClr>
                <a:srgbClr val="0BD0D9"/>
              </a:buClr>
              <a:buSzPct val="94642"/>
              <a:buFont typeface="Arial"/>
              <a:buChar char="●"/>
              <a:tabLst>
                <a:tab pos="287020" algn="l"/>
              </a:tabLst>
            </a:pPr>
            <a:r>
              <a:rPr sz="2400" dirty="0">
                <a:latin typeface="Bookman Old Style" pitchFamily="18" charset="0"/>
                <a:cs typeface="Book Antiqua"/>
              </a:rPr>
              <a:t>In</a:t>
            </a:r>
            <a:r>
              <a:rPr sz="2400" spc="-5" dirty="0">
                <a:latin typeface="Bookman Old Style" pitchFamily="18" charset="0"/>
                <a:cs typeface="Book Antiqua"/>
              </a:rPr>
              <a:t> simple </a:t>
            </a:r>
            <a:r>
              <a:rPr sz="2400" spc="-15" dirty="0">
                <a:latin typeface="Bookman Old Style" pitchFamily="18" charset="0"/>
                <a:cs typeface="Book Antiqua"/>
              </a:rPr>
              <a:t>words,</a:t>
            </a:r>
            <a:r>
              <a:rPr sz="2400" dirty="0">
                <a:latin typeface="Bookman Old Style" pitchFamily="18" charset="0"/>
                <a:cs typeface="Book Antiqua"/>
              </a:rPr>
              <a:t> </a:t>
            </a:r>
            <a:r>
              <a:rPr sz="2400" spc="-15" dirty="0">
                <a:latin typeface="Bookman Old Style" pitchFamily="18" charset="0"/>
                <a:cs typeface="Book Antiqua"/>
              </a:rPr>
              <a:t>here,</a:t>
            </a:r>
            <a:r>
              <a:rPr sz="2400" dirty="0">
                <a:latin typeface="Bookman Old Style" pitchFamily="18" charset="0"/>
                <a:cs typeface="Book Antiqua"/>
              </a:rPr>
              <a:t> </a:t>
            </a:r>
            <a:r>
              <a:rPr sz="2400" spc="-5" dirty="0">
                <a:latin typeface="Bookman Old Style" pitchFamily="18" charset="0"/>
                <a:cs typeface="Book Antiqua"/>
              </a:rPr>
              <a:t>the stages </a:t>
            </a:r>
            <a:r>
              <a:rPr sz="2400" spc="-15" dirty="0">
                <a:latin typeface="Bookman Old Style" pitchFamily="18" charset="0"/>
                <a:cs typeface="Book Antiqua"/>
              </a:rPr>
              <a:t>run </a:t>
            </a:r>
            <a:r>
              <a:rPr sz="2400" spc="-10" dirty="0">
                <a:latin typeface="Bookman Old Style" pitchFamily="18" charset="0"/>
                <a:cs typeface="Book Antiqua"/>
              </a:rPr>
              <a:t> </a:t>
            </a:r>
            <a:r>
              <a:rPr sz="2400" spc="-5" dirty="0">
                <a:latin typeface="Bookman Old Style" pitchFamily="18" charset="0"/>
                <a:cs typeface="Book Antiqua"/>
              </a:rPr>
              <a:t>simultaneously rather than </a:t>
            </a:r>
            <a:r>
              <a:rPr sz="2400" spc="-25" dirty="0">
                <a:latin typeface="Bookman Old Style" pitchFamily="18" charset="0"/>
                <a:cs typeface="Book Antiqua"/>
              </a:rPr>
              <a:t>consecutively, </a:t>
            </a:r>
            <a:r>
              <a:rPr sz="2400" dirty="0">
                <a:latin typeface="Bookman Old Style" pitchFamily="18" charset="0"/>
                <a:cs typeface="Book Antiqua"/>
              </a:rPr>
              <a:t>with </a:t>
            </a:r>
            <a:r>
              <a:rPr sz="2400" spc="-685" dirty="0">
                <a:latin typeface="Bookman Old Style" pitchFamily="18" charset="0"/>
                <a:cs typeface="Book Antiqua"/>
              </a:rPr>
              <a:t> </a:t>
            </a:r>
            <a:r>
              <a:rPr sz="2400" spc="-5" dirty="0">
                <a:latin typeface="Bookman Old Style" pitchFamily="18" charset="0"/>
                <a:cs typeface="Book Antiqua"/>
              </a:rPr>
              <a:t>multiple</a:t>
            </a:r>
            <a:r>
              <a:rPr sz="2400" spc="-10" dirty="0">
                <a:latin typeface="Bookman Old Style" pitchFamily="18" charset="0"/>
                <a:cs typeface="Book Antiqua"/>
              </a:rPr>
              <a:t> </a:t>
            </a:r>
            <a:r>
              <a:rPr sz="2400" spc="-5" dirty="0">
                <a:latin typeface="Bookman Old Style" pitchFamily="18" charset="0"/>
                <a:cs typeface="Book Antiqua"/>
              </a:rPr>
              <a:t>teams working</a:t>
            </a:r>
            <a:r>
              <a:rPr sz="2400" dirty="0">
                <a:latin typeface="Bookman Old Style" pitchFamily="18" charset="0"/>
                <a:cs typeface="Book Antiqua"/>
              </a:rPr>
              <a:t> on</a:t>
            </a:r>
            <a:r>
              <a:rPr sz="2400" spc="-5" dirty="0">
                <a:latin typeface="Bookman Old Style" pitchFamily="18" charset="0"/>
                <a:cs typeface="Book Antiqua"/>
              </a:rPr>
              <a:t> them.</a:t>
            </a:r>
            <a:endParaRPr sz="2400">
              <a:latin typeface="Bookman Old Style" pitchFamily="18" charset="0"/>
              <a:cs typeface="Book Antiqua"/>
            </a:endParaRPr>
          </a:p>
          <a:p>
            <a:pPr marL="287020" marR="553720" indent="-274320">
              <a:lnSpc>
                <a:spcPct val="110100"/>
              </a:lnSpc>
              <a:spcBef>
                <a:spcPts val="675"/>
              </a:spcBef>
              <a:buClr>
                <a:srgbClr val="0BD0D9"/>
              </a:buClr>
              <a:buSzPct val="94642"/>
              <a:buFont typeface="Arial"/>
              <a:buChar char="●"/>
              <a:tabLst>
                <a:tab pos="287020" algn="l"/>
              </a:tabLst>
            </a:pPr>
            <a:r>
              <a:rPr sz="2400" spc="-5" dirty="0">
                <a:latin typeface="Bookman Old Style" pitchFamily="18" charset="0"/>
                <a:cs typeface="Book Antiqua"/>
              </a:rPr>
              <a:t>They </a:t>
            </a:r>
            <a:r>
              <a:rPr sz="2400" spc="-10" dirty="0">
                <a:latin typeface="Bookman Old Style" pitchFamily="18" charset="0"/>
                <a:cs typeface="Book Antiqua"/>
              </a:rPr>
              <a:t>run</a:t>
            </a:r>
            <a:r>
              <a:rPr sz="2400" spc="-5" dirty="0">
                <a:latin typeface="Bookman Old Style" pitchFamily="18" charset="0"/>
                <a:cs typeface="Book Antiqua"/>
              </a:rPr>
              <a:t> </a:t>
            </a:r>
            <a:r>
              <a:rPr sz="2400" spc="-10" dirty="0">
                <a:latin typeface="Bookman Old Style" pitchFamily="18" charset="0"/>
                <a:cs typeface="Book Antiqua"/>
              </a:rPr>
              <a:t>concurrently</a:t>
            </a:r>
            <a:r>
              <a:rPr sz="2400" dirty="0">
                <a:latin typeface="Bookman Old Style" pitchFamily="18" charset="0"/>
                <a:cs typeface="Book Antiqua"/>
              </a:rPr>
              <a:t> </a:t>
            </a:r>
            <a:r>
              <a:rPr sz="2400" spc="-5" dirty="0">
                <a:latin typeface="Bookman Old Style" pitchFamily="18" charset="0"/>
                <a:cs typeface="Book Antiqua"/>
              </a:rPr>
              <a:t>but</a:t>
            </a:r>
            <a:r>
              <a:rPr sz="2400" dirty="0">
                <a:latin typeface="Bookman Old Style" pitchFamily="18" charset="0"/>
                <a:cs typeface="Book Antiqua"/>
              </a:rPr>
              <a:t> </a:t>
            </a:r>
            <a:r>
              <a:rPr sz="2400" spc="-10" dirty="0">
                <a:latin typeface="Bookman Old Style" pitchFamily="18" charset="0"/>
                <a:cs typeface="Book Antiqua"/>
              </a:rPr>
              <a:t>reside</a:t>
            </a:r>
            <a:r>
              <a:rPr sz="2400" dirty="0">
                <a:latin typeface="Bookman Old Style" pitchFamily="18" charset="0"/>
                <a:cs typeface="Book Antiqua"/>
              </a:rPr>
              <a:t> </a:t>
            </a:r>
            <a:r>
              <a:rPr sz="2400" spc="-5" dirty="0">
                <a:latin typeface="Bookman Old Style" pitchFamily="18" charset="0"/>
                <a:cs typeface="Book Antiqua"/>
              </a:rPr>
              <a:t>in </a:t>
            </a:r>
            <a:r>
              <a:rPr sz="2400" spc="-15" dirty="0">
                <a:latin typeface="Bookman Old Style" pitchFamily="18" charset="0"/>
                <a:cs typeface="Book Antiqua"/>
              </a:rPr>
              <a:t>different </a:t>
            </a:r>
            <a:r>
              <a:rPr sz="2400" spc="-685" dirty="0">
                <a:latin typeface="Bookman Old Style" pitchFamily="18" charset="0"/>
                <a:cs typeface="Book Antiqua"/>
              </a:rPr>
              <a:t> </a:t>
            </a:r>
            <a:r>
              <a:rPr sz="2400" spc="-5" dirty="0">
                <a:latin typeface="Bookman Old Style" pitchFamily="18" charset="0"/>
                <a:cs typeface="Book Antiqua"/>
              </a:rPr>
              <a:t>states</a:t>
            </a:r>
            <a:endParaRPr sz="2400">
              <a:latin typeface="Bookman Old Style" pitchFamily="18" charset="0"/>
              <a:cs typeface="Book Antiqua"/>
            </a:endParaRPr>
          </a:p>
        </p:txBody>
      </p:sp>
      <p:sp>
        <p:nvSpPr>
          <p:cNvPr id="11" name="object 11"/>
          <p:cNvSpPr txBox="1"/>
          <p:nvPr/>
        </p:nvSpPr>
        <p:spPr>
          <a:xfrm>
            <a:off x="8504583" y="6524079"/>
            <a:ext cx="19494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45C75"/>
                </a:solidFill>
                <a:latin typeface="Arial"/>
                <a:cs typeface="Arial"/>
              </a:rPr>
              <a:t>44</a:t>
            </a:r>
            <a:endParaRPr sz="1200">
              <a:latin typeface="Arial"/>
              <a:cs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9" name="object 9"/>
          <p:cNvSpPr txBox="1">
            <a:spLocks noGrp="1"/>
          </p:cNvSpPr>
          <p:nvPr>
            <p:ph type="title"/>
          </p:nvPr>
        </p:nvSpPr>
        <p:spPr>
          <a:xfrm>
            <a:off x="457200" y="6248400"/>
            <a:ext cx="8458200" cy="382156"/>
          </a:xfrm>
          <a:prstGeom prst="rect">
            <a:avLst/>
          </a:prstGeom>
        </p:spPr>
        <p:txBody>
          <a:bodyPr vert="horz" wrap="square" lIns="0" tIns="12700" rIns="0" bIns="0" rtlCol="0">
            <a:spAutoFit/>
          </a:bodyPr>
          <a:lstStyle/>
          <a:p>
            <a:pPr marL="12700" algn="ctr">
              <a:lnSpc>
                <a:spcPct val="100000"/>
              </a:lnSpc>
              <a:spcBef>
                <a:spcPts val="100"/>
              </a:spcBef>
            </a:pPr>
            <a:r>
              <a:rPr sz="2400" spc="-15" dirty="0">
                <a:solidFill>
                  <a:schemeClr val="tx1"/>
                </a:solidFill>
                <a:latin typeface="Bookman Old Style" pitchFamily="18" charset="0"/>
              </a:rPr>
              <a:t>Concurrent</a:t>
            </a:r>
            <a:r>
              <a:rPr sz="2400" spc="-20" dirty="0">
                <a:solidFill>
                  <a:schemeClr val="tx1"/>
                </a:solidFill>
                <a:latin typeface="Bookman Old Style" pitchFamily="18" charset="0"/>
              </a:rPr>
              <a:t> </a:t>
            </a:r>
            <a:r>
              <a:rPr sz="2400" spc="-15">
                <a:solidFill>
                  <a:schemeClr val="tx1"/>
                </a:solidFill>
                <a:latin typeface="Bookman Old Style" pitchFamily="18" charset="0"/>
              </a:rPr>
              <a:t>Development</a:t>
            </a:r>
            <a:r>
              <a:rPr sz="2400" spc="-20">
                <a:solidFill>
                  <a:schemeClr val="tx1"/>
                </a:solidFill>
                <a:latin typeface="Bookman Old Style" pitchFamily="18" charset="0"/>
              </a:rPr>
              <a:t> </a:t>
            </a:r>
            <a:r>
              <a:rPr lang="en-US" sz="2400" spc="-20" dirty="0">
                <a:solidFill>
                  <a:schemeClr val="tx1"/>
                </a:solidFill>
                <a:latin typeface="Bookman Old Style" pitchFamily="18" charset="0"/>
              </a:rPr>
              <a:t>M</a:t>
            </a:r>
            <a:r>
              <a:rPr sz="2400">
                <a:solidFill>
                  <a:schemeClr val="tx1"/>
                </a:solidFill>
                <a:latin typeface="Bookman Old Style" pitchFamily="18" charset="0"/>
              </a:rPr>
              <a:t>odel</a:t>
            </a:r>
          </a:p>
        </p:txBody>
      </p:sp>
      <p:sp>
        <p:nvSpPr>
          <p:cNvPr id="10" name="object 10"/>
          <p:cNvSpPr txBox="1"/>
          <p:nvPr/>
        </p:nvSpPr>
        <p:spPr>
          <a:xfrm>
            <a:off x="8504583" y="6524079"/>
            <a:ext cx="19494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45C75"/>
                </a:solidFill>
                <a:latin typeface="Arial"/>
                <a:cs typeface="Arial"/>
              </a:rPr>
              <a:t>45</a:t>
            </a:r>
            <a:endParaRPr sz="1200">
              <a:latin typeface="Arial"/>
              <a:cs typeface="Arial"/>
            </a:endParaRPr>
          </a:p>
        </p:txBody>
      </p:sp>
      <p:pic>
        <p:nvPicPr>
          <p:cNvPr id="11" name="object 11"/>
          <p:cNvPicPr/>
          <p:nvPr/>
        </p:nvPicPr>
        <p:blipFill>
          <a:blip r:embed="rId5" cstate="print"/>
          <a:stretch>
            <a:fillRect/>
          </a:stretch>
        </p:blipFill>
        <p:spPr>
          <a:xfrm>
            <a:off x="762000" y="381000"/>
            <a:ext cx="8001000" cy="5715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9" name="object 9"/>
          <p:cNvSpPr txBox="1">
            <a:spLocks noGrp="1"/>
          </p:cNvSpPr>
          <p:nvPr>
            <p:ph type="title"/>
          </p:nvPr>
        </p:nvSpPr>
        <p:spPr>
          <a:xfrm>
            <a:off x="444500" y="1077546"/>
            <a:ext cx="6870700" cy="628377"/>
          </a:xfrm>
          <a:prstGeom prst="rect">
            <a:avLst/>
          </a:prstGeom>
        </p:spPr>
        <p:txBody>
          <a:bodyPr vert="horz" wrap="square" lIns="0" tIns="12700" rIns="0" bIns="0" rtlCol="0">
            <a:spAutoFit/>
          </a:bodyPr>
          <a:lstStyle/>
          <a:p>
            <a:pPr marL="12700">
              <a:lnSpc>
                <a:spcPct val="100000"/>
              </a:lnSpc>
              <a:spcBef>
                <a:spcPts val="100"/>
              </a:spcBef>
            </a:pPr>
            <a:r>
              <a:rPr sz="4000" b="1" spc="-15" dirty="0">
                <a:solidFill>
                  <a:schemeClr val="tx1"/>
                </a:solidFill>
                <a:latin typeface="Bookman Old Style" pitchFamily="18" charset="0"/>
              </a:rPr>
              <a:t>Concurrent</a:t>
            </a:r>
            <a:r>
              <a:rPr sz="4000" b="1" spc="-40" dirty="0">
                <a:solidFill>
                  <a:schemeClr val="tx1"/>
                </a:solidFill>
                <a:latin typeface="Bookman Old Style" pitchFamily="18" charset="0"/>
              </a:rPr>
              <a:t> </a:t>
            </a:r>
            <a:r>
              <a:rPr sz="4000" b="1" spc="-15" dirty="0">
                <a:solidFill>
                  <a:schemeClr val="tx1"/>
                </a:solidFill>
                <a:latin typeface="Bookman Old Style" pitchFamily="18" charset="0"/>
              </a:rPr>
              <a:t>Development</a:t>
            </a:r>
            <a:endParaRPr sz="4000" b="1">
              <a:solidFill>
                <a:schemeClr val="tx1"/>
              </a:solidFill>
              <a:latin typeface="Bookman Old Style" pitchFamily="18" charset="0"/>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dirty="0"/>
              <a:pPr marL="38100">
                <a:lnSpc>
                  <a:spcPts val="1425"/>
                </a:lnSpc>
              </a:pPr>
              <a:t>48</a:t>
            </a:fld>
            <a:endParaRPr dirty="0"/>
          </a:p>
        </p:txBody>
      </p:sp>
      <p:sp>
        <p:nvSpPr>
          <p:cNvPr id="10" name="object 10"/>
          <p:cNvSpPr txBox="1"/>
          <p:nvPr/>
        </p:nvSpPr>
        <p:spPr>
          <a:xfrm>
            <a:off x="490219" y="1906893"/>
            <a:ext cx="8042275" cy="3063240"/>
          </a:xfrm>
          <a:prstGeom prst="rect">
            <a:avLst/>
          </a:prstGeom>
        </p:spPr>
        <p:txBody>
          <a:bodyPr vert="horz" wrap="square" lIns="0" tIns="83820" rIns="0" bIns="0" rtlCol="0">
            <a:spAutoFit/>
          </a:bodyPr>
          <a:lstStyle/>
          <a:p>
            <a:pPr marL="287020" indent="-274320">
              <a:lnSpc>
                <a:spcPct val="100000"/>
              </a:lnSpc>
              <a:spcBef>
                <a:spcPts val="660"/>
              </a:spcBef>
              <a:buClr>
                <a:srgbClr val="0BD0D9"/>
              </a:buClr>
              <a:buSzPct val="94230"/>
              <a:buFont typeface="Arial"/>
              <a:buChar char="●"/>
              <a:tabLst>
                <a:tab pos="287020" algn="l"/>
              </a:tabLst>
            </a:pPr>
            <a:r>
              <a:rPr sz="2600" spc="-15" dirty="0">
                <a:latin typeface="Book Antiqua"/>
                <a:cs typeface="Book Antiqua"/>
              </a:rPr>
              <a:t>Visibility</a:t>
            </a:r>
            <a:r>
              <a:rPr sz="2600" spc="-10" dirty="0">
                <a:latin typeface="Book Antiqua"/>
                <a:cs typeface="Book Antiqua"/>
              </a:rPr>
              <a:t> </a:t>
            </a:r>
            <a:r>
              <a:rPr sz="2600" dirty="0">
                <a:latin typeface="Book Antiqua"/>
                <a:cs typeface="Book Antiqua"/>
              </a:rPr>
              <a:t>of</a:t>
            </a:r>
            <a:r>
              <a:rPr sz="2600" spc="-10" dirty="0">
                <a:latin typeface="Book Antiqua"/>
                <a:cs typeface="Book Antiqua"/>
              </a:rPr>
              <a:t> current </a:t>
            </a:r>
            <a:r>
              <a:rPr sz="2600" spc="-5" dirty="0">
                <a:latin typeface="Book Antiqua"/>
                <a:cs typeface="Book Antiqua"/>
              </a:rPr>
              <a:t>state</a:t>
            </a:r>
            <a:r>
              <a:rPr sz="2600" spc="-10" dirty="0">
                <a:latin typeface="Book Antiqua"/>
                <a:cs typeface="Book Antiqua"/>
              </a:rPr>
              <a:t> </a:t>
            </a:r>
            <a:r>
              <a:rPr sz="2600" dirty="0">
                <a:latin typeface="Book Antiqua"/>
                <a:cs typeface="Book Antiqua"/>
              </a:rPr>
              <a:t>of</a:t>
            </a:r>
            <a:r>
              <a:rPr sz="2600" spc="-10" dirty="0">
                <a:latin typeface="Book Antiqua"/>
                <a:cs typeface="Book Antiqua"/>
              </a:rPr>
              <a:t> project</a:t>
            </a:r>
            <a:endParaRPr sz="2600">
              <a:latin typeface="Book Antiqua"/>
              <a:cs typeface="Book Antiqua"/>
            </a:endParaRPr>
          </a:p>
          <a:p>
            <a:pPr marL="287020" indent="-274320">
              <a:lnSpc>
                <a:spcPct val="100000"/>
              </a:lnSpc>
              <a:spcBef>
                <a:spcPts val="565"/>
              </a:spcBef>
              <a:buClr>
                <a:srgbClr val="0BD0D9"/>
              </a:buClr>
              <a:buSzPct val="94230"/>
              <a:buFont typeface="Arial"/>
              <a:buChar char="●"/>
              <a:tabLst>
                <a:tab pos="287020" algn="l"/>
              </a:tabLst>
            </a:pPr>
            <a:r>
              <a:rPr sz="2600" dirty="0">
                <a:latin typeface="Book Antiqua"/>
                <a:cs typeface="Book Antiqua"/>
              </a:rPr>
              <a:t>It</a:t>
            </a:r>
            <a:r>
              <a:rPr sz="2600" spc="-5" dirty="0">
                <a:latin typeface="Book Antiqua"/>
                <a:cs typeface="Book Antiqua"/>
              </a:rPr>
              <a:t> define network </a:t>
            </a:r>
            <a:r>
              <a:rPr sz="2600" dirty="0">
                <a:latin typeface="Book Antiqua"/>
                <a:cs typeface="Book Antiqua"/>
              </a:rPr>
              <a:t>of </a:t>
            </a:r>
            <a:r>
              <a:rPr sz="2600" spc="-5" dirty="0">
                <a:latin typeface="Book Antiqua"/>
                <a:cs typeface="Book Antiqua"/>
              </a:rPr>
              <a:t>activities</a:t>
            </a:r>
            <a:endParaRPr sz="2600">
              <a:latin typeface="Book Antiqua"/>
              <a:cs typeface="Book Antiqua"/>
            </a:endParaRPr>
          </a:p>
          <a:p>
            <a:pPr marL="287020" marR="426720" indent="-274320">
              <a:lnSpc>
                <a:spcPts val="3060"/>
              </a:lnSpc>
              <a:spcBef>
                <a:spcPts val="715"/>
              </a:spcBef>
              <a:buClr>
                <a:srgbClr val="0BD0D9"/>
              </a:buClr>
              <a:buSzPct val="94230"/>
              <a:buFont typeface="Arial"/>
              <a:buChar char="●"/>
              <a:tabLst>
                <a:tab pos="287020" algn="l"/>
              </a:tabLst>
            </a:pPr>
            <a:r>
              <a:rPr sz="2600" spc="-5" dirty="0">
                <a:latin typeface="Book Antiqua"/>
                <a:cs typeface="Book Antiqua"/>
              </a:rPr>
              <a:t>Each activities,</a:t>
            </a:r>
            <a:r>
              <a:rPr sz="2600" dirty="0">
                <a:latin typeface="Book Antiqua"/>
                <a:cs typeface="Book Antiqua"/>
              </a:rPr>
              <a:t> </a:t>
            </a:r>
            <a:r>
              <a:rPr sz="2600" spc="-5" dirty="0">
                <a:latin typeface="Book Antiqua"/>
                <a:cs typeface="Book Antiqua"/>
              </a:rPr>
              <a:t>actions </a:t>
            </a:r>
            <a:r>
              <a:rPr sz="2600" dirty="0">
                <a:latin typeface="Book Antiqua"/>
                <a:cs typeface="Book Antiqua"/>
              </a:rPr>
              <a:t>and</a:t>
            </a:r>
            <a:r>
              <a:rPr sz="2600" spc="-5" dirty="0">
                <a:latin typeface="Book Antiqua"/>
                <a:cs typeface="Book Antiqua"/>
              </a:rPr>
              <a:t> tasks </a:t>
            </a:r>
            <a:r>
              <a:rPr sz="2600" dirty="0">
                <a:latin typeface="Book Antiqua"/>
                <a:cs typeface="Book Antiqua"/>
              </a:rPr>
              <a:t>on </a:t>
            </a:r>
            <a:r>
              <a:rPr sz="2600" spc="-5" dirty="0">
                <a:latin typeface="Book Antiqua"/>
                <a:cs typeface="Book Antiqua"/>
              </a:rPr>
              <a:t>the network </a:t>
            </a:r>
            <a:r>
              <a:rPr sz="2600" dirty="0">
                <a:latin typeface="Book Antiqua"/>
                <a:cs typeface="Book Antiqua"/>
              </a:rPr>
              <a:t> </a:t>
            </a:r>
            <a:r>
              <a:rPr sz="2600" spc="-5" dirty="0">
                <a:latin typeface="Book Antiqua"/>
                <a:cs typeface="Book Antiqua"/>
              </a:rPr>
              <a:t>exists</a:t>
            </a:r>
            <a:r>
              <a:rPr sz="2600" dirty="0">
                <a:latin typeface="Book Antiqua"/>
                <a:cs typeface="Book Antiqua"/>
              </a:rPr>
              <a:t> </a:t>
            </a:r>
            <a:r>
              <a:rPr sz="2600" spc="-5" dirty="0">
                <a:latin typeface="Book Antiqua"/>
                <a:cs typeface="Book Antiqua"/>
              </a:rPr>
              <a:t>simultaneously</a:t>
            </a:r>
            <a:r>
              <a:rPr sz="2600" spc="5" dirty="0">
                <a:latin typeface="Book Antiqua"/>
                <a:cs typeface="Book Antiqua"/>
              </a:rPr>
              <a:t> </a:t>
            </a:r>
            <a:r>
              <a:rPr sz="2600" dirty="0">
                <a:latin typeface="Book Antiqua"/>
                <a:cs typeface="Book Antiqua"/>
              </a:rPr>
              <a:t>with</a:t>
            </a:r>
            <a:r>
              <a:rPr sz="2600" spc="5" dirty="0">
                <a:latin typeface="Book Antiqua"/>
                <a:cs typeface="Book Antiqua"/>
              </a:rPr>
              <a:t> </a:t>
            </a:r>
            <a:r>
              <a:rPr sz="2600" spc="-5" dirty="0">
                <a:latin typeface="Book Antiqua"/>
                <a:cs typeface="Book Antiqua"/>
              </a:rPr>
              <a:t>other</a:t>
            </a:r>
            <a:r>
              <a:rPr sz="2600" dirty="0">
                <a:latin typeface="Book Antiqua"/>
                <a:cs typeface="Book Antiqua"/>
              </a:rPr>
              <a:t> </a:t>
            </a:r>
            <a:r>
              <a:rPr sz="2600" spc="-5" dirty="0">
                <a:latin typeface="Book Antiqua"/>
                <a:cs typeface="Book Antiqua"/>
              </a:rPr>
              <a:t>activities</a:t>
            </a:r>
            <a:r>
              <a:rPr sz="2600" dirty="0">
                <a:latin typeface="Book Antiqua"/>
                <a:cs typeface="Book Antiqua"/>
              </a:rPr>
              <a:t> </a:t>
            </a:r>
            <a:r>
              <a:rPr sz="2600" spc="-5" dirty="0">
                <a:latin typeface="Book Antiqua"/>
                <a:cs typeface="Book Antiqua"/>
              </a:rPr>
              <a:t>,actions </a:t>
            </a:r>
            <a:r>
              <a:rPr sz="2600" spc="-635" dirty="0">
                <a:latin typeface="Book Antiqua"/>
                <a:cs typeface="Book Antiqua"/>
              </a:rPr>
              <a:t> </a:t>
            </a:r>
            <a:r>
              <a:rPr sz="2600" dirty="0">
                <a:latin typeface="Book Antiqua"/>
                <a:cs typeface="Book Antiqua"/>
              </a:rPr>
              <a:t>and</a:t>
            </a:r>
            <a:r>
              <a:rPr sz="2600" spc="-10" dirty="0">
                <a:latin typeface="Book Antiqua"/>
                <a:cs typeface="Book Antiqua"/>
              </a:rPr>
              <a:t> </a:t>
            </a:r>
            <a:r>
              <a:rPr sz="2600" spc="-5" dirty="0">
                <a:latin typeface="Book Antiqua"/>
                <a:cs typeface="Book Antiqua"/>
              </a:rPr>
              <a:t>tasks.</a:t>
            </a:r>
            <a:endParaRPr sz="2600">
              <a:latin typeface="Book Antiqua"/>
              <a:cs typeface="Book Antiqua"/>
            </a:endParaRPr>
          </a:p>
          <a:p>
            <a:pPr marL="287020" marR="5080" indent="-274320">
              <a:lnSpc>
                <a:spcPts val="3060"/>
              </a:lnSpc>
              <a:spcBef>
                <a:spcPts val="625"/>
              </a:spcBef>
              <a:buClr>
                <a:srgbClr val="0BD0D9"/>
              </a:buClr>
              <a:buSzPct val="94230"/>
              <a:buFont typeface="Arial"/>
              <a:buChar char="●"/>
              <a:tabLst>
                <a:tab pos="287020" algn="l"/>
              </a:tabLst>
            </a:pPr>
            <a:r>
              <a:rPr sz="2600" spc="-5" dirty="0">
                <a:latin typeface="Book Antiqua"/>
                <a:cs typeface="Book Antiqua"/>
              </a:rPr>
              <a:t>Events </a:t>
            </a:r>
            <a:r>
              <a:rPr sz="2600" dirty="0">
                <a:latin typeface="Book Antiqua"/>
                <a:cs typeface="Book Antiqua"/>
              </a:rPr>
              <a:t>generated at </a:t>
            </a:r>
            <a:r>
              <a:rPr sz="2600" spc="-5" dirty="0">
                <a:latin typeface="Book Antiqua"/>
                <a:cs typeface="Book Antiqua"/>
              </a:rPr>
              <a:t>one </a:t>
            </a:r>
            <a:r>
              <a:rPr sz="2600" dirty="0">
                <a:latin typeface="Book Antiqua"/>
                <a:cs typeface="Book Antiqua"/>
              </a:rPr>
              <a:t>point </a:t>
            </a:r>
            <a:r>
              <a:rPr sz="2600" spc="-5" dirty="0">
                <a:latin typeface="Book Antiqua"/>
                <a:cs typeface="Book Antiqua"/>
              </a:rPr>
              <a:t>in the </a:t>
            </a:r>
            <a:r>
              <a:rPr sz="2600" spc="-10" dirty="0">
                <a:latin typeface="Book Antiqua"/>
                <a:cs typeface="Book Antiqua"/>
              </a:rPr>
              <a:t>process </a:t>
            </a:r>
            <a:r>
              <a:rPr sz="2600" spc="-5" dirty="0">
                <a:latin typeface="Book Antiqua"/>
                <a:cs typeface="Book Antiqua"/>
              </a:rPr>
              <a:t>network </a:t>
            </a:r>
            <a:r>
              <a:rPr sz="2600" spc="-635" dirty="0">
                <a:latin typeface="Book Antiqua"/>
                <a:cs typeface="Book Antiqua"/>
              </a:rPr>
              <a:t> </a:t>
            </a:r>
            <a:r>
              <a:rPr sz="2600" spc="-5" dirty="0">
                <a:latin typeface="Book Antiqua"/>
                <a:cs typeface="Book Antiqua"/>
              </a:rPr>
              <a:t>trigger</a:t>
            </a:r>
            <a:r>
              <a:rPr sz="2600" dirty="0">
                <a:latin typeface="Book Antiqua"/>
                <a:cs typeface="Book Antiqua"/>
              </a:rPr>
              <a:t> </a:t>
            </a:r>
            <a:r>
              <a:rPr sz="2600" spc="-5" dirty="0">
                <a:latin typeface="Book Antiqua"/>
                <a:cs typeface="Book Antiqua"/>
              </a:rPr>
              <a:t>transitions among</a:t>
            </a:r>
            <a:r>
              <a:rPr sz="2600" dirty="0">
                <a:latin typeface="Book Antiqua"/>
                <a:cs typeface="Book Antiqua"/>
              </a:rPr>
              <a:t> </a:t>
            </a:r>
            <a:r>
              <a:rPr sz="2600" spc="-5" dirty="0">
                <a:latin typeface="Book Antiqua"/>
                <a:cs typeface="Book Antiqua"/>
              </a:rPr>
              <a:t>the states.</a:t>
            </a:r>
            <a:endParaRPr sz="2600">
              <a:latin typeface="Book Antiqua"/>
              <a:cs typeface="Book Antiqu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dirty="0"/>
              <a:pPr marL="38100">
                <a:lnSpc>
                  <a:spcPts val="1425"/>
                </a:lnSpc>
              </a:pPr>
              <a:t>49</a:t>
            </a:fld>
            <a:endParaRPr dirty="0"/>
          </a:p>
        </p:txBody>
      </p:sp>
      <p:sp>
        <p:nvSpPr>
          <p:cNvPr id="10" name="object 10"/>
          <p:cNvSpPr txBox="1"/>
          <p:nvPr/>
        </p:nvSpPr>
        <p:spPr>
          <a:xfrm>
            <a:off x="838200" y="1752600"/>
            <a:ext cx="7315200" cy="2933367"/>
          </a:xfrm>
          <a:prstGeom prst="rect">
            <a:avLst/>
          </a:prstGeom>
        </p:spPr>
        <p:txBody>
          <a:bodyPr vert="horz" wrap="square" lIns="0" tIns="149860" rIns="0" bIns="0" rtlCol="0">
            <a:spAutoFit/>
          </a:bodyPr>
          <a:lstStyle/>
          <a:p>
            <a:pPr marL="287020" indent="-274320">
              <a:lnSpc>
                <a:spcPct val="100000"/>
              </a:lnSpc>
              <a:spcBef>
                <a:spcPts val="1180"/>
              </a:spcBef>
              <a:buClr>
                <a:srgbClr val="0BD0D9"/>
              </a:buClr>
              <a:buSzPct val="94642"/>
              <a:tabLst>
                <a:tab pos="287020" algn="l"/>
              </a:tabLst>
            </a:pPr>
            <a:r>
              <a:rPr sz="2800" b="1" spc="-5" dirty="0">
                <a:latin typeface="Bookman Old Style" pitchFamily="18" charset="0"/>
                <a:cs typeface="Book Antiqua"/>
              </a:rPr>
              <a:t>Disadvantages:</a:t>
            </a:r>
            <a:endParaRPr sz="2800" b="1">
              <a:latin typeface="Bookman Old Style" pitchFamily="18" charset="0"/>
              <a:cs typeface="Book Antiqua"/>
            </a:endParaRPr>
          </a:p>
          <a:p>
            <a:pPr marL="652780" lvl="1" indent="-247015">
              <a:lnSpc>
                <a:spcPct val="100000"/>
              </a:lnSpc>
              <a:spcBef>
                <a:spcPts val="925"/>
              </a:spcBef>
              <a:buClr>
                <a:srgbClr val="0F6FC6"/>
              </a:buClr>
              <a:buSzPct val="85416"/>
              <a:buFont typeface="Arial"/>
              <a:buChar char="●"/>
              <a:tabLst>
                <a:tab pos="652780" algn="l"/>
              </a:tabLst>
            </a:pPr>
            <a:r>
              <a:rPr sz="2400" spc="-10" dirty="0">
                <a:latin typeface="Bookman Old Style" pitchFamily="18" charset="0"/>
                <a:cs typeface="Book Antiqua"/>
              </a:rPr>
              <a:t>Large</a:t>
            </a:r>
            <a:r>
              <a:rPr sz="2400" spc="-15" dirty="0">
                <a:latin typeface="Bookman Old Style" pitchFamily="18" charset="0"/>
                <a:cs typeface="Book Antiqua"/>
              </a:rPr>
              <a:t> </a:t>
            </a:r>
            <a:r>
              <a:rPr sz="2400" spc="-10" dirty="0">
                <a:latin typeface="Bookman Old Style" pitchFamily="18" charset="0"/>
                <a:cs typeface="Book Antiqua"/>
              </a:rPr>
              <a:t>upfront</a:t>
            </a:r>
            <a:r>
              <a:rPr sz="2400" spc="-15" dirty="0">
                <a:latin typeface="Bookman Old Style" pitchFamily="18" charset="0"/>
                <a:cs typeface="Book Antiqua"/>
              </a:rPr>
              <a:t> </a:t>
            </a:r>
            <a:r>
              <a:rPr sz="2400" spc="-5" dirty="0">
                <a:latin typeface="Bookman Old Style" pitchFamily="18" charset="0"/>
                <a:cs typeface="Book Antiqua"/>
              </a:rPr>
              <a:t>investment</a:t>
            </a:r>
            <a:endParaRPr sz="2400">
              <a:latin typeface="Bookman Old Style" pitchFamily="18" charset="0"/>
              <a:cs typeface="Book Antiqua"/>
            </a:endParaRPr>
          </a:p>
          <a:p>
            <a:pPr marL="652780" lvl="1" indent="-247015">
              <a:lnSpc>
                <a:spcPct val="100000"/>
              </a:lnSpc>
              <a:spcBef>
                <a:spcPts val="900"/>
              </a:spcBef>
              <a:buClr>
                <a:srgbClr val="0F6FC6"/>
              </a:buClr>
              <a:buSzPct val="85416"/>
              <a:buFont typeface="Arial"/>
              <a:buChar char="●"/>
              <a:tabLst>
                <a:tab pos="652780" algn="l"/>
              </a:tabLst>
            </a:pPr>
            <a:r>
              <a:rPr sz="2400" spc="-5" dirty="0">
                <a:latin typeface="Bookman Old Style" pitchFamily="18" charset="0"/>
                <a:cs typeface="Book Antiqua"/>
              </a:rPr>
              <a:t>Implementation </a:t>
            </a:r>
            <a:r>
              <a:rPr sz="2400" dirty="0">
                <a:latin typeface="Bookman Old Style" pitchFamily="18" charset="0"/>
                <a:cs typeface="Book Antiqua"/>
              </a:rPr>
              <a:t>of early </a:t>
            </a:r>
            <a:r>
              <a:rPr sz="2400" spc="-5" dirty="0">
                <a:latin typeface="Bookman Old Style" pitchFamily="18" charset="0"/>
                <a:cs typeface="Book Antiqua"/>
              </a:rPr>
              <a:t>design </a:t>
            </a:r>
            <a:r>
              <a:rPr sz="2400" spc="-10" dirty="0">
                <a:latin typeface="Bookman Old Style" pitchFamily="18" charset="0"/>
                <a:cs typeface="Book Antiqua"/>
              </a:rPr>
              <a:t>reviews</a:t>
            </a:r>
            <a:endParaRPr sz="2400">
              <a:latin typeface="Bookman Old Style" pitchFamily="18" charset="0"/>
              <a:cs typeface="Book Antiqua"/>
            </a:endParaRPr>
          </a:p>
          <a:p>
            <a:pPr marL="652780" lvl="1" indent="-247015">
              <a:lnSpc>
                <a:spcPct val="100000"/>
              </a:lnSpc>
              <a:spcBef>
                <a:spcPts val="894"/>
              </a:spcBef>
              <a:buClr>
                <a:srgbClr val="0F6FC6"/>
              </a:buClr>
              <a:buSzPct val="85416"/>
              <a:buFont typeface="Arial"/>
              <a:buChar char="●"/>
              <a:tabLst>
                <a:tab pos="652780" algn="l"/>
              </a:tabLst>
            </a:pPr>
            <a:r>
              <a:rPr sz="2400" spc="-5" dirty="0">
                <a:latin typeface="Bookman Old Style" pitchFamily="18" charset="0"/>
                <a:cs typeface="Book Antiqua"/>
              </a:rPr>
              <a:t>Dependency</a:t>
            </a:r>
            <a:r>
              <a:rPr sz="2400" dirty="0">
                <a:latin typeface="Bookman Old Style" pitchFamily="18" charset="0"/>
                <a:cs typeface="Book Antiqua"/>
              </a:rPr>
              <a:t> on</a:t>
            </a:r>
            <a:r>
              <a:rPr sz="2400" spc="-5" dirty="0">
                <a:latin typeface="Bookman Old Style" pitchFamily="18" charset="0"/>
                <a:cs typeface="Book Antiqua"/>
              </a:rPr>
              <a:t> </a:t>
            </a:r>
            <a:r>
              <a:rPr sz="2400" spc="-10" dirty="0">
                <a:latin typeface="Bookman Old Style" pitchFamily="18" charset="0"/>
                <a:cs typeface="Book Antiqua"/>
              </a:rPr>
              <a:t>efficient</a:t>
            </a:r>
            <a:r>
              <a:rPr sz="2400" spc="5" dirty="0">
                <a:latin typeface="Bookman Old Style" pitchFamily="18" charset="0"/>
                <a:cs typeface="Book Antiqua"/>
              </a:rPr>
              <a:t> </a:t>
            </a:r>
            <a:r>
              <a:rPr sz="2400" spc="-5" dirty="0">
                <a:latin typeface="Bookman Old Style" pitchFamily="18" charset="0"/>
                <a:cs typeface="Book Antiqua"/>
              </a:rPr>
              <a:t>communication</a:t>
            </a:r>
            <a:endParaRPr sz="2400">
              <a:latin typeface="Bookman Old Style" pitchFamily="18" charset="0"/>
              <a:cs typeface="Book Antiqua"/>
            </a:endParaRPr>
          </a:p>
          <a:p>
            <a:pPr marL="652780" marR="5080" lvl="1" indent="-247015">
              <a:lnSpc>
                <a:spcPct val="111100"/>
              </a:lnSpc>
              <a:spcBef>
                <a:spcPts val="575"/>
              </a:spcBef>
              <a:buClr>
                <a:srgbClr val="0F6FC6"/>
              </a:buClr>
              <a:buSzPct val="85416"/>
              <a:buFont typeface="Arial"/>
              <a:buChar char="●"/>
              <a:tabLst>
                <a:tab pos="652780" algn="l"/>
                <a:tab pos="1999614" algn="l"/>
              </a:tabLst>
            </a:pPr>
            <a:r>
              <a:rPr sz="2400" spc="-10" dirty="0">
                <a:latin typeface="Bookman Old Style" pitchFamily="18" charset="0"/>
                <a:cs typeface="Book Antiqua"/>
              </a:rPr>
              <a:t>Software	</a:t>
            </a:r>
            <a:r>
              <a:rPr sz="2400" spc="-5" dirty="0">
                <a:latin typeface="Bookman Old Style" pitchFamily="18" charset="0"/>
                <a:cs typeface="Book Antiqua"/>
              </a:rPr>
              <a:t>compatibility</a:t>
            </a:r>
            <a:r>
              <a:rPr sz="2400" dirty="0">
                <a:latin typeface="Bookman Old Style" pitchFamily="18" charset="0"/>
                <a:cs typeface="Book Antiqua"/>
              </a:rPr>
              <a:t> and</a:t>
            </a:r>
            <a:r>
              <a:rPr sz="2400" spc="-5" dirty="0">
                <a:latin typeface="Bookman Old Style" pitchFamily="18" charset="0"/>
                <a:cs typeface="Book Antiqua"/>
              </a:rPr>
              <a:t> need for computer </a:t>
            </a:r>
            <a:r>
              <a:rPr sz="2400" spc="-585" dirty="0">
                <a:latin typeface="Bookman Old Style" pitchFamily="18" charset="0"/>
                <a:cs typeface="Book Antiqua"/>
              </a:rPr>
              <a:t> </a:t>
            </a:r>
            <a:r>
              <a:rPr sz="2400" spc="-5" dirty="0">
                <a:latin typeface="Bookman Old Style" pitchFamily="18" charset="0"/>
                <a:cs typeface="Book Antiqua"/>
              </a:rPr>
              <a:t>modeling</a:t>
            </a:r>
            <a:endParaRPr sz="2400">
              <a:latin typeface="Bookman Old Style" pitchFamily="18" charset="0"/>
              <a:cs typeface="Book Antiqua"/>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9" name="object 9"/>
          <p:cNvSpPr txBox="1">
            <a:spLocks noGrp="1"/>
          </p:cNvSpPr>
          <p:nvPr>
            <p:ph type="title"/>
          </p:nvPr>
        </p:nvSpPr>
        <p:spPr>
          <a:xfrm>
            <a:off x="533400" y="533400"/>
            <a:ext cx="5334000" cy="628377"/>
          </a:xfrm>
          <a:prstGeom prst="rect">
            <a:avLst/>
          </a:prstGeom>
        </p:spPr>
        <p:txBody>
          <a:bodyPr vert="horz" wrap="square" lIns="0" tIns="12700" rIns="0" bIns="0" rtlCol="0">
            <a:spAutoFit/>
          </a:bodyPr>
          <a:lstStyle/>
          <a:p>
            <a:pPr marL="12700">
              <a:lnSpc>
                <a:spcPct val="100000"/>
              </a:lnSpc>
              <a:spcBef>
                <a:spcPts val="100"/>
              </a:spcBef>
            </a:pPr>
            <a:r>
              <a:rPr sz="4000" b="1" u="sng" dirty="0">
                <a:solidFill>
                  <a:schemeClr val="tx1"/>
                </a:solidFill>
                <a:latin typeface="Bookman Old Style" pitchFamily="18" charset="0"/>
              </a:rPr>
              <a:t>Unified</a:t>
            </a:r>
            <a:r>
              <a:rPr sz="4000" b="1" u="sng" spc="-70" dirty="0">
                <a:solidFill>
                  <a:schemeClr val="tx1"/>
                </a:solidFill>
                <a:latin typeface="Bookman Old Style" pitchFamily="18" charset="0"/>
              </a:rPr>
              <a:t> </a:t>
            </a:r>
            <a:r>
              <a:rPr sz="4000" b="1" u="sng" spc="-15" dirty="0">
                <a:solidFill>
                  <a:schemeClr val="tx1"/>
                </a:solidFill>
                <a:latin typeface="Bookman Old Style" pitchFamily="18" charset="0"/>
              </a:rPr>
              <a:t>Process</a:t>
            </a: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dirty="0"/>
              <a:pPr marL="38100">
                <a:lnSpc>
                  <a:spcPts val="1425"/>
                </a:lnSpc>
              </a:pPr>
              <a:t>50</a:t>
            </a:fld>
            <a:endParaRPr dirty="0"/>
          </a:p>
        </p:txBody>
      </p:sp>
      <p:sp>
        <p:nvSpPr>
          <p:cNvPr id="10" name="object 10"/>
          <p:cNvSpPr txBox="1"/>
          <p:nvPr/>
        </p:nvSpPr>
        <p:spPr>
          <a:xfrm>
            <a:off x="567055" y="1295400"/>
            <a:ext cx="8348345" cy="3384901"/>
          </a:xfrm>
          <a:prstGeom prst="rect">
            <a:avLst/>
          </a:prstGeom>
        </p:spPr>
        <p:txBody>
          <a:bodyPr vert="horz" wrap="square" lIns="0" tIns="60325" rIns="0" bIns="0" rtlCol="0">
            <a:spAutoFit/>
          </a:bodyPr>
          <a:lstStyle/>
          <a:p>
            <a:pPr marL="267335" marR="992505" indent="-255270">
              <a:buClr>
                <a:srgbClr val="0BD0D9"/>
              </a:buClr>
              <a:buSzPct val="95454"/>
              <a:buFont typeface="Arial"/>
              <a:buChar char="●"/>
              <a:tabLst>
                <a:tab pos="267970" algn="l"/>
              </a:tabLst>
            </a:pPr>
            <a:r>
              <a:rPr sz="2400" spc="10" dirty="0">
                <a:latin typeface="Bookman Old Style" pitchFamily="18" charset="0"/>
                <a:cs typeface="Book Antiqua"/>
              </a:rPr>
              <a:t>It can be defined as </a:t>
            </a:r>
            <a:r>
              <a:rPr sz="2400" spc="15" dirty="0">
                <a:latin typeface="Bookman Old Style" pitchFamily="18" charset="0"/>
                <a:cs typeface="Verdana"/>
              </a:rPr>
              <a:t>―</a:t>
            </a:r>
            <a:r>
              <a:rPr sz="2400" spc="15" dirty="0">
                <a:latin typeface="Bookman Old Style" pitchFamily="18" charset="0"/>
                <a:cs typeface="Book Antiqua"/>
              </a:rPr>
              <a:t>object </a:t>
            </a:r>
            <a:r>
              <a:rPr sz="2400" spc="10" dirty="0">
                <a:latin typeface="Bookman Old Style" pitchFamily="18" charset="0"/>
                <a:cs typeface="Book Antiqua"/>
              </a:rPr>
              <a:t>oriented, use case driven, </a:t>
            </a:r>
            <a:r>
              <a:rPr sz="2400" spc="15" dirty="0">
                <a:latin typeface="Bookman Old Style" pitchFamily="18" charset="0"/>
                <a:cs typeface="Book Antiqua"/>
              </a:rPr>
              <a:t> </a:t>
            </a:r>
            <a:r>
              <a:rPr sz="2400" spc="5" dirty="0">
                <a:latin typeface="Bookman Old Style" pitchFamily="18" charset="0"/>
                <a:cs typeface="Book Antiqua"/>
              </a:rPr>
              <a:t>architecture-centric,</a:t>
            </a:r>
            <a:r>
              <a:rPr sz="2400" spc="10" dirty="0">
                <a:latin typeface="Bookman Old Style" pitchFamily="18" charset="0"/>
                <a:cs typeface="Book Antiqua"/>
              </a:rPr>
              <a:t> iterative</a:t>
            </a:r>
            <a:r>
              <a:rPr sz="2400" spc="15" dirty="0">
                <a:latin typeface="Bookman Old Style" pitchFamily="18" charset="0"/>
                <a:cs typeface="Book Antiqua"/>
              </a:rPr>
              <a:t> and </a:t>
            </a:r>
            <a:r>
              <a:rPr sz="2400" spc="10" dirty="0">
                <a:latin typeface="Bookman Old Style" pitchFamily="18" charset="0"/>
                <a:cs typeface="Book Antiqua"/>
              </a:rPr>
              <a:t>incremental</a:t>
            </a:r>
            <a:r>
              <a:rPr sz="2400" spc="15" dirty="0">
                <a:latin typeface="Bookman Old Style" pitchFamily="18" charset="0"/>
                <a:cs typeface="Book Antiqua"/>
              </a:rPr>
              <a:t> </a:t>
            </a:r>
            <a:r>
              <a:rPr sz="2400" spc="5" dirty="0">
                <a:latin typeface="Bookman Old Style" pitchFamily="18" charset="0"/>
                <a:cs typeface="Book Antiqua"/>
              </a:rPr>
              <a:t>software </a:t>
            </a:r>
            <a:r>
              <a:rPr sz="2400" spc="-535" dirty="0">
                <a:latin typeface="Bookman Old Style" pitchFamily="18" charset="0"/>
                <a:cs typeface="Book Antiqua"/>
              </a:rPr>
              <a:t> </a:t>
            </a:r>
            <a:r>
              <a:rPr sz="2400" spc="5" dirty="0">
                <a:latin typeface="Bookman Old Style" pitchFamily="18" charset="0"/>
                <a:cs typeface="Book Antiqua"/>
              </a:rPr>
              <a:t>process.</a:t>
            </a:r>
            <a:endParaRPr sz="2400">
              <a:latin typeface="Bookman Old Style" pitchFamily="18" charset="0"/>
              <a:cs typeface="Book Antiqua"/>
            </a:endParaRPr>
          </a:p>
          <a:p>
            <a:pPr marL="267335" marR="5080" indent="-255270">
              <a:buClr>
                <a:srgbClr val="0BD0D9"/>
              </a:buClr>
              <a:buSzPct val="95454"/>
              <a:buFont typeface="Arial"/>
              <a:buChar char="●"/>
              <a:tabLst>
                <a:tab pos="267970" algn="l"/>
              </a:tabLst>
            </a:pPr>
            <a:r>
              <a:rPr sz="2400" spc="10" dirty="0">
                <a:latin typeface="Bookman Old Style" pitchFamily="18" charset="0"/>
                <a:cs typeface="Book Antiqua"/>
              </a:rPr>
              <a:t>It is </a:t>
            </a:r>
            <a:r>
              <a:rPr sz="2400" spc="15" dirty="0">
                <a:latin typeface="Bookman Old Style" pitchFamily="18" charset="0"/>
                <a:cs typeface="Book Antiqua"/>
              </a:rPr>
              <a:t>a </a:t>
            </a:r>
            <a:r>
              <a:rPr sz="2400" spc="10" dirty="0">
                <a:latin typeface="Bookman Old Style" pitchFamily="18" charset="0"/>
                <a:cs typeface="Book Antiqua"/>
              </a:rPr>
              <a:t>popular iterative </a:t>
            </a:r>
            <a:r>
              <a:rPr sz="2400" spc="15" dirty="0">
                <a:latin typeface="Bookman Old Style" pitchFamily="18" charset="0"/>
                <a:cs typeface="Book Antiqua"/>
              </a:rPr>
              <a:t>and </a:t>
            </a:r>
            <a:r>
              <a:rPr sz="2400" spc="10" dirty="0">
                <a:latin typeface="Bookman Old Style" pitchFamily="18" charset="0"/>
                <a:cs typeface="Book Antiqua"/>
              </a:rPr>
              <a:t>incremental </a:t>
            </a:r>
            <a:r>
              <a:rPr sz="2400" spc="5" dirty="0">
                <a:latin typeface="Bookman Old Style" pitchFamily="18" charset="0"/>
                <a:cs typeface="Book Antiqua"/>
              </a:rPr>
              <a:t>software </a:t>
            </a:r>
            <a:r>
              <a:rPr sz="2400" spc="15" dirty="0">
                <a:latin typeface="Bookman Old Style" pitchFamily="18" charset="0"/>
                <a:cs typeface="Book Antiqua"/>
              </a:rPr>
              <a:t>development </a:t>
            </a:r>
            <a:r>
              <a:rPr sz="2400" spc="-535" dirty="0">
                <a:latin typeface="Bookman Old Style" pitchFamily="18" charset="0"/>
                <a:cs typeface="Book Antiqua"/>
              </a:rPr>
              <a:t> </a:t>
            </a:r>
            <a:r>
              <a:rPr sz="2400" spc="5" dirty="0">
                <a:latin typeface="Bookman Old Style" pitchFamily="18" charset="0"/>
                <a:cs typeface="Book Antiqua"/>
              </a:rPr>
              <a:t>process</a:t>
            </a:r>
            <a:r>
              <a:rPr sz="2400" dirty="0">
                <a:latin typeface="Bookman Old Style" pitchFamily="18" charset="0"/>
                <a:cs typeface="Book Antiqua"/>
              </a:rPr>
              <a:t> </a:t>
            </a:r>
            <a:r>
              <a:rPr sz="2400" spc="15" dirty="0">
                <a:latin typeface="Bookman Old Style" pitchFamily="18" charset="0"/>
                <a:cs typeface="Book Antiqua"/>
              </a:rPr>
              <a:t>framework.</a:t>
            </a:r>
            <a:endParaRPr sz="2400">
              <a:latin typeface="Bookman Old Style" pitchFamily="18" charset="0"/>
              <a:cs typeface="Book Antiqua"/>
            </a:endParaRPr>
          </a:p>
          <a:p>
            <a:pPr marL="267335" marR="235585" indent="-255270">
              <a:buClr>
                <a:srgbClr val="0BD0D9"/>
              </a:buClr>
              <a:buSzPct val="95454"/>
              <a:buFont typeface="Arial"/>
              <a:buChar char="●"/>
              <a:tabLst>
                <a:tab pos="267970" algn="l"/>
              </a:tabLst>
            </a:pPr>
            <a:r>
              <a:rPr sz="2400" spc="10" dirty="0">
                <a:latin typeface="Bookman Old Style" pitchFamily="18" charset="0"/>
                <a:cs typeface="Book Antiqua"/>
              </a:rPr>
              <a:t>It is</a:t>
            </a:r>
            <a:r>
              <a:rPr sz="2400" spc="15" dirty="0">
                <a:latin typeface="Bookman Old Style" pitchFamily="18" charset="0"/>
                <a:cs typeface="Book Antiqua"/>
              </a:rPr>
              <a:t> a </a:t>
            </a:r>
            <a:r>
              <a:rPr sz="2400" spc="10" dirty="0">
                <a:latin typeface="Bookman Old Style" pitchFamily="18" charset="0"/>
                <a:cs typeface="Book Antiqua"/>
              </a:rPr>
              <a:t>combination</a:t>
            </a:r>
            <a:r>
              <a:rPr sz="2400" spc="15" dirty="0">
                <a:latin typeface="Bookman Old Style" pitchFamily="18" charset="0"/>
                <a:cs typeface="Book Antiqua"/>
              </a:rPr>
              <a:t> </a:t>
            </a:r>
            <a:r>
              <a:rPr sz="2400" spc="10" dirty="0">
                <a:latin typeface="Bookman Old Style" pitchFamily="18" charset="0"/>
                <a:cs typeface="Book Antiqua"/>
              </a:rPr>
              <a:t>of best</a:t>
            </a:r>
            <a:r>
              <a:rPr sz="2400" spc="15" dirty="0">
                <a:latin typeface="Bookman Old Style" pitchFamily="18" charset="0"/>
                <a:cs typeface="Book Antiqua"/>
              </a:rPr>
              <a:t> </a:t>
            </a:r>
            <a:r>
              <a:rPr sz="2400" spc="5" dirty="0">
                <a:latin typeface="Bookman Old Style" pitchFamily="18" charset="0"/>
                <a:cs typeface="Book Antiqua"/>
              </a:rPr>
              <a:t>features</a:t>
            </a:r>
            <a:r>
              <a:rPr sz="2400" spc="15" dirty="0">
                <a:latin typeface="Bookman Old Style" pitchFamily="18" charset="0"/>
                <a:cs typeface="Book Antiqua"/>
              </a:rPr>
              <a:t> </a:t>
            </a:r>
            <a:r>
              <a:rPr sz="2400" spc="10" dirty="0">
                <a:latin typeface="Bookman Old Style" pitchFamily="18" charset="0"/>
                <a:cs typeface="Book Antiqua"/>
              </a:rPr>
              <a:t>of</a:t>
            </a:r>
            <a:r>
              <a:rPr sz="2400" spc="15" dirty="0">
                <a:latin typeface="Bookman Old Style" pitchFamily="18" charset="0"/>
                <a:cs typeface="Book Antiqua"/>
              </a:rPr>
              <a:t> </a:t>
            </a:r>
            <a:r>
              <a:rPr sz="2400" spc="10" dirty="0">
                <a:latin typeface="Bookman Old Style" pitchFamily="18" charset="0"/>
                <a:cs typeface="Book Antiqua"/>
              </a:rPr>
              <a:t>object oriented</a:t>
            </a:r>
            <a:r>
              <a:rPr sz="2400" spc="15" dirty="0">
                <a:latin typeface="Bookman Old Style" pitchFamily="18" charset="0"/>
                <a:cs typeface="Book Antiqua"/>
              </a:rPr>
              <a:t> </a:t>
            </a:r>
            <a:r>
              <a:rPr sz="2400" spc="10" dirty="0">
                <a:latin typeface="Bookman Old Style" pitchFamily="18" charset="0"/>
                <a:cs typeface="Book Antiqua"/>
              </a:rPr>
              <a:t>analysis </a:t>
            </a:r>
            <a:r>
              <a:rPr sz="2400" spc="-535" dirty="0">
                <a:latin typeface="Bookman Old Style" pitchFamily="18" charset="0"/>
                <a:cs typeface="Book Antiqua"/>
              </a:rPr>
              <a:t> </a:t>
            </a:r>
            <a:r>
              <a:rPr sz="2400" spc="15" dirty="0">
                <a:latin typeface="Bookman Old Style" pitchFamily="18" charset="0"/>
                <a:cs typeface="Book Antiqua"/>
              </a:rPr>
              <a:t>and</a:t>
            </a:r>
            <a:r>
              <a:rPr sz="2400" dirty="0">
                <a:latin typeface="Bookman Old Style" pitchFamily="18" charset="0"/>
                <a:cs typeface="Book Antiqua"/>
              </a:rPr>
              <a:t> </a:t>
            </a:r>
            <a:r>
              <a:rPr sz="2400" spc="10" dirty="0">
                <a:latin typeface="Bookman Old Style" pitchFamily="18" charset="0"/>
                <a:cs typeface="Book Antiqua"/>
              </a:rPr>
              <a:t>design</a:t>
            </a:r>
            <a:r>
              <a:rPr sz="2400" spc="5" dirty="0">
                <a:latin typeface="Bookman Old Style" pitchFamily="18" charset="0"/>
                <a:cs typeface="Book Antiqua"/>
              </a:rPr>
              <a:t> </a:t>
            </a:r>
            <a:r>
              <a:rPr sz="2400" spc="10" dirty="0">
                <a:latin typeface="Bookman Old Style" pitchFamily="18" charset="0"/>
                <a:cs typeface="Book Antiqua"/>
              </a:rPr>
              <a:t>methods.</a:t>
            </a:r>
            <a:endParaRPr sz="2400">
              <a:latin typeface="Bookman Old Style" pitchFamily="18" charset="0"/>
              <a:cs typeface="Book Antiqua"/>
            </a:endParaRPr>
          </a:p>
          <a:p>
            <a:pPr marL="267335" marR="140970" indent="-255270">
              <a:buClr>
                <a:srgbClr val="0BD0D9"/>
              </a:buClr>
              <a:buSzPct val="95454"/>
              <a:buFont typeface="Arial"/>
              <a:buChar char="●"/>
              <a:tabLst>
                <a:tab pos="267970" algn="l"/>
              </a:tabLst>
            </a:pPr>
            <a:r>
              <a:rPr sz="2400" spc="10" dirty="0">
                <a:latin typeface="Bookman Old Style" pitchFamily="18" charset="0"/>
                <a:cs typeface="Book Antiqua"/>
              </a:rPr>
              <a:t>This </a:t>
            </a:r>
            <a:r>
              <a:rPr sz="2400" spc="5" dirty="0">
                <a:latin typeface="Bookman Old Style" pitchFamily="18" charset="0"/>
                <a:cs typeface="Book Antiqua"/>
              </a:rPr>
              <a:t>resulted </a:t>
            </a:r>
            <a:r>
              <a:rPr sz="2400" spc="10" dirty="0">
                <a:latin typeface="Bookman Old Style" pitchFamily="18" charset="0"/>
                <a:cs typeface="Book Antiqua"/>
              </a:rPr>
              <a:t>in </a:t>
            </a:r>
            <a:r>
              <a:rPr sz="2400" spc="15" dirty="0">
                <a:latin typeface="Bookman Old Style" pitchFamily="18" charset="0"/>
                <a:cs typeface="Book Antiqua"/>
              </a:rPr>
              <a:t>a </a:t>
            </a:r>
            <a:r>
              <a:rPr sz="2400" spc="5" dirty="0">
                <a:latin typeface="Bookman Old Style" pitchFamily="18" charset="0"/>
                <a:cs typeface="Book Antiqua"/>
              </a:rPr>
              <a:t>robust </a:t>
            </a:r>
            <a:r>
              <a:rPr sz="2400" spc="10" dirty="0">
                <a:latin typeface="Bookman Old Style" pitchFamily="18" charset="0"/>
                <a:cs typeface="Book Antiqua"/>
              </a:rPr>
              <a:t>notation of </a:t>
            </a:r>
            <a:r>
              <a:rPr sz="2400" spc="15" dirty="0">
                <a:latin typeface="Bookman Old Style" pitchFamily="18" charset="0"/>
                <a:cs typeface="Book Antiqua"/>
              </a:rPr>
              <a:t>modeling and </a:t>
            </a:r>
            <a:r>
              <a:rPr sz="2400" spc="10" dirty="0">
                <a:latin typeface="Bookman Old Style" pitchFamily="18" charset="0"/>
                <a:cs typeface="Book Antiqua"/>
              </a:rPr>
              <a:t>design </a:t>
            </a:r>
            <a:r>
              <a:rPr sz="2400" dirty="0">
                <a:latin typeface="Bookman Old Style" pitchFamily="18" charset="0"/>
                <a:cs typeface="Book Antiqua"/>
              </a:rPr>
              <a:t>i.e., </a:t>
            </a:r>
            <a:r>
              <a:rPr sz="2400" spc="-535" dirty="0">
                <a:latin typeface="Bookman Old Style" pitchFamily="18" charset="0"/>
                <a:cs typeface="Book Antiqua"/>
              </a:rPr>
              <a:t> </a:t>
            </a:r>
            <a:r>
              <a:rPr sz="2400" spc="10" dirty="0">
                <a:latin typeface="Bookman Old Style" pitchFamily="18" charset="0"/>
                <a:cs typeface="Book Antiqua"/>
              </a:rPr>
              <a:t>UML-</a:t>
            </a:r>
            <a:r>
              <a:rPr sz="2400" i="1" spc="10" dirty="0">
                <a:latin typeface="Bookman Old Style" pitchFamily="18" charset="0"/>
                <a:cs typeface="Palatino Linotype"/>
              </a:rPr>
              <a:t>Unified</a:t>
            </a:r>
            <a:r>
              <a:rPr sz="2400" i="1" dirty="0">
                <a:latin typeface="Bookman Old Style" pitchFamily="18" charset="0"/>
                <a:cs typeface="Palatino Linotype"/>
              </a:rPr>
              <a:t> </a:t>
            </a:r>
            <a:r>
              <a:rPr sz="2400" i="1" spc="10" dirty="0">
                <a:latin typeface="Bookman Old Style" pitchFamily="18" charset="0"/>
                <a:cs typeface="Palatino Linotype"/>
              </a:rPr>
              <a:t>Modeling</a:t>
            </a:r>
            <a:r>
              <a:rPr sz="2400" i="1" spc="5" dirty="0">
                <a:latin typeface="Bookman Old Style" pitchFamily="18" charset="0"/>
                <a:cs typeface="Palatino Linotype"/>
              </a:rPr>
              <a:t> </a:t>
            </a:r>
            <a:r>
              <a:rPr sz="2400" i="1" spc="10">
                <a:latin typeface="Bookman Old Style" pitchFamily="18" charset="0"/>
                <a:cs typeface="Palatino Linotype"/>
              </a:rPr>
              <a:t>Language.</a:t>
            </a:r>
            <a:endParaRPr sz="2400">
              <a:latin typeface="Bookman Old Style" pitchFamily="18" charset="0"/>
              <a:cs typeface="Palatino Linotype"/>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object 9"/>
          <p:cNvSpPr txBox="1">
            <a:spLocks noGrp="1"/>
          </p:cNvSpPr>
          <p:nvPr>
            <p:ph type="title"/>
          </p:nvPr>
        </p:nvSpPr>
        <p:spPr>
          <a:xfrm>
            <a:off x="457200" y="381000"/>
            <a:ext cx="8229600" cy="1674817"/>
          </a:xfrm>
          <a:prstGeom prst="rect">
            <a:avLst/>
          </a:prstGeom>
        </p:spPr>
        <p:txBody>
          <a:bodyPr vert="horz" wrap="square" lIns="0" tIns="12700" rIns="0" bIns="0" rtlCol="0">
            <a:spAutoFit/>
          </a:bodyPr>
          <a:lstStyle/>
          <a:p>
            <a:r>
              <a:rPr sz="3600" b="1">
                <a:solidFill>
                  <a:schemeClr val="tx1"/>
                </a:solidFill>
                <a:latin typeface="Bookman Old Style" pitchFamily="18" charset="0"/>
              </a:rPr>
              <a:t>Unified</a:t>
            </a:r>
            <a:r>
              <a:rPr sz="3600" b="1" spc="-70">
                <a:solidFill>
                  <a:schemeClr val="tx1"/>
                </a:solidFill>
                <a:latin typeface="Bookman Old Style" pitchFamily="18" charset="0"/>
              </a:rPr>
              <a:t> </a:t>
            </a:r>
            <a:r>
              <a:rPr sz="3600" b="1" spc="-15">
                <a:solidFill>
                  <a:schemeClr val="tx1"/>
                </a:solidFill>
                <a:latin typeface="Bookman Old Style" pitchFamily="18" charset="0"/>
              </a:rPr>
              <a:t>Process</a:t>
            </a:r>
            <a:r>
              <a:rPr lang="en-US" sz="3600" b="1" spc="-15" dirty="0">
                <a:solidFill>
                  <a:schemeClr val="tx1"/>
                </a:solidFill>
                <a:latin typeface="Bookman Old Style" pitchFamily="18" charset="0"/>
              </a:rPr>
              <a:t> :</a:t>
            </a:r>
            <a:r>
              <a:rPr lang="en-US" sz="3600" spc="-15" dirty="0">
                <a:solidFill>
                  <a:schemeClr val="tx1"/>
                </a:solidFill>
                <a:latin typeface="Bookman Old Style" pitchFamily="18" charset="0"/>
              </a:rPr>
              <a:t>U</a:t>
            </a:r>
            <a:r>
              <a:rPr lang="en-US" sz="3600" dirty="0">
                <a:solidFill>
                  <a:schemeClr val="tx1"/>
                </a:solidFill>
                <a:latin typeface="Bookman Old Style" pitchFamily="18" charset="0"/>
              </a:rPr>
              <a:t>se case driven, architecture-centric, iterative</a:t>
            </a:r>
            <a:br>
              <a:rPr lang="en-US" sz="3600" dirty="0">
                <a:solidFill>
                  <a:schemeClr val="tx1"/>
                </a:solidFill>
                <a:latin typeface="Bookman Old Style" pitchFamily="18" charset="0"/>
              </a:rPr>
            </a:br>
            <a:r>
              <a:rPr lang="en-US" sz="3600" dirty="0">
                <a:solidFill>
                  <a:schemeClr val="tx1"/>
                </a:solidFill>
                <a:latin typeface="Bookman Old Style" pitchFamily="18" charset="0"/>
              </a:rPr>
              <a:t>and incremental” software process</a:t>
            </a:r>
            <a:endParaRPr sz="3600" b="1" spc="-15" dirty="0">
              <a:solidFill>
                <a:schemeClr val="tx1"/>
              </a:solidFill>
              <a:latin typeface="Bookman Old Style" pitchFamily="18" charset="0"/>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dirty="0"/>
              <a:pPr marL="38100">
                <a:lnSpc>
                  <a:spcPts val="1425"/>
                </a:lnSpc>
              </a:pPr>
              <a:t>51</a:t>
            </a:fld>
            <a:endParaRPr dirty="0"/>
          </a:p>
        </p:txBody>
      </p:sp>
      <p:sp>
        <p:nvSpPr>
          <p:cNvPr id="11" name="Rectangle 10"/>
          <p:cNvSpPr/>
          <p:nvPr/>
        </p:nvSpPr>
        <p:spPr>
          <a:xfrm>
            <a:off x="457200" y="2209800"/>
            <a:ext cx="8229600" cy="4247317"/>
          </a:xfrm>
          <a:prstGeom prst="rect">
            <a:avLst/>
          </a:prstGeom>
        </p:spPr>
        <p:txBody>
          <a:bodyPr wrap="square">
            <a:spAutoFit/>
          </a:bodyPr>
          <a:lstStyle/>
          <a:p>
            <a:r>
              <a:rPr lang="en-US" sz="3000" b="1" dirty="0">
                <a:latin typeface="Bookman Old Style" pitchFamily="18" charset="0"/>
              </a:rPr>
              <a:t>“Unified Method”</a:t>
            </a:r>
            <a:r>
              <a:rPr lang="en-US" sz="3000" dirty="0">
                <a:latin typeface="Bookman Old Style" pitchFamily="18" charset="0"/>
              </a:rPr>
              <a:t> that would combine the best features of each of their individual object-oriented analysis and design methods and adopt additional features in object-oriented Modeling.</a:t>
            </a:r>
          </a:p>
          <a:p>
            <a:r>
              <a:rPr lang="en-US" sz="3000" dirty="0">
                <a:latin typeface="Bookman Old Style" pitchFamily="18" charset="0"/>
              </a:rPr>
              <a:t>The result was </a:t>
            </a:r>
            <a:r>
              <a:rPr lang="en-US" sz="3000" b="1" dirty="0">
                <a:latin typeface="Bookman Old Style" pitchFamily="18" charset="0"/>
              </a:rPr>
              <a:t>UML—a </a:t>
            </a:r>
            <a:r>
              <a:rPr lang="en-US" sz="3000" b="1" i="1" dirty="0">
                <a:latin typeface="Bookman Old Style" pitchFamily="18" charset="0"/>
              </a:rPr>
              <a:t>unified modeling language</a:t>
            </a:r>
            <a:r>
              <a:rPr lang="en-US" sz="3000" i="1" dirty="0">
                <a:latin typeface="Bookman Old Style" pitchFamily="18" charset="0"/>
              </a:rPr>
              <a:t> </a:t>
            </a:r>
            <a:r>
              <a:rPr lang="en-US" sz="3000" dirty="0">
                <a:latin typeface="Bookman Old Style" pitchFamily="18" charset="0"/>
              </a:rPr>
              <a:t>that contains a robust</a:t>
            </a:r>
          </a:p>
          <a:p>
            <a:r>
              <a:rPr lang="en-US" sz="3000" dirty="0">
                <a:latin typeface="Bookman Old Style" pitchFamily="18" charset="0"/>
              </a:rPr>
              <a:t>notation for the modeling and development of object-oriented systems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10" name="object 10"/>
          <p:cNvSpPr txBox="1"/>
          <p:nvPr/>
        </p:nvSpPr>
        <p:spPr>
          <a:xfrm>
            <a:off x="381000" y="482101"/>
            <a:ext cx="7924800" cy="5654112"/>
          </a:xfrm>
          <a:prstGeom prst="rect">
            <a:avLst/>
          </a:prstGeom>
        </p:spPr>
        <p:txBody>
          <a:bodyPr vert="horz" wrap="square" lIns="0" tIns="128270" rIns="0" bIns="0" rtlCol="0">
            <a:spAutoFit/>
          </a:bodyPr>
          <a:lstStyle/>
          <a:p>
            <a:pPr indent="-258445">
              <a:buClr>
                <a:srgbClr val="0BD0D9"/>
              </a:buClr>
              <a:buSzPct val="93877"/>
              <a:tabLst>
                <a:tab pos="271145" algn="l"/>
              </a:tabLst>
            </a:pPr>
            <a:r>
              <a:rPr lang="en-US" sz="2800" b="1" spc="-10" dirty="0">
                <a:latin typeface="Bookman Old Style" pitchFamily="18" charset="0"/>
                <a:cs typeface="Book Antiqua"/>
              </a:rPr>
              <a:t>Unified Process</a:t>
            </a:r>
            <a:r>
              <a:rPr sz="2800" b="1" spc="-45">
                <a:latin typeface="Bookman Old Style" pitchFamily="18" charset="0"/>
                <a:cs typeface="Book Antiqua"/>
              </a:rPr>
              <a:t> </a:t>
            </a:r>
            <a:r>
              <a:rPr sz="2800" spc="-10" dirty="0">
                <a:latin typeface="Bookman Old Style" pitchFamily="18" charset="0"/>
                <a:cs typeface="Book Antiqua"/>
              </a:rPr>
              <a:t>has</a:t>
            </a:r>
            <a:r>
              <a:rPr sz="2800" spc="-5" dirty="0">
                <a:latin typeface="Bookman Old Style" pitchFamily="18" charset="0"/>
                <a:cs typeface="Book Antiqua"/>
              </a:rPr>
              <a:t> 5 </a:t>
            </a:r>
            <a:r>
              <a:rPr sz="2800" spc="-10" dirty="0">
                <a:latin typeface="Bookman Old Style" pitchFamily="18" charset="0"/>
                <a:cs typeface="Book Antiqua"/>
              </a:rPr>
              <a:t>phases</a:t>
            </a:r>
            <a:r>
              <a:rPr sz="2800" dirty="0">
                <a:latin typeface="Bookman Old Style" pitchFamily="18" charset="0"/>
                <a:cs typeface="Book Antiqua"/>
              </a:rPr>
              <a:t> </a:t>
            </a:r>
            <a:r>
              <a:rPr sz="2800" spc="-5" dirty="0">
                <a:latin typeface="Bookman Old Style" pitchFamily="18" charset="0"/>
                <a:cs typeface="Book Antiqua"/>
              </a:rPr>
              <a:t>as seen </a:t>
            </a:r>
            <a:r>
              <a:rPr sz="2800" spc="-10" dirty="0">
                <a:latin typeface="Bookman Old Style" pitchFamily="18" charset="0"/>
                <a:cs typeface="Book Antiqua"/>
              </a:rPr>
              <a:t>in</a:t>
            </a:r>
            <a:r>
              <a:rPr sz="2800" spc="-5" dirty="0">
                <a:latin typeface="Bookman Old Style" pitchFamily="18" charset="0"/>
                <a:cs typeface="Book Antiqua"/>
              </a:rPr>
              <a:t> generic</a:t>
            </a:r>
            <a:r>
              <a:rPr sz="2800" dirty="0">
                <a:latin typeface="Bookman Old Style" pitchFamily="18" charset="0"/>
                <a:cs typeface="Book Antiqua"/>
              </a:rPr>
              <a:t> </a:t>
            </a:r>
            <a:r>
              <a:rPr sz="2800" spc="-15">
                <a:latin typeface="Bookman Old Style" pitchFamily="18" charset="0"/>
                <a:cs typeface="Book Antiqua"/>
              </a:rPr>
              <a:t>process</a:t>
            </a:r>
            <a:r>
              <a:rPr sz="2800" spc="-5">
                <a:latin typeface="Bookman Old Style" pitchFamily="18" charset="0"/>
                <a:cs typeface="Book Antiqua"/>
              </a:rPr>
              <a:t> model</a:t>
            </a:r>
            <a:r>
              <a:rPr lang="en-US" sz="2800" spc="-5" dirty="0">
                <a:latin typeface="Bookman Old Style" pitchFamily="18" charset="0"/>
                <a:cs typeface="Book Antiqua"/>
              </a:rPr>
              <a:t> :</a:t>
            </a:r>
            <a:endParaRPr sz="2800">
              <a:latin typeface="Bookman Old Style" pitchFamily="18" charset="0"/>
              <a:cs typeface="Book Antiqua"/>
            </a:endParaRPr>
          </a:p>
          <a:p>
            <a:pPr marL="0" lvl="1" indent="-232410">
              <a:buClr>
                <a:srgbClr val="0F6FC6"/>
              </a:buClr>
              <a:buSzPct val="84444"/>
              <a:tabLst>
                <a:tab pos="638175" algn="l"/>
              </a:tabLst>
            </a:pPr>
            <a:r>
              <a:rPr lang="en-US" sz="2400" dirty="0">
                <a:latin typeface="Bookman Old Style" pitchFamily="18" charset="0"/>
                <a:cs typeface="Book Antiqua"/>
              </a:rPr>
              <a:t>1) </a:t>
            </a:r>
            <a:r>
              <a:rPr sz="2800" b="1">
                <a:latin typeface="Bookman Old Style" pitchFamily="18" charset="0"/>
                <a:cs typeface="Book Antiqua"/>
              </a:rPr>
              <a:t>Inception</a:t>
            </a:r>
            <a:r>
              <a:rPr sz="2800" b="1" spc="-35">
                <a:latin typeface="Bookman Old Style" pitchFamily="18" charset="0"/>
                <a:cs typeface="Book Antiqua"/>
              </a:rPr>
              <a:t> </a:t>
            </a:r>
            <a:r>
              <a:rPr sz="2800" b="1">
                <a:latin typeface="Bookman Old Style" pitchFamily="18" charset="0"/>
                <a:cs typeface="Book Antiqua"/>
              </a:rPr>
              <a:t>Phase</a:t>
            </a:r>
            <a:r>
              <a:rPr lang="en-US" sz="2800" b="1" dirty="0">
                <a:latin typeface="Bookman Old Style" pitchFamily="18" charset="0"/>
                <a:cs typeface="Book Antiqua"/>
              </a:rPr>
              <a:t> :</a:t>
            </a:r>
          </a:p>
          <a:p>
            <a:r>
              <a:rPr lang="en-US" sz="2400" dirty="0">
                <a:latin typeface="Bookman Old Style" pitchFamily="18" charset="0"/>
              </a:rPr>
              <a:t>The </a:t>
            </a:r>
            <a:r>
              <a:rPr lang="en-US" sz="2400" i="1" dirty="0">
                <a:latin typeface="Bookman Old Style" pitchFamily="18" charset="0"/>
              </a:rPr>
              <a:t>inception phase of the UP encompasses both customer communication and </a:t>
            </a:r>
            <a:r>
              <a:rPr lang="en-US" sz="2400" dirty="0">
                <a:latin typeface="Bookman Old Style" pitchFamily="18" charset="0"/>
              </a:rPr>
              <a:t>planning activities. By collaborating with stakeholders, business requirements for the software are identified; a rough architecture for the system is proposed; and a</a:t>
            </a:r>
          </a:p>
          <a:p>
            <a:r>
              <a:rPr lang="en-US" sz="2400" dirty="0">
                <a:latin typeface="Bookman Old Style" pitchFamily="18" charset="0"/>
              </a:rPr>
              <a:t>plan for the iterative, incremental nature of the ensuing project is developed.</a:t>
            </a:r>
          </a:p>
          <a:p>
            <a:endParaRPr lang="en-US" sz="1100" dirty="0">
              <a:latin typeface="Bookman Old Style" pitchFamily="18" charset="0"/>
            </a:endParaRPr>
          </a:p>
          <a:p>
            <a:r>
              <a:rPr lang="en-US" sz="2400" dirty="0">
                <a:latin typeface="Bookman Old Style" pitchFamily="18" charset="0"/>
              </a:rPr>
              <a:t>Fundamental business requirements are described through a set of preliminary </a:t>
            </a:r>
            <a:r>
              <a:rPr lang="en-US" sz="2400" b="1" i="1" dirty="0">
                <a:latin typeface="Bookman Old Style" pitchFamily="18" charset="0"/>
              </a:rPr>
              <a:t>use cases</a:t>
            </a:r>
            <a:r>
              <a:rPr lang="en-US" sz="2400" dirty="0">
                <a:latin typeface="Bookman Old Style" pitchFamily="18" charset="0"/>
              </a:rPr>
              <a:t> that describe which features and functions each major class of</a:t>
            </a:r>
          </a:p>
          <a:p>
            <a:r>
              <a:rPr lang="en-US" sz="2400" dirty="0">
                <a:latin typeface="Bookman Old Style" pitchFamily="18" charset="0"/>
              </a:rPr>
              <a:t>users desires.</a:t>
            </a:r>
            <a:endParaRPr lang="en-US" sz="2400" dirty="0">
              <a:latin typeface="Bookman Old Style" pitchFamily="18" charset="0"/>
              <a:cs typeface="Book Antiqua"/>
            </a:endParaRPr>
          </a:p>
        </p:txBody>
      </p:sp>
      <p:sp>
        <p:nvSpPr>
          <p:cNvPr id="20" name="object 20"/>
          <p:cNvSpPr txBox="1"/>
          <p:nvPr/>
        </p:nvSpPr>
        <p:spPr>
          <a:xfrm>
            <a:off x="8504583" y="6524079"/>
            <a:ext cx="19494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45C75"/>
                </a:solidFill>
                <a:latin typeface="Arial"/>
                <a:cs typeface="Arial"/>
              </a:rPr>
              <a:t>51</a:t>
            </a:r>
            <a:endParaRPr sz="1200">
              <a:latin typeface="Arial"/>
              <a:cs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9" name="object 9"/>
          <p:cNvSpPr txBox="1">
            <a:spLocks noGrp="1"/>
          </p:cNvSpPr>
          <p:nvPr>
            <p:ph type="title"/>
          </p:nvPr>
        </p:nvSpPr>
        <p:spPr>
          <a:xfrm>
            <a:off x="609600" y="381000"/>
            <a:ext cx="5334000" cy="628377"/>
          </a:xfrm>
          <a:prstGeom prst="rect">
            <a:avLst/>
          </a:prstGeom>
        </p:spPr>
        <p:txBody>
          <a:bodyPr vert="horz" wrap="square" lIns="0" tIns="12700" rIns="0" bIns="0" rtlCol="0">
            <a:spAutoFit/>
          </a:bodyPr>
          <a:lstStyle/>
          <a:p>
            <a:pPr marL="12700">
              <a:lnSpc>
                <a:spcPct val="100000"/>
              </a:lnSpc>
              <a:spcBef>
                <a:spcPts val="100"/>
              </a:spcBef>
            </a:pPr>
            <a:r>
              <a:rPr sz="4000" b="1" dirty="0">
                <a:solidFill>
                  <a:schemeClr val="tx1"/>
                </a:solidFill>
                <a:latin typeface="Bookman Old Style" pitchFamily="18" charset="0"/>
              </a:rPr>
              <a:t>Unified</a:t>
            </a:r>
            <a:r>
              <a:rPr sz="4000" b="1" spc="-70" dirty="0">
                <a:solidFill>
                  <a:schemeClr val="tx1"/>
                </a:solidFill>
                <a:latin typeface="Bookman Old Style" pitchFamily="18" charset="0"/>
              </a:rPr>
              <a:t> </a:t>
            </a:r>
            <a:r>
              <a:rPr sz="4000" b="1" spc="-15" dirty="0">
                <a:solidFill>
                  <a:schemeClr val="tx1"/>
                </a:solidFill>
                <a:latin typeface="Bookman Old Style" pitchFamily="18" charset="0"/>
              </a:rPr>
              <a:t>Process</a:t>
            </a:r>
          </a:p>
        </p:txBody>
      </p:sp>
      <p:sp>
        <p:nvSpPr>
          <p:cNvPr id="10" name="object 10"/>
          <p:cNvSpPr txBox="1"/>
          <p:nvPr/>
        </p:nvSpPr>
        <p:spPr>
          <a:xfrm>
            <a:off x="8504583" y="6524079"/>
            <a:ext cx="19494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45C75"/>
                </a:solidFill>
                <a:latin typeface="Arial"/>
                <a:cs typeface="Arial"/>
              </a:rPr>
              <a:t>50</a:t>
            </a:r>
            <a:endParaRPr sz="1200">
              <a:latin typeface="Arial"/>
              <a:cs typeface="Arial"/>
            </a:endParaRPr>
          </a:p>
        </p:txBody>
      </p:sp>
      <p:pic>
        <p:nvPicPr>
          <p:cNvPr id="11" name="object 11"/>
          <p:cNvPicPr/>
          <p:nvPr/>
        </p:nvPicPr>
        <p:blipFill>
          <a:blip r:embed="rId5" cstate="print"/>
          <a:stretch>
            <a:fillRect/>
          </a:stretch>
        </p:blipFill>
        <p:spPr>
          <a:xfrm>
            <a:off x="685800" y="1219200"/>
            <a:ext cx="7696200" cy="502920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10" name="object 10"/>
          <p:cNvSpPr txBox="1"/>
          <p:nvPr/>
        </p:nvSpPr>
        <p:spPr>
          <a:xfrm>
            <a:off x="685800" y="990600"/>
            <a:ext cx="7590155" cy="5191806"/>
          </a:xfrm>
          <a:prstGeom prst="rect">
            <a:avLst/>
          </a:prstGeom>
        </p:spPr>
        <p:txBody>
          <a:bodyPr vert="horz" wrap="square" lIns="0" tIns="84455" rIns="0" bIns="0" rtlCol="0">
            <a:spAutoFit/>
          </a:bodyPr>
          <a:lstStyle/>
          <a:p>
            <a:pPr marL="273050" indent="-260985">
              <a:lnSpc>
                <a:spcPct val="100000"/>
              </a:lnSpc>
              <a:spcBef>
                <a:spcPts val="665"/>
              </a:spcBef>
              <a:buClr>
                <a:srgbClr val="0BD0D9"/>
              </a:buClr>
              <a:buSzPct val="95918"/>
              <a:tabLst>
                <a:tab pos="273685" algn="l"/>
              </a:tabLst>
            </a:pPr>
            <a:r>
              <a:rPr lang="en-US" sz="2450" b="1" spc="5" dirty="0">
                <a:latin typeface="Book Antiqua"/>
                <a:cs typeface="Book Antiqua"/>
              </a:rPr>
              <a:t>2) </a:t>
            </a:r>
            <a:r>
              <a:rPr sz="2800" b="1" spc="5">
                <a:latin typeface="Book Antiqua"/>
                <a:cs typeface="Book Antiqua"/>
              </a:rPr>
              <a:t>Elaboration</a:t>
            </a:r>
            <a:r>
              <a:rPr sz="2800" b="1" spc="-20">
                <a:latin typeface="Book Antiqua"/>
                <a:cs typeface="Book Antiqua"/>
              </a:rPr>
              <a:t> </a:t>
            </a:r>
            <a:r>
              <a:rPr sz="2800" b="1" spc="5">
                <a:latin typeface="Book Antiqua"/>
                <a:cs typeface="Book Antiqua"/>
              </a:rPr>
              <a:t>Phase</a:t>
            </a:r>
            <a:endParaRPr lang="en-US" sz="2800" b="1" spc="5" dirty="0">
              <a:latin typeface="Book Antiqua"/>
              <a:cs typeface="Book Antiqua"/>
            </a:endParaRPr>
          </a:p>
          <a:p>
            <a:pPr marL="273050" indent="-260985">
              <a:lnSpc>
                <a:spcPct val="100000"/>
              </a:lnSpc>
              <a:spcBef>
                <a:spcPts val="665"/>
              </a:spcBef>
              <a:buClr>
                <a:srgbClr val="0BD0D9"/>
              </a:buClr>
              <a:buSzPct val="95918"/>
              <a:tabLst>
                <a:tab pos="273685" algn="l"/>
              </a:tabLst>
            </a:pPr>
            <a:endParaRPr sz="1000" b="1">
              <a:latin typeface="Bookman Old Style" pitchFamily="18" charset="0"/>
              <a:cs typeface="Book Antiqua"/>
            </a:endParaRPr>
          </a:p>
          <a:p>
            <a:r>
              <a:rPr lang="en-US" sz="2400" dirty="0">
                <a:latin typeface="Bookman Old Style" pitchFamily="18" charset="0"/>
              </a:rPr>
              <a:t>The </a:t>
            </a:r>
            <a:r>
              <a:rPr lang="en-US" sz="2400" i="1" dirty="0">
                <a:latin typeface="Bookman Old Style" pitchFamily="18" charset="0"/>
              </a:rPr>
              <a:t>elaboration phase encompasses the communication and modeling activities of </a:t>
            </a:r>
            <a:r>
              <a:rPr lang="en-US" sz="2400" dirty="0">
                <a:latin typeface="Bookman Old Style" pitchFamily="18" charset="0"/>
              </a:rPr>
              <a:t>the generic process model. </a:t>
            </a:r>
          </a:p>
          <a:p>
            <a:r>
              <a:rPr lang="en-US" sz="2400" dirty="0">
                <a:latin typeface="Bookman Old Style" pitchFamily="18" charset="0"/>
              </a:rPr>
              <a:t>Elaboration refines and expands the preliminary use cases that were developed as part of the inception phase and expands the architectural representation to include five different views of the software—the use case model, the requirements model, the design model, the implementation model, and the deployment model. In some cases, elaboration creates an “executable architectural baseline”. </a:t>
            </a:r>
            <a:endParaRPr sz="2400">
              <a:latin typeface="Bookman Old Style" pitchFamily="18" charset="0"/>
              <a:cs typeface="Book Antiqua"/>
            </a:endParaRPr>
          </a:p>
        </p:txBody>
      </p:sp>
      <p:sp>
        <p:nvSpPr>
          <p:cNvPr id="16" name="object 16"/>
          <p:cNvSpPr txBox="1"/>
          <p:nvPr/>
        </p:nvSpPr>
        <p:spPr>
          <a:xfrm>
            <a:off x="8504583" y="6524079"/>
            <a:ext cx="19494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45C75"/>
                </a:solidFill>
                <a:latin typeface="Arial"/>
                <a:cs typeface="Arial"/>
              </a:rPr>
              <a:t>52</a:t>
            </a:r>
            <a:endParaRPr sz="1200">
              <a:latin typeface="Arial"/>
              <a:cs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object 10"/>
          <p:cNvSpPr txBox="1"/>
          <p:nvPr/>
        </p:nvSpPr>
        <p:spPr>
          <a:xfrm>
            <a:off x="533400" y="1066800"/>
            <a:ext cx="8153400" cy="4848122"/>
          </a:xfrm>
          <a:prstGeom prst="rect">
            <a:avLst/>
          </a:prstGeom>
        </p:spPr>
        <p:txBody>
          <a:bodyPr vert="horz" wrap="square" lIns="0" tIns="137795" rIns="0" bIns="0" rtlCol="0">
            <a:spAutoFit/>
          </a:bodyPr>
          <a:lstStyle/>
          <a:p>
            <a:pPr indent="-274320">
              <a:buClr>
                <a:srgbClr val="0BD0D9"/>
              </a:buClr>
              <a:buSzPct val="94230"/>
              <a:tabLst>
                <a:tab pos="287020" algn="l"/>
              </a:tabLst>
            </a:pPr>
            <a:r>
              <a:rPr lang="en-US" sz="2600" b="1" spc="-5" dirty="0">
                <a:latin typeface="Bookman Old Style" pitchFamily="18" charset="0"/>
                <a:cs typeface="Book Antiqua"/>
              </a:rPr>
              <a:t>3) </a:t>
            </a:r>
            <a:r>
              <a:rPr sz="2600" b="1" spc="-5">
                <a:latin typeface="Bookman Old Style" pitchFamily="18" charset="0"/>
                <a:cs typeface="Book Antiqua"/>
              </a:rPr>
              <a:t>Construction</a:t>
            </a:r>
            <a:r>
              <a:rPr sz="2600" b="1" spc="-50">
                <a:latin typeface="Bookman Old Style" pitchFamily="18" charset="0"/>
                <a:cs typeface="Book Antiqua"/>
              </a:rPr>
              <a:t> </a:t>
            </a:r>
            <a:r>
              <a:rPr sz="2600" b="1">
                <a:latin typeface="Bookman Old Style" pitchFamily="18" charset="0"/>
                <a:cs typeface="Book Antiqua"/>
              </a:rPr>
              <a:t>Phase</a:t>
            </a:r>
            <a:endParaRPr lang="en-US" sz="2600" b="1" dirty="0">
              <a:latin typeface="Bookman Old Style" pitchFamily="18" charset="0"/>
              <a:cs typeface="Book Antiqua"/>
            </a:endParaRPr>
          </a:p>
          <a:p>
            <a:pPr indent="-274320">
              <a:buClr>
                <a:srgbClr val="0BD0D9"/>
              </a:buClr>
              <a:buSzPct val="94230"/>
              <a:tabLst>
                <a:tab pos="287020" algn="l"/>
              </a:tabLst>
            </a:pPr>
            <a:endParaRPr sz="1600" b="1">
              <a:latin typeface="Bookman Old Style" pitchFamily="18" charset="0"/>
              <a:cs typeface="Book Antiqua"/>
            </a:endParaRPr>
          </a:p>
          <a:p>
            <a:r>
              <a:rPr lang="en-US" sz="2400" dirty="0">
                <a:latin typeface="Bookman Old Style" pitchFamily="18" charset="0"/>
              </a:rPr>
              <a:t>The </a:t>
            </a:r>
            <a:r>
              <a:rPr lang="en-US" sz="2400" i="1" dirty="0">
                <a:latin typeface="Bookman Old Style" pitchFamily="18" charset="0"/>
              </a:rPr>
              <a:t>construction phase of the UP is identical to the construction activity defined </a:t>
            </a:r>
            <a:r>
              <a:rPr lang="en-US" sz="2400" dirty="0">
                <a:latin typeface="Bookman Old Style" pitchFamily="18" charset="0"/>
              </a:rPr>
              <a:t>for the generic software process. </a:t>
            </a:r>
          </a:p>
          <a:p>
            <a:r>
              <a:rPr lang="en-US" sz="2400" dirty="0">
                <a:latin typeface="Bookman Old Style" pitchFamily="18" charset="0"/>
              </a:rPr>
              <a:t>Using the architectural model as input, the construction phase develops or acquires the software components that will make each use case operational for end users. </a:t>
            </a:r>
          </a:p>
          <a:p>
            <a:r>
              <a:rPr lang="en-US" sz="2400" dirty="0">
                <a:latin typeface="Bookman Old Style" pitchFamily="18" charset="0"/>
              </a:rPr>
              <a:t>To accomplish this, requirements and design models that were started during the elaboration phase are completed to reflect the final version of the software increment.</a:t>
            </a:r>
            <a:endParaRPr sz="2400">
              <a:latin typeface="Bookman Old Style" pitchFamily="18" charset="0"/>
              <a:cs typeface="Book Antiqua"/>
            </a:endParaRPr>
          </a:p>
        </p:txBody>
      </p:sp>
      <p:sp>
        <p:nvSpPr>
          <p:cNvPr id="11" name="object 11"/>
          <p:cNvSpPr txBox="1"/>
          <p:nvPr/>
        </p:nvSpPr>
        <p:spPr>
          <a:xfrm>
            <a:off x="8504583" y="6524079"/>
            <a:ext cx="19494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45C75"/>
                </a:solidFill>
                <a:latin typeface="Arial"/>
                <a:cs typeface="Arial"/>
              </a:rPr>
              <a:t>53</a:t>
            </a:r>
            <a:endParaRPr sz="1200">
              <a:latin typeface="Arial"/>
              <a:cs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dirty="0"/>
              <a:pPr marL="38100">
                <a:lnSpc>
                  <a:spcPts val="1425"/>
                </a:lnSpc>
              </a:pPr>
              <a:t>56</a:t>
            </a:fld>
            <a:endParaRPr dirty="0"/>
          </a:p>
        </p:txBody>
      </p:sp>
      <p:sp>
        <p:nvSpPr>
          <p:cNvPr id="10" name="object 10"/>
          <p:cNvSpPr txBox="1"/>
          <p:nvPr/>
        </p:nvSpPr>
        <p:spPr>
          <a:xfrm>
            <a:off x="609600" y="1143000"/>
            <a:ext cx="8061959" cy="4615366"/>
          </a:xfrm>
          <a:prstGeom prst="rect">
            <a:avLst/>
          </a:prstGeom>
        </p:spPr>
        <p:txBody>
          <a:bodyPr vert="horz" wrap="square" lIns="0" tIns="120650" rIns="0" bIns="0" rtlCol="0">
            <a:spAutoFit/>
          </a:bodyPr>
          <a:lstStyle/>
          <a:p>
            <a:pPr marL="267335" indent="-255270">
              <a:buClr>
                <a:srgbClr val="0BD0D9"/>
              </a:buClr>
              <a:buSzPct val="95833"/>
              <a:tabLst>
                <a:tab pos="267970" algn="l"/>
              </a:tabLst>
            </a:pPr>
            <a:r>
              <a:rPr lang="en-US" sz="2800" b="1" spc="-15" dirty="0">
                <a:latin typeface="Book Antiqua"/>
                <a:cs typeface="Book Antiqua"/>
              </a:rPr>
              <a:t>4) </a:t>
            </a:r>
            <a:r>
              <a:rPr sz="2800" b="1" spc="-15">
                <a:latin typeface="Book Antiqua"/>
                <a:cs typeface="Book Antiqua"/>
              </a:rPr>
              <a:t>Transition</a:t>
            </a:r>
            <a:r>
              <a:rPr sz="2800" b="1" spc="-35">
                <a:latin typeface="Book Antiqua"/>
                <a:cs typeface="Book Antiqua"/>
              </a:rPr>
              <a:t> </a:t>
            </a:r>
            <a:r>
              <a:rPr sz="2800" b="1" spc="5" dirty="0">
                <a:latin typeface="Book Antiqua"/>
                <a:cs typeface="Book Antiqua"/>
              </a:rPr>
              <a:t>Phase</a:t>
            </a:r>
            <a:endParaRPr sz="2800" b="1">
              <a:latin typeface="Book Antiqua"/>
              <a:cs typeface="Book Antiqua"/>
            </a:endParaRPr>
          </a:p>
          <a:p>
            <a:r>
              <a:rPr lang="en-US" sz="2400" dirty="0">
                <a:latin typeface="Bookman Old Style" pitchFamily="18" charset="0"/>
              </a:rPr>
              <a:t>The </a:t>
            </a:r>
            <a:r>
              <a:rPr lang="en-US" sz="2400" i="1" dirty="0">
                <a:latin typeface="Bookman Old Style" pitchFamily="18" charset="0"/>
              </a:rPr>
              <a:t>transition phase of the UP encompasses </a:t>
            </a:r>
            <a:r>
              <a:rPr lang="en-US" sz="2400" dirty="0">
                <a:latin typeface="Bookman Old Style" pitchFamily="18" charset="0"/>
              </a:rPr>
              <a:t>(delivery and feedback) activity. </a:t>
            </a:r>
          </a:p>
          <a:p>
            <a:r>
              <a:rPr lang="en-US" sz="2400" dirty="0">
                <a:latin typeface="Bookman Old Style" pitchFamily="18" charset="0"/>
              </a:rPr>
              <a:t>Software is given to end users for beta testing and user feedback reports both defects and necessary changes. </a:t>
            </a:r>
          </a:p>
          <a:p>
            <a:r>
              <a:rPr lang="en-US" sz="2400" dirty="0">
                <a:latin typeface="Bookman Old Style" pitchFamily="18" charset="0"/>
              </a:rPr>
              <a:t>In addition, the software team creates the necessary support information (e.g., user manuals, troubleshooting guides, installation procedures) that is required for the release. At the conclusion of the transition phase, the software increment becomes a usable software release.</a:t>
            </a:r>
            <a:endParaRPr sz="2400">
              <a:latin typeface="Bookman Old Style" pitchFamily="18" charset="0"/>
              <a:cs typeface="Book Antiqu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dirty="0"/>
              <a:pPr marL="38100">
                <a:lnSpc>
                  <a:spcPts val="1425"/>
                </a:lnSpc>
              </a:pPr>
              <a:t>57</a:t>
            </a:fld>
            <a:endParaRPr dirty="0"/>
          </a:p>
        </p:txBody>
      </p:sp>
      <p:sp>
        <p:nvSpPr>
          <p:cNvPr id="10" name="object 10"/>
          <p:cNvSpPr txBox="1"/>
          <p:nvPr/>
        </p:nvSpPr>
        <p:spPr>
          <a:xfrm>
            <a:off x="457200" y="1600200"/>
            <a:ext cx="7917180" cy="3401572"/>
          </a:xfrm>
          <a:prstGeom prst="rect">
            <a:avLst/>
          </a:prstGeom>
        </p:spPr>
        <p:txBody>
          <a:bodyPr vert="horz" wrap="square" lIns="0" tIns="137795" rIns="0" bIns="0" rtlCol="0">
            <a:spAutoFit/>
          </a:bodyPr>
          <a:lstStyle/>
          <a:p>
            <a:pPr indent="-274320">
              <a:buClr>
                <a:srgbClr val="0BD0D9"/>
              </a:buClr>
              <a:buSzPct val="94230"/>
              <a:tabLst>
                <a:tab pos="287020" algn="l"/>
              </a:tabLst>
            </a:pPr>
            <a:r>
              <a:rPr lang="en-US" sz="2800" b="1" spc="-10" dirty="0">
                <a:latin typeface="Bookman Old Style" pitchFamily="18" charset="0"/>
                <a:cs typeface="Book Antiqua"/>
              </a:rPr>
              <a:t>5) </a:t>
            </a:r>
            <a:r>
              <a:rPr sz="2800" b="1" spc="-10">
                <a:latin typeface="Bookman Old Style" pitchFamily="18" charset="0"/>
                <a:cs typeface="Book Antiqua"/>
              </a:rPr>
              <a:t>Production</a:t>
            </a:r>
            <a:r>
              <a:rPr sz="2800" b="1" spc="-35">
                <a:latin typeface="Bookman Old Style" pitchFamily="18" charset="0"/>
                <a:cs typeface="Book Antiqua"/>
              </a:rPr>
              <a:t> </a:t>
            </a:r>
            <a:r>
              <a:rPr sz="2800" b="1">
                <a:latin typeface="Bookman Old Style" pitchFamily="18" charset="0"/>
                <a:cs typeface="Book Antiqua"/>
              </a:rPr>
              <a:t>Phase</a:t>
            </a:r>
            <a:endParaRPr lang="en-US" sz="2800" b="1" dirty="0">
              <a:latin typeface="Bookman Old Style" pitchFamily="18" charset="0"/>
              <a:cs typeface="Book Antiqua"/>
            </a:endParaRPr>
          </a:p>
          <a:p>
            <a:pPr indent="-274320">
              <a:buClr>
                <a:srgbClr val="0BD0D9"/>
              </a:buClr>
              <a:buSzPct val="94230"/>
              <a:tabLst>
                <a:tab pos="287020" algn="l"/>
              </a:tabLst>
            </a:pPr>
            <a:endParaRPr sz="1600">
              <a:latin typeface="Bookman Old Style" pitchFamily="18" charset="0"/>
              <a:cs typeface="Book Antiqua"/>
            </a:endParaRPr>
          </a:p>
          <a:p>
            <a:r>
              <a:rPr lang="en-US" sz="2400" dirty="0">
                <a:latin typeface="Bookman Old Style" pitchFamily="18" charset="0"/>
              </a:rPr>
              <a:t>The </a:t>
            </a:r>
            <a:r>
              <a:rPr lang="en-US" sz="2400" i="1" dirty="0">
                <a:latin typeface="Bookman Old Style" pitchFamily="18" charset="0"/>
              </a:rPr>
              <a:t>production phase of the UP coincides with the deployment activity of the </a:t>
            </a:r>
            <a:r>
              <a:rPr lang="en-US" sz="2400" dirty="0">
                <a:latin typeface="Bookman Old Style" pitchFamily="18" charset="0"/>
              </a:rPr>
              <a:t>generic process. </a:t>
            </a:r>
          </a:p>
          <a:p>
            <a:r>
              <a:rPr lang="en-US" sz="2400" dirty="0">
                <a:latin typeface="Bookman Old Style" pitchFamily="18" charset="0"/>
              </a:rPr>
              <a:t>During this phase, the ongoing use of the software is monitored, support for the operating environment (infrastructure) is provided, and defect reports</a:t>
            </a:r>
          </a:p>
          <a:p>
            <a:r>
              <a:rPr lang="en-US" sz="2400" dirty="0">
                <a:latin typeface="Bookman Old Style" pitchFamily="18" charset="0"/>
              </a:rPr>
              <a:t>and requests for changes are submitted and evaluated.</a:t>
            </a:r>
            <a:endParaRPr sz="2400">
              <a:latin typeface="Bookman Old Style" pitchFamily="18" charset="0"/>
              <a:cs typeface="Book Antiqua"/>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487025"/>
            <a:ext cx="8229600" cy="6001643"/>
          </a:xfrm>
          <a:prstGeom prst="rect">
            <a:avLst/>
          </a:prstGeom>
        </p:spPr>
        <p:txBody>
          <a:bodyPr wrap="square">
            <a:spAutoFit/>
          </a:bodyPr>
          <a:lstStyle/>
          <a:p>
            <a:r>
              <a:rPr lang="en-US" sz="2400" dirty="0">
                <a:latin typeface="Bookman Old Style" pitchFamily="18" charset="0"/>
              </a:rPr>
              <a:t>There are two broad categories of </a:t>
            </a:r>
            <a:r>
              <a:rPr lang="en-US" sz="2400" b="1" dirty="0">
                <a:latin typeface="Bookman Old Style" pitchFamily="18" charset="0"/>
              </a:rPr>
              <a:t>UML diagrams </a:t>
            </a:r>
            <a:r>
              <a:rPr lang="en-US" sz="2400" dirty="0">
                <a:latin typeface="Bookman Old Style" pitchFamily="18" charset="0"/>
              </a:rPr>
              <a:t>−</a:t>
            </a:r>
          </a:p>
          <a:p>
            <a:pPr marL="457200" indent="-457200">
              <a:buAutoNum type="arabicParenR"/>
            </a:pPr>
            <a:r>
              <a:rPr lang="en-US" sz="2400" b="1" dirty="0">
                <a:latin typeface="Bookman Old Style" pitchFamily="18" charset="0"/>
              </a:rPr>
              <a:t>Structural Diagrams</a:t>
            </a:r>
          </a:p>
          <a:p>
            <a:pPr marL="457200" indent="-457200">
              <a:buAutoNum type="arabicParenR"/>
            </a:pPr>
            <a:r>
              <a:rPr lang="en-US" sz="2400" b="1" dirty="0">
                <a:latin typeface="Bookman Old Style" pitchFamily="18" charset="0"/>
              </a:rPr>
              <a:t>Behavioral Diagrams</a:t>
            </a:r>
          </a:p>
          <a:p>
            <a:endParaRPr lang="en-US" sz="2400" dirty="0">
              <a:latin typeface="Bookman Old Style" pitchFamily="18" charset="0"/>
            </a:endParaRPr>
          </a:p>
          <a:p>
            <a:r>
              <a:rPr lang="en-US" sz="2400" dirty="0">
                <a:latin typeface="Bookman Old Style" pitchFamily="18" charset="0"/>
              </a:rPr>
              <a:t>1) </a:t>
            </a:r>
            <a:r>
              <a:rPr lang="en-US" sz="2400" b="1" dirty="0">
                <a:latin typeface="Bookman Old Style" pitchFamily="18" charset="0"/>
              </a:rPr>
              <a:t>Structural Diagrams</a:t>
            </a:r>
          </a:p>
          <a:p>
            <a:r>
              <a:rPr lang="en-US" sz="2400" dirty="0">
                <a:latin typeface="Bookman Old Style" pitchFamily="18" charset="0"/>
              </a:rPr>
              <a:t>The structural diagrams represent the static aspect of the system. These static aspects represent those parts of a diagram, which forms the main structure and are therefore stable.</a:t>
            </a:r>
          </a:p>
          <a:p>
            <a:r>
              <a:rPr lang="en-US" sz="2400" dirty="0">
                <a:latin typeface="Bookman Old Style" pitchFamily="18" charset="0"/>
              </a:rPr>
              <a:t>These static parts are represented by classes, interfaces, objects, components, and nodes. The four structural diagrams are −</a:t>
            </a:r>
          </a:p>
          <a:p>
            <a:pPr lvl="2">
              <a:buFont typeface="Arial" pitchFamily="34" charset="0"/>
              <a:buChar char="•"/>
            </a:pPr>
            <a:r>
              <a:rPr lang="en-US" sz="2400" dirty="0">
                <a:latin typeface="Bookman Old Style" pitchFamily="18" charset="0"/>
              </a:rPr>
              <a:t>Class diagram</a:t>
            </a:r>
          </a:p>
          <a:p>
            <a:pPr lvl="2">
              <a:buFont typeface="Arial" pitchFamily="34" charset="0"/>
              <a:buChar char="•"/>
            </a:pPr>
            <a:r>
              <a:rPr lang="en-US" sz="2400" dirty="0">
                <a:latin typeface="Bookman Old Style" pitchFamily="18" charset="0"/>
              </a:rPr>
              <a:t>Object diagram</a:t>
            </a:r>
          </a:p>
          <a:p>
            <a:pPr lvl="2">
              <a:buFont typeface="Arial" pitchFamily="34" charset="0"/>
              <a:buChar char="•"/>
            </a:pPr>
            <a:r>
              <a:rPr lang="en-US" sz="2400" dirty="0">
                <a:latin typeface="Bookman Old Style" pitchFamily="18" charset="0"/>
              </a:rPr>
              <a:t>Component diagram</a:t>
            </a:r>
          </a:p>
          <a:p>
            <a:pPr lvl="2">
              <a:buFont typeface="Arial" pitchFamily="34" charset="0"/>
              <a:buChar char="•"/>
            </a:pPr>
            <a:r>
              <a:rPr lang="en-US" sz="2400" dirty="0">
                <a:latin typeface="Bookman Old Style" pitchFamily="18" charset="0"/>
              </a:rPr>
              <a:t>Deployment diagram</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762000"/>
            <a:ext cx="8229600" cy="5262979"/>
          </a:xfrm>
          <a:prstGeom prst="rect">
            <a:avLst/>
          </a:prstGeom>
        </p:spPr>
        <p:txBody>
          <a:bodyPr wrap="square">
            <a:spAutoFit/>
          </a:bodyPr>
          <a:lstStyle/>
          <a:p>
            <a:r>
              <a:rPr lang="en-US" sz="2400" b="1" dirty="0">
                <a:latin typeface="Bookman Old Style" pitchFamily="18" charset="0"/>
              </a:rPr>
              <a:t>2) Behavioral Diagrams</a:t>
            </a:r>
          </a:p>
          <a:p>
            <a:r>
              <a:rPr lang="en-US" sz="2400" dirty="0">
                <a:latin typeface="Bookman Old Style" pitchFamily="18" charset="0"/>
              </a:rPr>
              <a:t>Any system can have two aspects, static and dynamic. So, a model is considered as complete when both the aspects are fully covered.</a:t>
            </a:r>
          </a:p>
          <a:p>
            <a:r>
              <a:rPr lang="en-US" sz="2400" dirty="0">
                <a:latin typeface="Bookman Old Style" pitchFamily="18" charset="0"/>
              </a:rPr>
              <a:t>Behavioral diagrams basically capture the dynamic aspect of a system. Dynamic aspect can be further described as the changing/moving parts of a system.</a:t>
            </a:r>
          </a:p>
          <a:p>
            <a:r>
              <a:rPr lang="en-US" sz="2400" dirty="0">
                <a:latin typeface="Bookman Old Style" pitchFamily="18" charset="0"/>
              </a:rPr>
              <a:t>UML has the following five types of behavioral diagrams −</a:t>
            </a:r>
          </a:p>
          <a:p>
            <a:pPr lvl="2">
              <a:buFont typeface="Arial" pitchFamily="34" charset="0"/>
              <a:buChar char="•"/>
            </a:pPr>
            <a:r>
              <a:rPr lang="en-US" sz="2400" dirty="0">
                <a:latin typeface="Bookman Old Style" pitchFamily="18" charset="0"/>
              </a:rPr>
              <a:t> Use case diagram</a:t>
            </a:r>
          </a:p>
          <a:p>
            <a:pPr lvl="2">
              <a:buFont typeface="Arial" pitchFamily="34" charset="0"/>
              <a:buChar char="•"/>
            </a:pPr>
            <a:r>
              <a:rPr lang="en-US" sz="2400" dirty="0">
                <a:latin typeface="Bookman Old Style" pitchFamily="18" charset="0"/>
              </a:rPr>
              <a:t> Sequence diagram</a:t>
            </a:r>
          </a:p>
          <a:p>
            <a:pPr lvl="2">
              <a:buFont typeface="Arial" pitchFamily="34" charset="0"/>
              <a:buChar char="•"/>
            </a:pPr>
            <a:r>
              <a:rPr lang="en-US" sz="2400" dirty="0">
                <a:latin typeface="Bookman Old Style" pitchFamily="18" charset="0"/>
              </a:rPr>
              <a:t> Collaboration diagram</a:t>
            </a:r>
          </a:p>
          <a:p>
            <a:pPr lvl="2">
              <a:buFont typeface="Arial" pitchFamily="34" charset="0"/>
              <a:buChar char="•"/>
            </a:pPr>
            <a:r>
              <a:rPr lang="en-US" sz="2400" dirty="0">
                <a:latin typeface="Bookman Old Style" pitchFamily="18" charset="0"/>
              </a:rPr>
              <a:t> State chart diagram</a:t>
            </a:r>
          </a:p>
          <a:p>
            <a:pPr lvl="2">
              <a:buFont typeface="Arial" pitchFamily="34" charset="0"/>
              <a:buChar char="•"/>
            </a:pPr>
            <a:r>
              <a:rPr lang="en-US" sz="2400" dirty="0">
                <a:latin typeface="Bookman Old Style" pitchFamily="18" charset="0"/>
              </a:rPr>
              <a:t> Activity diagram</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a:effectLst/>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pic>
        <p:nvPicPr>
          <p:cNvPr id="9" name="object 9"/>
          <p:cNvPicPr/>
          <p:nvPr/>
        </p:nvPicPr>
        <p:blipFill>
          <a:blip r:embed="rId5" cstate="print"/>
          <a:stretch>
            <a:fillRect/>
          </a:stretch>
        </p:blipFill>
        <p:spPr>
          <a:xfrm>
            <a:off x="444500" y="1181100"/>
            <a:ext cx="4368800" cy="685800"/>
          </a:xfrm>
          <a:prstGeom prst="rect">
            <a:avLst/>
          </a:prstGeom>
          <a:effectLst/>
        </p:spPr>
      </p:pic>
      <p:sp>
        <p:nvSpPr>
          <p:cNvPr id="10" name="object 10"/>
          <p:cNvSpPr txBox="1">
            <a:spLocks noGrp="1"/>
          </p:cNvSpPr>
          <p:nvPr>
            <p:ph type="title"/>
          </p:nvPr>
        </p:nvSpPr>
        <p:spPr>
          <a:xfrm>
            <a:off x="444500" y="978179"/>
            <a:ext cx="6718300" cy="628377"/>
          </a:xfrm>
          <a:prstGeom prst="rect">
            <a:avLst/>
          </a:prstGeom>
          <a:effectLst/>
        </p:spPr>
        <p:txBody>
          <a:bodyPr vert="horz" wrap="square" lIns="0" tIns="12700" rIns="0" bIns="0" rtlCol="0">
            <a:spAutoFit/>
          </a:bodyPr>
          <a:lstStyle/>
          <a:p>
            <a:pPr marL="12700">
              <a:lnSpc>
                <a:spcPct val="100000"/>
              </a:lnSpc>
              <a:spcBef>
                <a:spcPts val="100"/>
              </a:spcBef>
              <a:tabLst>
                <a:tab pos="2270125" algn="l"/>
              </a:tabLst>
            </a:pPr>
            <a:r>
              <a:rPr sz="4000" b="1" u="heavy" spc="-15" dirty="0">
                <a:solidFill>
                  <a:schemeClr val="tx1"/>
                </a:solidFill>
                <a:uFill>
                  <a:solidFill>
                    <a:srgbClr val="2707B1"/>
                  </a:solidFill>
                </a:uFill>
                <a:latin typeface="Bookman Old Style" pitchFamily="18" charset="0"/>
              </a:rPr>
              <a:t>What</a:t>
            </a:r>
            <a:r>
              <a:rPr sz="4000" b="1" u="heavy" dirty="0">
                <a:solidFill>
                  <a:schemeClr val="tx1"/>
                </a:solidFill>
                <a:uFill>
                  <a:solidFill>
                    <a:srgbClr val="2707B1"/>
                  </a:solidFill>
                </a:uFill>
                <a:latin typeface="Bookman Old Style" pitchFamily="18" charset="0"/>
              </a:rPr>
              <a:t> is	</a:t>
            </a:r>
            <a:r>
              <a:rPr sz="4000" b="1" u="heavy" spc="-5" dirty="0">
                <a:solidFill>
                  <a:schemeClr val="tx1"/>
                </a:solidFill>
                <a:uFill>
                  <a:solidFill>
                    <a:srgbClr val="2707B1"/>
                  </a:solidFill>
                </a:uFill>
                <a:latin typeface="Bookman Old Style" pitchFamily="18" charset="0"/>
              </a:rPr>
              <a:t>Agility?</a:t>
            </a:r>
            <a:endParaRPr sz="4000" b="1">
              <a:solidFill>
                <a:schemeClr val="tx1"/>
              </a:solidFill>
              <a:latin typeface="Bookman Old Style" pitchFamily="18" charset="0"/>
            </a:endParaRPr>
          </a:p>
        </p:txBody>
      </p:sp>
      <p:sp>
        <p:nvSpPr>
          <p:cNvPr id="11" name="object 11"/>
          <p:cNvSpPr txBox="1"/>
          <p:nvPr/>
        </p:nvSpPr>
        <p:spPr>
          <a:xfrm>
            <a:off x="490219" y="1906762"/>
            <a:ext cx="7903845" cy="3259867"/>
          </a:xfrm>
          <a:prstGeom prst="rect">
            <a:avLst/>
          </a:prstGeom>
          <a:effectLst/>
        </p:spPr>
        <p:txBody>
          <a:bodyPr vert="horz" wrap="square" lIns="0" tIns="38100" rIns="0" bIns="0" rtlCol="0">
            <a:spAutoFit/>
          </a:bodyPr>
          <a:lstStyle/>
          <a:p>
            <a:pPr marL="287020" indent="-274320">
              <a:lnSpc>
                <a:spcPct val="100000"/>
              </a:lnSpc>
              <a:spcBef>
                <a:spcPts val="300"/>
              </a:spcBef>
              <a:buClr>
                <a:srgbClr val="0BD0D9"/>
              </a:buClr>
              <a:buSzPct val="94642"/>
              <a:buChar char="●"/>
              <a:tabLst>
                <a:tab pos="287020" algn="l"/>
              </a:tabLst>
            </a:pPr>
            <a:r>
              <a:rPr sz="2400" b="1" dirty="0">
                <a:latin typeface="Bookman Old Style" pitchFamily="18" charset="0"/>
                <a:cs typeface="Arial"/>
              </a:rPr>
              <a:t>Meaning</a:t>
            </a:r>
            <a:r>
              <a:rPr sz="2400" b="1" spc="-15" dirty="0">
                <a:latin typeface="Bookman Old Style" pitchFamily="18" charset="0"/>
                <a:cs typeface="Arial"/>
              </a:rPr>
              <a:t> </a:t>
            </a:r>
            <a:r>
              <a:rPr sz="2400" b="1" dirty="0">
                <a:latin typeface="Bookman Old Style" pitchFamily="18" charset="0"/>
                <a:cs typeface="Arial"/>
              </a:rPr>
              <a:t>:</a:t>
            </a:r>
            <a:r>
              <a:rPr sz="2400" b="1" spc="-15" dirty="0">
                <a:latin typeface="Bookman Old Style" pitchFamily="18" charset="0"/>
                <a:cs typeface="Arial"/>
              </a:rPr>
              <a:t> </a:t>
            </a:r>
            <a:r>
              <a:rPr sz="2400" dirty="0">
                <a:latin typeface="Bookman Old Style" pitchFamily="18" charset="0"/>
                <a:cs typeface="Arial"/>
              </a:rPr>
              <a:t>able</a:t>
            </a:r>
            <a:r>
              <a:rPr sz="2400" spc="-10" dirty="0">
                <a:latin typeface="Bookman Old Style" pitchFamily="18" charset="0"/>
                <a:cs typeface="Arial"/>
              </a:rPr>
              <a:t> </a:t>
            </a:r>
            <a:r>
              <a:rPr sz="2400" spc="-5" dirty="0">
                <a:latin typeface="Bookman Old Style" pitchFamily="18" charset="0"/>
                <a:cs typeface="Arial"/>
              </a:rPr>
              <a:t>to</a:t>
            </a:r>
            <a:r>
              <a:rPr sz="2400" spc="-15" dirty="0">
                <a:latin typeface="Bookman Old Style" pitchFamily="18" charset="0"/>
                <a:cs typeface="Arial"/>
              </a:rPr>
              <a:t> </a:t>
            </a:r>
            <a:r>
              <a:rPr sz="2400" dirty="0">
                <a:latin typeface="Bookman Old Style" pitchFamily="18" charset="0"/>
                <a:cs typeface="Arial"/>
              </a:rPr>
              <a:t>move</a:t>
            </a:r>
            <a:r>
              <a:rPr sz="2400" spc="-10" dirty="0">
                <a:latin typeface="Bookman Old Style" pitchFamily="18" charset="0"/>
                <a:cs typeface="Arial"/>
              </a:rPr>
              <a:t> </a:t>
            </a:r>
            <a:r>
              <a:rPr sz="2400" dirty="0">
                <a:latin typeface="Bookman Old Style" pitchFamily="18" charset="0"/>
                <a:cs typeface="Arial"/>
              </a:rPr>
              <a:t>quickly</a:t>
            </a:r>
            <a:r>
              <a:rPr sz="2400" spc="-15" dirty="0">
                <a:latin typeface="Bookman Old Style" pitchFamily="18" charset="0"/>
                <a:cs typeface="Arial"/>
              </a:rPr>
              <a:t> </a:t>
            </a:r>
            <a:r>
              <a:rPr sz="2400" dirty="0">
                <a:latin typeface="Bookman Old Style" pitchFamily="18" charset="0"/>
                <a:cs typeface="Arial"/>
              </a:rPr>
              <a:t>and</a:t>
            </a:r>
            <a:r>
              <a:rPr sz="2400" spc="-15" dirty="0">
                <a:latin typeface="Bookman Old Style" pitchFamily="18" charset="0"/>
                <a:cs typeface="Arial"/>
              </a:rPr>
              <a:t> </a:t>
            </a:r>
            <a:r>
              <a:rPr sz="2400" dirty="0">
                <a:latin typeface="Bookman Old Style" pitchFamily="18" charset="0"/>
                <a:cs typeface="Arial"/>
              </a:rPr>
              <a:t>easily</a:t>
            </a:r>
            <a:endParaRPr sz="2400">
              <a:latin typeface="Bookman Old Style" pitchFamily="18" charset="0"/>
              <a:cs typeface="Arial"/>
            </a:endParaRPr>
          </a:p>
          <a:p>
            <a:pPr marL="287020" indent="-274320">
              <a:lnSpc>
                <a:spcPct val="100000"/>
              </a:lnSpc>
              <a:spcBef>
                <a:spcPts val="200"/>
              </a:spcBef>
              <a:buClr>
                <a:srgbClr val="0BD0D9"/>
              </a:buClr>
              <a:buSzPct val="94642"/>
              <a:buChar char="●"/>
              <a:tabLst>
                <a:tab pos="287020" algn="l"/>
              </a:tabLst>
            </a:pPr>
            <a:r>
              <a:rPr sz="2400" spc="-10" dirty="0">
                <a:latin typeface="Bookman Old Style" pitchFamily="18" charset="0"/>
                <a:cs typeface="Arial"/>
              </a:rPr>
              <a:t>Effective</a:t>
            </a:r>
            <a:r>
              <a:rPr sz="2400" spc="-20" dirty="0">
                <a:latin typeface="Bookman Old Style" pitchFamily="18" charset="0"/>
                <a:cs typeface="Arial"/>
              </a:rPr>
              <a:t> </a:t>
            </a:r>
            <a:r>
              <a:rPr sz="2400" dirty="0">
                <a:latin typeface="Bookman Old Style" pitchFamily="18" charset="0"/>
                <a:cs typeface="Arial"/>
              </a:rPr>
              <a:t>response</a:t>
            </a:r>
            <a:r>
              <a:rPr sz="2400" spc="-15" dirty="0">
                <a:latin typeface="Bookman Old Style" pitchFamily="18" charset="0"/>
                <a:cs typeface="Arial"/>
              </a:rPr>
              <a:t> </a:t>
            </a:r>
            <a:r>
              <a:rPr sz="2400" spc="-5">
                <a:latin typeface="Bookman Old Style" pitchFamily="18" charset="0"/>
                <a:cs typeface="Arial"/>
              </a:rPr>
              <a:t>to</a:t>
            </a:r>
            <a:r>
              <a:rPr sz="2400" spc="-15">
                <a:latin typeface="Bookman Old Style" pitchFamily="18" charset="0"/>
                <a:cs typeface="Arial"/>
              </a:rPr>
              <a:t> </a:t>
            </a:r>
            <a:r>
              <a:rPr sz="2400">
                <a:latin typeface="Bookman Old Style" pitchFamily="18" charset="0"/>
                <a:cs typeface="Arial"/>
              </a:rPr>
              <a:t>change</a:t>
            </a:r>
            <a:r>
              <a:rPr lang="en-US" sz="2400" dirty="0">
                <a:latin typeface="Bookman Old Style" pitchFamily="18" charset="0"/>
                <a:cs typeface="Arial"/>
              </a:rPr>
              <a:t>s</a:t>
            </a:r>
            <a:endParaRPr sz="2400">
              <a:latin typeface="Bookman Old Style" pitchFamily="18" charset="0"/>
              <a:cs typeface="Arial"/>
            </a:endParaRPr>
          </a:p>
          <a:p>
            <a:pPr marL="287020" indent="-274320">
              <a:lnSpc>
                <a:spcPct val="100000"/>
              </a:lnSpc>
              <a:spcBef>
                <a:spcPts val="200"/>
              </a:spcBef>
              <a:buClr>
                <a:srgbClr val="0BD0D9"/>
              </a:buClr>
              <a:buSzPct val="94642"/>
              <a:buChar char="●"/>
              <a:tabLst>
                <a:tab pos="287020" algn="l"/>
              </a:tabLst>
            </a:pPr>
            <a:r>
              <a:rPr sz="2400" spc="-10" dirty="0">
                <a:latin typeface="Bookman Old Style" pitchFamily="18" charset="0"/>
                <a:cs typeface="Arial"/>
              </a:rPr>
              <a:t>Effective</a:t>
            </a:r>
            <a:r>
              <a:rPr sz="2400" spc="5" dirty="0">
                <a:latin typeface="Bookman Old Style" pitchFamily="18" charset="0"/>
                <a:cs typeface="Arial"/>
              </a:rPr>
              <a:t> </a:t>
            </a:r>
            <a:r>
              <a:rPr sz="2400" spc="-5" dirty="0">
                <a:latin typeface="Bookman Old Style" pitchFamily="18" charset="0"/>
                <a:cs typeface="Arial"/>
              </a:rPr>
              <a:t>communication</a:t>
            </a:r>
            <a:r>
              <a:rPr sz="2400" spc="10" dirty="0">
                <a:latin typeface="Bookman Old Style" pitchFamily="18" charset="0"/>
                <a:cs typeface="Arial"/>
              </a:rPr>
              <a:t> </a:t>
            </a:r>
            <a:r>
              <a:rPr sz="2400" dirty="0">
                <a:latin typeface="Bookman Old Style" pitchFamily="18" charset="0"/>
                <a:cs typeface="Arial"/>
              </a:rPr>
              <a:t>among</a:t>
            </a:r>
            <a:r>
              <a:rPr sz="2400" spc="10" dirty="0">
                <a:latin typeface="Bookman Old Style" pitchFamily="18" charset="0"/>
                <a:cs typeface="Arial"/>
              </a:rPr>
              <a:t> </a:t>
            </a:r>
            <a:r>
              <a:rPr sz="2400" dirty="0">
                <a:latin typeface="Bookman Old Style" pitchFamily="18" charset="0"/>
                <a:cs typeface="Arial"/>
              </a:rPr>
              <a:t>all</a:t>
            </a:r>
            <a:r>
              <a:rPr sz="2400" spc="10" dirty="0">
                <a:latin typeface="Bookman Old Style" pitchFamily="18" charset="0"/>
                <a:cs typeface="Arial"/>
              </a:rPr>
              <a:t> </a:t>
            </a:r>
            <a:r>
              <a:rPr sz="2400" spc="-5" dirty="0">
                <a:latin typeface="Bookman Old Style" pitchFamily="18" charset="0"/>
                <a:cs typeface="Arial"/>
              </a:rPr>
              <a:t>stakeholders</a:t>
            </a:r>
            <a:endParaRPr sz="2400">
              <a:latin typeface="Bookman Old Style" pitchFamily="18" charset="0"/>
              <a:cs typeface="Arial"/>
            </a:endParaRPr>
          </a:p>
          <a:p>
            <a:pPr marL="287020" marR="255270" indent="-274320">
              <a:lnSpc>
                <a:spcPts val="2890"/>
              </a:lnSpc>
              <a:spcBef>
                <a:spcPts val="690"/>
              </a:spcBef>
              <a:buClr>
                <a:srgbClr val="0BD0D9"/>
              </a:buClr>
              <a:buSzPct val="94642"/>
              <a:buChar char="●"/>
              <a:tabLst>
                <a:tab pos="287020" algn="l"/>
              </a:tabLst>
            </a:pPr>
            <a:r>
              <a:rPr sz="2400" dirty="0">
                <a:latin typeface="Bookman Old Style" pitchFamily="18" charset="0"/>
                <a:cs typeface="Arial"/>
              </a:rPr>
              <a:t>Drawing </a:t>
            </a:r>
            <a:r>
              <a:rPr sz="2400" spc="-5" dirty="0">
                <a:latin typeface="Bookman Old Style" pitchFamily="18" charset="0"/>
                <a:cs typeface="Arial"/>
              </a:rPr>
              <a:t>the</a:t>
            </a:r>
            <a:r>
              <a:rPr sz="2400" spc="5" dirty="0">
                <a:latin typeface="Bookman Old Style" pitchFamily="18" charset="0"/>
                <a:cs typeface="Arial"/>
              </a:rPr>
              <a:t> </a:t>
            </a:r>
            <a:r>
              <a:rPr sz="2400" spc="-5" dirty="0">
                <a:latin typeface="Bookman Old Style" pitchFamily="18" charset="0"/>
                <a:cs typeface="Arial"/>
              </a:rPr>
              <a:t>customer</a:t>
            </a:r>
            <a:r>
              <a:rPr sz="2400" dirty="0">
                <a:latin typeface="Bookman Old Style" pitchFamily="18" charset="0"/>
                <a:cs typeface="Arial"/>
              </a:rPr>
              <a:t> </a:t>
            </a:r>
            <a:r>
              <a:rPr sz="2400" spc="-5" dirty="0">
                <a:latin typeface="Bookman Old Style" pitchFamily="18" charset="0"/>
                <a:cs typeface="Arial"/>
              </a:rPr>
              <a:t>onto</a:t>
            </a:r>
            <a:r>
              <a:rPr sz="2400" spc="5" dirty="0">
                <a:latin typeface="Bookman Old Style" pitchFamily="18" charset="0"/>
                <a:cs typeface="Arial"/>
              </a:rPr>
              <a:t> </a:t>
            </a:r>
            <a:r>
              <a:rPr sz="2400" spc="-5" dirty="0">
                <a:latin typeface="Bookman Old Style" pitchFamily="18" charset="0"/>
                <a:cs typeface="Arial"/>
              </a:rPr>
              <a:t>the</a:t>
            </a:r>
            <a:r>
              <a:rPr sz="2400" spc="5" dirty="0">
                <a:latin typeface="Bookman Old Style" pitchFamily="18" charset="0"/>
                <a:cs typeface="Arial"/>
              </a:rPr>
              <a:t> </a:t>
            </a:r>
            <a:r>
              <a:rPr sz="2400" spc="-5" dirty="0">
                <a:latin typeface="Bookman Old Style" pitchFamily="18" charset="0"/>
                <a:cs typeface="Arial"/>
              </a:rPr>
              <a:t>team;</a:t>
            </a:r>
            <a:r>
              <a:rPr sz="2400" dirty="0">
                <a:latin typeface="Bookman Old Style" pitchFamily="18" charset="0"/>
                <a:cs typeface="Arial"/>
              </a:rPr>
              <a:t> </a:t>
            </a:r>
            <a:r>
              <a:rPr sz="2400" spc="-5" dirty="0">
                <a:latin typeface="Bookman Old Style" pitchFamily="18" charset="0"/>
                <a:cs typeface="Arial"/>
              </a:rPr>
              <a:t>eliminate </a:t>
            </a:r>
            <a:r>
              <a:rPr sz="2400" spc="-760" dirty="0">
                <a:latin typeface="Bookman Old Style" pitchFamily="18" charset="0"/>
                <a:cs typeface="Arial"/>
              </a:rPr>
              <a:t> </a:t>
            </a:r>
            <a:r>
              <a:rPr sz="2400" spc="-5" dirty="0">
                <a:latin typeface="Bookman Old Style" pitchFamily="18" charset="0"/>
                <a:cs typeface="Arial"/>
              </a:rPr>
              <a:t>the </a:t>
            </a:r>
            <a:r>
              <a:rPr sz="2400" dirty="0">
                <a:latin typeface="Bookman Old Style" pitchFamily="18" charset="0"/>
                <a:cs typeface="Arial"/>
              </a:rPr>
              <a:t>“us</a:t>
            </a:r>
            <a:r>
              <a:rPr sz="2400" spc="-5" dirty="0">
                <a:latin typeface="Bookman Old Style" pitchFamily="18" charset="0"/>
                <a:cs typeface="Arial"/>
              </a:rPr>
              <a:t> </a:t>
            </a:r>
            <a:r>
              <a:rPr sz="2400" dirty="0">
                <a:latin typeface="Bookman Old Style" pitchFamily="18" charset="0"/>
                <a:cs typeface="Arial"/>
              </a:rPr>
              <a:t>and </a:t>
            </a:r>
            <a:r>
              <a:rPr sz="2400" spc="-5" dirty="0">
                <a:latin typeface="Bookman Old Style" pitchFamily="18" charset="0"/>
                <a:cs typeface="Arial"/>
              </a:rPr>
              <a:t>them” attitude</a:t>
            </a:r>
            <a:endParaRPr sz="2400">
              <a:latin typeface="Bookman Old Style" pitchFamily="18" charset="0"/>
              <a:cs typeface="Arial"/>
            </a:endParaRPr>
          </a:p>
          <a:p>
            <a:pPr marL="287020" marR="374015" indent="-274320">
              <a:lnSpc>
                <a:spcPts val="2890"/>
              </a:lnSpc>
              <a:spcBef>
                <a:spcPts val="670"/>
              </a:spcBef>
              <a:buClr>
                <a:srgbClr val="0BD0D9"/>
              </a:buClr>
              <a:buSzPct val="94642"/>
              <a:buChar char="●"/>
              <a:tabLst>
                <a:tab pos="287020" algn="l"/>
              </a:tabLst>
            </a:pPr>
            <a:r>
              <a:rPr sz="2400" spc="-5" dirty="0">
                <a:latin typeface="Bookman Old Style" pitchFamily="18" charset="0"/>
                <a:cs typeface="Arial"/>
              </a:rPr>
              <a:t>Organizing</a:t>
            </a:r>
            <a:r>
              <a:rPr sz="2400" dirty="0">
                <a:latin typeface="Bookman Old Style" pitchFamily="18" charset="0"/>
                <a:cs typeface="Arial"/>
              </a:rPr>
              <a:t> a </a:t>
            </a:r>
            <a:r>
              <a:rPr sz="2400" spc="-5" dirty="0">
                <a:latin typeface="Bookman Old Style" pitchFamily="18" charset="0"/>
                <a:cs typeface="Arial"/>
              </a:rPr>
              <a:t>team </a:t>
            </a:r>
            <a:r>
              <a:rPr sz="2400" dirty="0">
                <a:latin typeface="Bookman Old Style" pitchFamily="18" charset="0"/>
                <a:cs typeface="Arial"/>
              </a:rPr>
              <a:t>so</a:t>
            </a:r>
            <a:r>
              <a:rPr sz="2400" spc="5" dirty="0">
                <a:latin typeface="Bookman Old Style" pitchFamily="18" charset="0"/>
                <a:cs typeface="Arial"/>
              </a:rPr>
              <a:t> </a:t>
            </a:r>
            <a:r>
              <a:rPr sz="2400" spc="-5" dirty="0">
                <a:latin typeface="Bookman Old Style" pitchFamily="18" charset="0"/>
                <a:cs typeface="Arial"/>
              </a:rPr>
              <a:t>that </a:t>
            </a:r>
            <a:r>
              <a:rPr sz="2400" dirty="0">
                <a:latin typeface="Bookman Old Style" pitchFamily="18" charset="0"/>
                <a:cs typeface="Arial"/>
              </a:rPr>
              <a:t>it</a:t>
            </a:r>
            <a:r>
              <a:rPr sz="2400" spc="-5" dirty="0">
                <a:latin typeface="Bookman Old Style" pitchFamily="18" charset="0"/>
                <a:cs typeface="Arial"/>
              </a:rPr>
              <a:t> </a:t>
            </a:r>
            <a:r>
              <a:rPr sz="2400" dirty="0">
                <a:latin typeface="Bookman Old Style" pitchFamily="18" charset="0"/>
                <a:cs typeface="Arial"/>
              </a:rPr>
              <a:t>is in </a:t>
            </a:r>
            <a:r>
              <a:rPr sz="2400" spc="-5" dirty="0">
                <a:latin typeface="Bookman Old Style" pitchFamily="18" charset="0"/>
                <a:cs typeface="Arial"/>
              </a:rPr>
              <a:t>control</a:t>
            </a:r>
            <a:r>
              <a:rPr sz="2400" dirty="0">
                <a:latin typeface="Bookman Old Style" pitchFamily="18" charset="0"/>
                <a:cs typeface="Arial"/>
              </a:rPr>
              <a:t> of</a:t>
            </a:r>
            <a:r>
              <a:rPr sz="2400" spc="-5" dirty="0">
                <a:latin typeface="Bookman Old Style" pitchFamily="18" charset="0"/>
                <a:cs typeface="Arial"/>
              </a:rPr>
              <a:t> the </a:t>
            </a:r>
            <a:r>
              <a:rPr sz="2400" spc="-760" dirty="0">
                <a:latin typeface="Bookman Old Style" pitchFamily="18" charset="0"/>
                <a:cs typeface="Arial"/>
              </a:rPr>
              <a:t> </a:t>
            </a:r>
            <a:r>
              <a:rPr sz="2400" dirty="0">
                <a:latin typeface="Bookman Old Style" pitchFamily="18" charset="0"/>
                <a:cs typeface="Arial"/>
              </a:rPr>
              <a:t>work</a:t>
            </a:r>
            <a:r>
              <a:rPr sz="2400" spc="-10" dirty="0">
                <a:latin typeface="Bookman Old Style" pitchFamily="18" charset="0"/>
                <a:cs typeface="Arial"/>
              </a:rPr>
              <a:t> </a:t>
            </a:r>
            <a:r>
              <a:rPr sz="2400" spc="-5" dirty="0">
                <a:latin typeface="Bookman Old Style" pitchFamily="18" charset="0"/>
                <a:cs typeface="Arial"/>
              </a:rPr>
              <a:t>performed</a:t>
            </a:r>
            <a:endParaRPr sz="2400">
              <a:latin typeface="Bookman Old Style" pitchFamily="18" charset="0"/>
              <a:cs typeface="Arial"/>
            </a:endParaRPr>
          </a:p>
          <a:p>
            <a:pPr marL="287020" indent="-274320">
              <a:lnSpc>
                <a:spcPct val="100000"/>
              </a:lnSpc>
              <a:spcBef>
                <a:spcPts val="185"/>
              </a:spcBef>
              <a:buClr>
                <a:srgbClr val="0BD0D9"/>
              </a:buClr>
              <a:buSzPct val="94642"/>
              <a:buChar char="●"/>
              <a:tabLst>
                <a:tab pos="287020" algn="l"/>
              </a:tabLst>
            </a:pPr>
            <a:r>
              <a:rPr sz="2400" dirty="0">
                <a:latin typeface="Bookman Old Style" pitchFamily="18" charset="0"/>
                <a:cs typeface="Arial"/>
              </a:rPr>
              <a:t>Rapid,</a:t>
            </a:r>
            <a:r>
              <a:rPr sz="2400" spc="-10" dirty="0">
                <a:latin typeface="Bookman Old Style" pitchFamily="18" charset="0"/>
                <a:cs typeface="Arial"/>
              </a:rPr>
              <a:t> </a:t>
            </a:r>
            <a:r>
              <a:rPr sz="2400" spc="-5" dirty="0">
                <a:latin typeface="Bookman Old Style" pitchFamily="18" charset="0"/>
                <a:cs typeface="Arial"/>
              </a:rPr>
              <a:t>incremental </a:t>
            </a:r>
            <a:r>
              <a:rPr sz="2400" dirty="0">
                <a:latin typeface="Bookman Old Style" pitchFamily="18" charset="0"/>
                <a:cs typeface="Arial"/>
              </a:rPr>
              <a:t>delivery</a:t>
            </a:r>
            <a:r>
              <a:rPr sz="2400" spc="-10" dirty="0">
                <a:latin typeface="Bookman Old Style" pitchFamily="18" charset="0"/>
                <a:cs typeface="Arial"/>
              </a:rPr>
              <a:t> </a:t>
            </a:r>
            <a:r>
              <a:rPr sz="2400" dirty="0">
                <a:latin typeface="Bookman Old Style" pitchFamily="18" charset="0"/>
                <a:cs typeface="Arial"/>
              </a:rPr>
              <a:t>of</a:t>
            </a:r>
            <a:r>
              <a:rPr sz="2400" spc="-10" dirty="0">
                <a:latin typeface="Bookman Old Style" pitchFamily="18" charset="0"/>
                <a:cs typeface="Arial"/>
              </a:rPr>
              <a:t> </a:t>
            </a:r>
            <a:r>
              <a:rPr sz="2400" spc="-5" dirty="0">
                <a:latin typeface="Bookman Old Style" pitchFamily="18" charset="0"/>
                <a:cs typeface="Arial"/>
              </a:rPr>
              <a:t>software</a:t>
            </a:r>
            <a:endParaRPr sz="2400">
              <a:latin typeface="Bookman Old Style" pitchFamily="18" charset="0"/>
              <a:cs typeface="Arial"/>
            </a:endParaRPr>
          </a:p>
        </p:txBody>
      </p:sp>
      <p:sp>
        <p:nvSpPr>
          <p:cNvPr id="12" name="object 12"/>
          <p:cNvSpPr txBox="1"/>
          <p:nvPr/>
        </p:nvSpPr>
        <p:spPr>
          <a:xfrm>
            <a:off x="8504583" y="6524079"/>
            <a:ext cx="194945" cy="208279"/>
          </a:xfrm>
          <a:prstGeom prst="rect">
            <a:avLst/>
          </a:prstGeom>
          <a:effectLst/>
        </p:spPr>
        <p:txBody>
          <a:bodyPr vert="horz" wrap="square" lIns="0" tIns="12700" rIns="0" bIns="0" rtlCol="0">
            <a:spAutoFit/>
          </a:bodyPr>
          <a:lstStyle/>
          <a:p>
            <a:pPr marL="12700">
              <a:lnSpc>
                <a:spcPct val="100000"/>
              </a:lnSpc>
              <a:spcBef>
                <a:spcPts val="100"/>
              </a:spcBef>
            </a:pPr>
            <a:r>
              <a:rPr sz="1200" dirty="0">
                <a:solidFill>
                  <a:srgbClr val="045C75"/>
                </a:solidFill>
                <a:latin typeface="Arial"/>
                <a:cs typeface="Arial"/>
              </a:rPr>
              <a:t>56</a:t>
            </a:r>
            <a:endParaRPr sz="1200">
              <a:latin typeface="Arial"/>
              <a:cs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1066800" y="1447800"/>
            <a:ext cx="7458903" cy="4824412"/>
          </a:xfrm>
          <a:prstGeom prst="rect">
            <a:avLst/>
          </a:prstGeom>
          <a:noFill/>
          <a:ln w="9525">
            <a:noFill/>
            <a:miter lim="800000"/>
            <a:headEnd/>
            <a:tailEnd/>
          </a:ln>
          <a:effectLst/>
        </p:spPr>
      </p:pic>
      <p:sp>
        <p:nvSpPr>
          <p:cNvPr id="3" name="Rectangle 2"/>
          <p:cNvSpPr/>
          <p:nvPr/>
        </p:nvSpPr>
        <p:spPr>
          <a:xfrm>
            <a:off x="1828800" y="685800"/>
            <a:ext cx="4724400" cy="523220"/>
          </a:xfrm>
          <a:prstGeom prst="rect">
            <a:avLst/>
          </a:prstGeom>
        </p:spPr>
        <p:txBody>
          <a:bodyPr wrap="square">
            <a:spAutoFit/>
          </a:bodyPr>
          <a:lstStyle/>
          <a:p>
            <a:r>
              <a:rPr lang="en-US" sz="2800" dirty="0"/>
              <a:t>Agility and the Cost of Change</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457200"/>
            <a:ext cx="8077200" cy="5693866"/>
          </a:xfrm>
          <a:prstGeom prst="rect">
            <a:avLst/>
          </a:prstGeom>
        </p:spPr>
        <p:txBody>
          <a:bodyPr wrap="square">
            <a:spAutoFit/>
          </a:bodyPr>
          <a:lstStyle/>
          <a:p>
            <a:r>
              <a:rPr lang="en-US" sz="2800" b="1" dirty="0">
                <a:latin typeface="Bookman Old Style" pitchFamily="18" charset="0"/>
              </a:rPr>
              <a:t>Agile software engineering </a:t>
            </a:r>
            <a:r>
              <a:rPr lang="en-US" sz="2800" dirty="0">
                <a:latin typeface="Bookman Old Style" pitchFamily="18" charset="0"/>
              </a:rPr>
              <a:t>combines a philosophy and a set of development guidelines. </a:t>
            </a:r>
          </a:p>
          <a:p>
            <a:r>
              <a:rPr lang="en-US" sz="2800" dirty="0">
                <a:latin typeface="Bookman Old Style" pitchFamily="18" charset="0"/>
              </a:rPr>
              <a:t>The philosophy encourages customer satisfaction and early incremental delivery of software; small, highly motivated project teams; informal methods; minimal software engineering work products; and overall development simplicity. </a:t>
            </a:r>
          </a:p>
          <a:p>
            <a:r>
              <a:rPr lang="en-US" sz="2800" dirty="0">
                <a:latin typeface="Bookman Old Style" pitchFamily="18" charset="0"/>
              </a:rPr>
              <a:t>The development guidelines stress delivery over analysis and design and active and continuous communication between developers and customers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143000"/>
            <a:ext cx="8153400" cy="3539430"/>
          </a:xfrm>
          <a:prstGeom prst="rect">
            <a:avLst/>
          </a:prstGeom>
        </p:spPr>
        <p:txBody>
          <a:bodyPr wrap="square">
            <a:spAutoFit/>
          </a:bodyPr>
          <a:lstStyle/>
          <a:p>
            <a:r>
              <a:rPr lang="en-US" sz="2800" b="1" dirty="0">
                <a:latin typeface="Bookman Old Style" pitchFamily="18" charset="0"/>
              </a:rPr>
              <a:t>Who does it? </a:t>
            </a:r>
          </a:p>
          <a:p>
            <a:r>
              <a:rPr lang="en-US" sz="2800" b="1" dirty="0">
                <a:latin typeface="Bookman Old Style" pitchFamily="18" charset="0"/>
              </a:rPr>
              <a:t>Software engineers and other</a:t>
            </a:r>
          </a:p>
          <a:p>
            <a:r>
              <a:rPr lang="en-US" sz="2800" dirty="0">
                <a:latin typeface="Bookman Old Style" pitchFamily="18" charset="0"/>
              </a:rPr>
              <a:t>project stakeholders (managers, customers, end users) work together on an agile team—a team that is self-organizing and in control of its own destiny. </a:t>
            </a:r>
          </a:p>
          <a:p>
            <a:r>
              <a:rPr lang="en-US" sz="2800" dirty="0">
                <a:latin typeface="Bookman Old Style" pitchFamily="18" charset="0"/>
              </a:rPr>
              <a:t>An agile team fosters communication and collaboration among all who serve on it.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066800"/>
            <a:ext cx="8305800" cy="4832092"/>
          </a:xfrm>
          <a:prstGeom prst="rect">
            <a:avLst/>
          </a:prstGeom>
        </p:spPr>
        <p:txBody>
          <a:bodyPr wrap="square">
            <a:spAutoFit/>
          </a:bodyPr>
          <a:lstStyle/>
          <a:p>
            <a:r>
              <a:rPr lang="en-US" sz="2800" b="1" dirty="0">
                <a:latin typeface="Bookman Old Style" pitchFamily="18" charset="0"/>
              </a:rPr>
              <a:t>Why is it important? </a:t>
            </a:r>
          </a:p>
          <a:p>
            <a:r>
              <a:rPr lang="en-US" sz="2800" b="1" dirty="0">
                <a:latin typeface="Bookman Old Style" pitchFamily="18" charset="0"/>
              </a:rPr>
              <a:t>The modern business environment</a:t>
            </a:r>
          </a:p>
          <a:p>
            <a:r>
              <a:rPr lang="en-US" sz="2800" dirty="0">
                <a:latin typeface="Bookman Old Style" pitchFamily="18" charset="0"/>
              </a:rPr>
              <a:t>that uses computer-based systems and software products is fast-paced and ever changing.</a:t>
            </a:r>
          </a:p>
          <a:p>
            <a:r>
              <a:rPr lang="en-US" sz="2800" dirty="0">
                <a:latin typeface="Bookman Old Style" pitchFamily="18" charset="0"/>
              </a:rPr>
              <a:t>Agile software engineering represents a reasonable alternative to conventional software engineering for certain classes of software and certain types of software projects. It has been demonstrated to deliver successful systems quickly.</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914400"/>
            <a:ext cx="7848600" cy="4832092"/>
          </a:xfrm>
          <a:prstGeom prst="rect">
            <a:avLst/>
          </a:prstGeom>
        </p:spPr>
        <p:txBody>
          <a:bodyPr wrap="square">
            <a:spAutoFit/>
          </a:bodyPr>
          <a:lstStyle/>
          <a:p>
            <a:r>
              <a:rPr lang="en-US" sz="2800" b="1" dirty="0">
                <a:latin typeface="Bookman Old Style" pitchFamily="18" charset="0"/>
              </a:rPr>
              <a:t>What are the steps? </a:t>
            </a:r>
          </a:p>
          <a:p>
            <a:r>
              <a:rPr lang="en-US" sz="2800" b="1" dirty="0">
                <a:latin typeface="Bookman Old Style" pitchFamily="18" charset="0"/>
              </a:rPr>
              <a:t>Agile development might best </a:t>
            </a:r>
            <a:r>
              <a:rPr lang="en-US" sz="2800" dirty="0">
                <a:latin typeface="Bookman Old Style" pitchFamily="18" charset="0"/>
              </a:rPr>
              <a:t>be termed “software engineering </a:t>
            </a:r>
            <a:r>
              <a:rPr lang="en-US" sz="2800" dirty="0" err="1">
                <a:latin typeface="Bookman Old Style" pitchFamily="18" charset="0"/>
              </a:rPr>
              <a:t>lite</a:t>
            </a:r>
            <a:r>
              <a:rPr lang="en-US" sz="2800" dirty="0">
                <a:latin typeface="Bookman Old Style" pitchFamily="18" charset="0"/>
              </a:rPr>
              <a:t>.” </a:t>
            </a:r>
          </a:p>
          <a:p>
            <a:endParaRPr lang="en-US" sz="2800" dirty="0">
              <a:latin typeface="Bookman Old Style" pitchFamily="18" charset="0"/>
            </a:endParaRPr>
          </a:p>
          <a:p>
            <a:r>
              <a:rPr lang="en-US" sz="2800" dirty="0">
                <a:latin typeface="Bookman Old Style" pitchFamily="18" charset="0"/>
              </a:rPr>
              <a:t>The basic framework activities-Communication, Planning, Modeling, Construction and Deployment— remain same. </a:t>
            </a:r>
          </a:p>
          <a:p>
            <a:r>
              <a:rPr lang="en-US" sz="2800" dirty="0">
                <a:latin typeface="Bookman Old Style" pitchFamily="18" charset="0"/>
              </a:rPr>
              <a:t>But they morph into a minimal task set</a:t>
            </a:r>
          </a:p>
          <a:p>
            <a:r>
              <a:rPr lang="en-US" sz="2800" dirty="0">
                <a:latin typeface="Bookman Old Style" pitchFamily="18" charset="0"/>
              </a:rPr>
              <a:t>that pushes the project team toward construction and delivery).</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685800"/>
            <a:ext cx="8305800" cy="5262979"/>
          </a:xfrm>
          <a:prstGeom prst="rect">
            <a:avLst/>
          </a:prstGeom>
        </p:spPr>
        <p:txBody>
          <a:bodyPr wrap="square">
            <a:spAutoFit/>
          </a:bodyPr>
          <a:lstStyle/>
          <a:p>
            <a:r>
              <a:rPr lang="en-US" sz="2800" b="1" dirty="0">
                <a:latin typeface="Bookman Old Style" pitchFamily="18" charset="0"/>
              </a:rPr>
              <a:t>What is the work product? </a:t>
            </a:r>
          </a:p>
          <a:p>
            <a:r>
              <a:rPr lang="en-US" sz="2800" b="1" dirty="0">
                <a:latin typeface="Bookman Old Style" pitchFamily="18" charset="0"/>
              </a:rPr>
              <a:t>Both the customer </a:t>
            </a:r>
            <a:r>
              <a:rPr lang="en-US" sz="2800" dirty="0">
                <a:latin typeface="Bookman Old Style" pitchFamily="18" charset="0"/>
              </a:rPr>
              <a:t>and the software engineer have the same view—the only really important work product is an operational “software increment” that is delivered to the customer on the appropriate commitment date.</a:t>
            </a:r>
          </a:p>
          <a:p>
            <a:endParaRPr lang="en-US" sz="2800" dirty="0">
              <a:latin typeface="Bookman Old Style" pitchFamily="18" charset="0"/>
            </a:endParaRPr>
          </a:p>
          <a:p>
            <a:r>
              <a:rPr lang="en-US" sz="2800" b="1" dirty="0">
                <a:latin typeface="Bookman Old Style" pitchFamily="18" charset="0"/>
              </a:rPr>
              <a:t>How do I ensure that I’ve done it right? </a:t>
            </a:r>
          </a:p>
          <a:p>
            <a:r>
              <a:rPr lang="en-US" sz="2800" b="1" dirty="0">
                <a:latin typeface="Bookman Old Style" pitchFamily="18" charset="0"/>
              </a:rPr>
              <a:t>If the </a:t>
            </a:r>
            <a:r>
              <a:rPr lang="en-US" sz="2800" dirty="0">
                <a:latin typeface="Bookman Old Style" pitchFamily="18" charset="0"/>
              </a:rPr>
              <a:t>agile team agrees that the process works, and the team produces deliverable software increments that satisfy the customer, you’ve done it right.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10" name="object 10"/>
          <p:cNvSpPr txBox="1"/>
          <p:nvPr/>
        </p:nvSpPr>
        <p:spPr>
          <a:xfrm>
            <a:off x="533400" y="838200"/>
            <a:ext cx="8077200" cy="4923143"/>
          </a:xfrm>
          <a:prstGeom prst="rect">
            <a:avLst/>
          </a:prstGeom>
        </p:spPr>
        <p:txBody>
          <a:bodyPr vert="horz" wrap="square" lIns="0" tIns="120650" rIns="0" bIns="0" rtlCol="0">
            <a:spAutoFit/>
          </a:bodyPr>
          <a:lstStyle/>
          <a:p>
            <a:pPr marL="267335" indent="-255270">
              <a:buClr>
                <a:srgbClr val="0BD0D9"/>
              </a:buClr>
              <a:buSzPct val="95833"/>
              <a:tabLst>
                <a:tab pos="267970" algn="l"/>
              </a:tabLst>
            </a:pPr>
            <a:r>
              <a:rPr sz="2800" b="1" spc="5" dirty="0">
                <a:latin typeface="Bookman Old Style" pitchFamily="18" charset="0"/>
                <a:cs typeface="Book Antiqua"/>
              </a:rPr>
              <a:t>Agile</a:t>
            </a:r>
            <a:r>
              <a:rPr sz="2800" b="1" spc="-15" dirty="0">
                <a:latin typeface="Bookman Old Style" pitchFamily="18" charset="0"/>
                <a:cs typeface="Book Antiqua"/>
              </a:rPr>
              <a:t> </a:t>
            </a:r>
            <a:r>
              <a:rPr sz="2800" b="1" spc="5">
                <a:latin typeface="Bookman Old Style" pitchFamily="18" charset="0"/>
                <a:cs typeface="Book Antiqua"/>
              </a:rPr>
              <a:t>engineers</a:t>
            </a:r>
            <a:r>
              <a:rPr sz="2800" b="1" spc="-15">
                <a:latin typeface="Bookman Old Style" pitchFamily="18" charset="0"/>
                <a:cs typeface="Book Antiqua"/>
              </a:rPr>
              <a:t> </a:t>
            </a:r>
            <a:r>
              <a:rPr sz="2800" b="1" spc="5">
                <a:latin typeface="Bookman Old Style" pitchFamily="18" charset="0"/>
                <a:cs typeface="Book Antiqua"/>
              </a:rPr>
              <a:t>believe</a:t>
            </a:r>
            <a:endParaRPr lang="en-US" sz="2800" b="1" spc="5" dirty="0">
              <a:latin typeface="Bookman Old Style" pitchFamily="18" charset="0"/>
              <a:cs typeface="Book Antiqua"/>
            </a:endParaRPr>
          </a:p>
          <a:p>
            <a:pPr marL="267335" indent="-255270">
              <a:buClr>
                <a:srgbClr val="0BD0D9"/>
              </a:buClr>
              <a:buSzPct val="95833"/>
              <a:tabLst>
                <a:tab pos="267970" algn="l"/>
              </a:tabLst>
            </a:pPr>
            <a:endParaRPr sz="1400" b="1">
              <a:latin typeface="Bookman Old Style" pitchFamily="18" charset="0"/>
              <a:cs typeface="Book Antiqua"/>
            </a:endParaRPr>
          </a:p>
          <a:p>
            <a:pPr marL="635000" marR="988694" lvl="1" indent="-229870">
              <a:buClr>
                <a:srgbClr val="0F6FC6"/>
              </a:buClr>
              <a:buSzPct val="86363"/>
              <a:buFont typeface="Arial"/>
              <a:buChar char="●"/>
              <a:tabLst>
                <a:tab pos="635635" algn="l"/>
              </a:tabLst>
            </a:pPr>
            <a:r>
              <a:rPr sz="2400" spc="10" dirty="0">
                <a:latin typeface="Bookman Old Style" pitchFamily="18" charset="0"/>
                <a:cs typeface="Book Antiqua"/>
              </a:rPr>
              <a:t>Current </a:t>
            </a:r>
            <a:r>
              <a:rPr sz="2400" spc="5" dirty="0">
                <a:latin typeface="Bookman Old Style" pitchFamily="18" charset="0"/>
                <a:cs typeface="Book Antiqua"/>
              </a:rPr>
              <a:t>software </a:t>
            </a:r>
            <a:r>
              <a:rPr sz="2400" spc="15" dirty="0">
                <a:latin typeface="Bookman Old Style" pitchFamily="18" charset="0"/>
                <a:cs typeface="Book Antiqua"/>
              </a:rPr>
              <a:t>development </a:t>
            </a:r>
            <a:r>
              <a:rPr sz="2400" spc="5" dirty="0">
                <a:latin typeface="Bookman Old Style" pitchFamily="18" charset="0"/>
                <a:cs typeface="Book Antiqua"/>
              </a:rPr>
              <a:t>processes </a:t>
            </a:r>
            <a:r>
              <a:rPr sz="2400" dirty="0">
                <a:latin typeface="Bookman Old Style" pitchFamily="18" charset="0"/>
                <a:cs typeface="Book Antiqua"/>
              </a:rPr>
              <a:t>are </a:t>
            </a:r>
            <a:r>
              <a:rPr sz="2400" spc="15" dirty="0">
                <a:latin typeface="Bookman Old Style" pitchFamily="18" charset="0"/>
                <a:cs typeface="Book Antiqua"/>
              </a:rPr>
              <a:t>too </a:t>
            </a:r>
            <a:r>
              <a:rPr sz="2400" spc="-535" dirty="0">
                <a:latin typeface="Bookman Old Style" pitchFamily="18" charset="0"/>
                <a:cs typeface="Book Antiqua"/>
              </a:rPr>
              <a:t> </a:t>
            </a:r>
            <a:r>
              <a:rPr sz="2400" spc="10" dirty="0">
                <a:latin typeface="Bookman Old Style" pitchFamily="18" charset="0"/>
                <a:cs typeface="Book Antiqua"/>
              </a:rPr>
              <a:t>heavyweight</a:t>
            </a:r>
            <a:r>
              <a:rPr sz="2400" dirty="0">
                <a:latin typeface="Bookman Old Style" pitchFamily="18" charset="0"/>
                <a:cs typeface="Book Antiqua"/>
              </a:rPr>
              <a:t> </a:t>
            </a:r>
            <a:r>
              <a:rPr sz="2400" spc="15" dirty="0">
                <a:latin typeface="Bookman Old Style" pitchFamily="18" charset="0"/>
                <a:cs typeface="Book Antiqua"/>
              </a:rPr>
              <a:t>or</a:t>
            </a:r>
            <a:r>
              <a:rPr sz="2400" spc="5" dirty="0">
                <a:latin typeface="Bookman Old Style" pitchFamily="18" charset="0"/>
                <a:cs typeface="Book Antiqua"/>
              </a:rPr>
              <a:t> </a:t>
            </a:r>
            <a:r>
              <a:rPr sz="2400" spc="15" dirty="0">
                <a:latin typeface="Bookman Old Style" pitchFamily="18" charset="0"/>
                <a:cs typeface="Book Antiqua"/>
              </a:rPr>
              <a:t>cumbersome</a:t>
            </a:r>
            <a:endParaRPr sz="2400">
              <a:latin typeface="Bookman Old Style" pitchFamily="18" charset="0"/>
              <a:cs typeface="Book Antiqua"/>
            </a:endParaRPr>
          </a:p>
          <a:p>
            <a:pPr marL="635000" marR="5080" lvl="1" indent="-229870" algn="just">
              <a:buClr>
                <a:srgbClr val="0F6FC6"/>
              </a:buClr>
              <a:buSzPct val="86363"/>
              <a:buFont typeface="Arial"/>
              <a:buChar char="●"/>
              <a:tabLst>
                <a:tab pos="635635" algn="l"/>
              </a:tabLst>
            </a:pPr>
            <a:r>
              <a:rPr sz="2400" spc="-55" dirty="0">
                <a:latin typeface="Bookman Old Style" pitchFamily="18" charset="0"/>
                <a:cs typeface="Book Antiqua"/>
              </a:rPr>
              <a:t>Too</a:t>
            </a:r>
            <a:r>
              <a:rPr sz="2400" spc="5" dirty="0">
                <a:latin typeface="Bookman Old Style" pitchFamily="18" charset="0"/>
                <a:cs typeface="Book Antiqua"/>
              </a:rPr>
              <a:t> </a:t>
            </a:r>
            <a:r>
              <a:rPr sz="2400" spc="20" dirty="0">
                <a:latin typeface="Bookman Old Style" pitchFamily="18" charset="0"/>
                <a:cs typeface="Book Antiqua"/>
              </a:rPr>
              <a:t>many</a:t>
            </a:r>
            <a:r>
              <a:rPr sz="2400" spc="5" dirty="0">
                <a:latin typeface="Bookman Old Style" pitchFamily="18" charset="0"/>
                <a:cs typeface="Book Antiqua"/>
              </a:rPr>
              <a:t> </a:t>
            </a:r>
            <a:r>
              <a:rPr sz="2400" spc="10" dirty="0">
                <a:latin typeface="Bookman Old Style" pitchFamily="18" charset="0"/>
                <a:cs typeface="Book Antiqua"/>
              </a:rPr>
              <a:t>things</a:t>
            </a:r>
            <a:r>
              <a:rPr sz="2400" dirty="0">
                <a:latin typeface="Bookman Old Style" pitchFamily="18" charset="0"/>
                <a:cs typeface="Book Antiqua"/>
              </a:rPr>
              <a:t> are</a:t>
            </a:r>
            <a:r>
              <a:rPr sz="2400" spc="5" dirty="0">
                <a:latin typeface="Bookman Old Style" pitchFamily="18" charset="0"/>
                <a:cs typeface="Book Antiqua"/>
              </a:rPr>
              <a:t> </a:t>
            </a:r>
            <a:r>
              <a:rPr sz="2400" spc="15" dirty="0">
                <a:latin typeface="Bookman Old Style" pitchFamily="18" charset="0"/>
                <a:cs typeface="Book Antiqua"/>
              </a:rPr>
              <a:t>done</a:t>
            </a:r>
            <a:r>
              <a:rPr sz="2400" spc="5" dirty="0">
                <a:latin typeface="Bookman Old Style" pitchFamily="18" charset="0"/>
                <a:cs typeface="Book Antiqua"/>
              </a:rPr>
              <a:t> </a:t>
            </a:r>
            <a:r>
              <a:rPr sz="2400" spc="10" dirty="0">
                <a:latin typeface="Bookman Old Style" pitchFamily="18" charset="0"/>
                <a:cs typeface="Book Antiqua"/>
              </a:rPr>
              <a:t>that</a:t>
            </a:r>
            <a:r>
              <a:rPr sz="2400" spc="5" dirty="0">
                <a:latin typeface="Bookman Old Style" pitchFamily="18" charset="0"/>
                <a:cs typeface="Book Antiqua"/>
              </a:rPr>
              <a:t> </a:t>
            </a:r>
            <a:r>
              <a:rPr sz="2400" dirty="0">
                <a:latin typeface="Bookman Old Style" pitchFamily="18" charset="0"/>
                <a:cs typeface="Book Antiqua"/>
              </a:rPr>
              <a:t>are</a:t>
            </a:r>
            <a:r>
              <a:rPr sz="2400" spc="5" dirty="0">
                <a:latin typeface="Bookman Old Style" pitchFamily="18" charset="0"/>
                <a:cs typeface="Book Antiqua"/>
              </a:rPr>
              <a:t> </a:t>
            </a:r>
            <a:r>
              <a:rPr sz="2400" spc="10" dirty="0">
                <a:latin typeface="Bookman Old Style" pitchFamily="18" charset="0"/>
                <a:cs typeface="Book Antiqua"/>
              </a:rPr>
              <a:t>not</a:t>
            </a:r>
            <a:r>
              <a:rPr sz="2400" spc="5" dirty="0">
                <a:latin typeface="Bookman Old Style" pitchFamily="18" charset="0"/>
                <a:cs typeface="Book Antiqua"/>
              </a:rPr>
              <a:t> directly related </a:t>
            </a:r>
            <a:r>
              <a:rPr sz="2400" spc="10" dirty="0">
                <a:latin typeface="Bookman Old Style" pitchFamily="18" charset="0"/>
                <a:cs typeface="Book Antiqua"/>
              </a:rPr>
              <a:t>to </a:t>
            </a:r>
            <a:r>
              <a:rPr sz="2400" spc="-535" dirty="0">
                <a:latin typeface="Bookman Old Style" pitchFamily="18" charset="0"/>
                <a:cs typeface="Book Antiqua"/>
              </a:rPr>
              <a:t> </a:t>
            </a:r>
            <a:r>
              <a:rPr sz="2400" spc="5" dirty="0">
                <a:latin typeface="Bookman Old Style" pitchFamily="18" charset="0"/>
                <a:cs typeface="Book Antiqua"/>
              </a:rPr>
              <a:t>software</a:t>
            </a:r>
            <a:r>
              <a:rPr sz="2400" dirty="0">
                <a:latin typeface="Bookman Old Style" pitchFamily="18" charset="0"/>
                <a:cs typeface="Book Antiqua"/>
              </a:rPr>
              <a:t> </a:t>
            </a:r>
            <a:r>
              <a:rPr sz="2400" spc="5" dirty="0">
                <a:latin typeface="Bookman Old Style" pitchFamily="18" charset="0"/>
                <a:cs typeface="Book Antiqua"/>
              </a:rPr>
              <a:t>product </a:t>
            </a:r>
            <a:r>
              <a:rPr sz="2400" spc="10" dirty="0">
                <a:latin typeface="Bookman Old Style" pitchFamily="18" charset="0"/>
                <a:cs typeface="Book Antiqua"/>
              </a:rPr>
              <a:t>being</a:t>
            </a:r>
            <a:r>
              <a:rPr sz="2400" spc="5" dirty="0">
                <a:latin typeface="Bookman Old Style" pitchFamily="18" charset="0"/>
                <a:cs typeface="Book Antiqua"/>
              </a:rPr>
              <a:t> </a:t>
            </a:r>
            <a:r>
              <a:rPr sz="2400" spc="10" dirty="0">
                <a:latin typeface="Bookman Old Style" pitchFamily="18" charset="0"/>
                <a:cs typeface="Book Antiqua"/>
              </a:rPr>
              <a:t>produced</a:t>
            </a:r>
            <a:endParaRPr sz="2400">
              <a:latin typeface="Bookman Old Style" pitchFamily="18" charset="0"/>
              <a:cs typeface="Book Antiqua"/>
            </a:endParaRPr>
          </a:p>
          <a:p>
            <a:pPr marL="635000" lvl="1" indent="-229870">
              <a:buClr>
                <a:srgbClr val="0F6FC6"/>
              </a:buClr>
              <a:buSzPct val="86363"/>
              <a:buFont typeface="Arial"/>
              <a:buChar char="●"/>
              <a:tabLst>
                <a:tab pos="635635" algn="l"/>
              </a:tabLst>
            </a:pPr>
            <a:r>
              <a:rPr sz="2400" spc="10" dirty="0">
                <a:latin typeface="Bookman Old Style" pitchFamily="18" charset="0"/>
                <a:cs typeface="Book Antiqua"/>
              </a:rPr>
              <a:t>Current</a:t>
            </a:r>
            <a:r>
              <a:rPr sz="2400" spc="-5" dirty="0">
                <a:latin typeface="Bookman Old Style" pitchFamily="18" charset="0"/>
                <a:cs typeface="Book Antiqua"/>
              </a:rPr>
              <a:t> </a:t>
            </a:r>
            <a:r>
              <a:rPr sz="2400" spc="5" dirty="0">
                <a:latin typeface="Bookman Old Style" pitchFamily="18" charset="0"/>
                <a:cs typeface="Book Antiqua"/>
              </a:rPr>
              <a:t>software</a:t>
            </a:r>
            <a:r>
              <a:rPr sz="2400" dirty="0">
                <a:latin typeface="Bookman Old Style" pitchFamily="18" charset="0"/>
                <a:cs typeface="Book Antiqua"/>
              </a:rPr>
              <a:t> </a:t>
            </a:r>
            <a:r>
              <a:rPr sz="2400" spc="15" dirty="0">
                <a:latin typeface="Bookman Old Style" pitchFamily="18" charset="0"/>
                <a:cs typeface="Book Antiqua"/>
              </a:rPr>
              <a:t>development</a:t>
            </a:r>
            <a:r>
              <a:rPr sz="2400" dirty="0">
                <a:latin typeface="Bookman Old Style" pitchFamily="18" charset="0"/>
                <a:cs typeface="Book Antiqua"/>
              </a:rPr>
              <a:t> </a:t>
            </a:r>
            <a:r>
              <a:rPr sz="2400" spc="10" dirty="0">
                <a:latin typeface="Bookman Old Style" pitchFamily="18" charset="0"/>
                <a:cs typeface="Book Antiqua"/>
              </a:rPr>
              <a:t>is</a:t>
            </a:r>
            <a:r>
              <a:rPr sz="2400" dirty="0">
                <a:latin typeface="Bookman Old Style" pitchFamily="18" charset="0"/>
                <a:cs typeface="Book Antiqua"/>
              </a:rPr>
              <a:t> </a:t>
            </a:r>
            <a:r>
              <a:rPr sz="2400" spc="15" dirty="0">
                <a:latin typeface="Bookman Old Style" pitchFamily="18" charset="0"/>
                <a:cs typeface="Book Antiqua"/>
              </a:rPr>
              <a:t>too</a:t>
            </a:r>
            <a:r>
              <a:rPr sz="2400" dirty="0">
                <a:latin typeface="Bookman Old Style" pitchFamily="18" charset="0"/>
                <a:cs typeface="Book Antiqua"/>
              </a:rPr>
              <a:t> </a:t>
            </a:r>
            <a:r>
              <a:rPr sz="2400" spc="10" dirty="0">
                <a:latin typeface="Bookman Old Style" pitchFamily="18" charset="0"/>
                <a:cs typeface="Book Antiqua"/>
              </a:rPr>
              <a:t>rigid</a:t>
            </a:r>
            <a:endParaRPr sz="2400">
              <a:latin typeface="Bookman Old Style" pitchFamily="18" charset="0"/>
              <a:cs typeface="Book Antiqua"/>
            </a:endParaRPr>
          </a:p>
          <a:p>
            <a:pPr marL="635000" lvl="1" indent="-229870">
              <a:buClr>
                <a:srgbClr val="0F6FC6"/>
              </a:buClr>
              <a:buSzPct val="86363"/>
              <a:buFont typeface="Arial"/>
              <a:buChar char="●"/>
              <a:tabLst>
                <a:tab pos="635635" algn="l"/>
              </a:tabLst>
            </a:pPr>
            <a:r>
              <a:rPr sz="2400" spc="5" dirty="0">
                <a:latin typeface="Bookman Old Style" pitchFamily="18" charset="0"/>
                <a:cs typeface="Book Antiqua"/>
              </a:rPr>
              <a:t>Difficulty</a:t>
            </a:r>
            <a:r>
              <a:rPr sz="2400" dirty="0">
                <a:latin typeface="Bookman Old Style" pitchFamily="18" charset="0"/>
                <a:cs typeface="Book Antiqua"/>
              </a:rPr>
              <a:t> </a:t>
            </a:r>
            <a:r>
              <a:rPr sz="2400" spc="15" dirty="0">
                <a:latin typeface="Bookman Old Style" pitchFamily="18" charset="0"/>
                <a:cs typeface="Book Antiqua"/>
              </a:rPr>
              <a:t>with</a:t>
            </a:r>
            <a:r>
              <a:rPr sz="2400" spc="5" dirty="0">
                <a:latin typeface="Bookman Old Style" pitchFamily="18" charset="0"/>
                <a:cs typeface="Book Antiqua"/>
              </a:rPr>
              <a:t> </a:t>
            </a:r>
            <a:r>
              <a:rPr sz="2400" spc="15" dirty="0">
                <a:latin typeface="Bookman Old Style" pitchFamily="18" charset="0"/>
                <a:cs typeface="Book Antiqua"/>
              </a:rPr>
              <a:t>incomplete</a:t>
            </a:r>
            <a:r>
              <a:rPr sz="2400" spc="5" dirty="0">
                <a:latin typeface="Bookman Old Style" pitchFamily="18" charset="0"/>
                <a:cs typeface="Book Antiqua"/>
              </a:rPr>
              <a:t> </a:t>
            </a:r>
            <a:r>
              <a:rPr sz="2400" spc="15" dirty="0">
                <a:latin typeface="Bookman Old Style" pitchFamily="18" charset="0"/>
                <a:cs typeface="Book Antiqua"/>
              </a:rPr>
              <a:t>or</a:t>
            </a:r>
            <a:r>
              <a:rPr sz="2400" spc="5" dirty="0">
                <a:latin typeface="Bookman Old Style" pitchFamily="18" charset="0"/>
                <a:cs typeface="Book Antiqua"/>
              </a:rPr>
              <a:t> </a:t>
            </a:r>
            <a:r>
              <a:rPr sz="2400" spc="10" dirty="0">
                <a:latin typeface="Bookman Old Style" pitchFamily="18" charset="0"/>
                <a:cs typeface="Book Antiqua"/>
              </a:rPr>
              <a:t>changing</a:t>
            </a:r>
            <a:r>
              <a:rPr sz="2400" spc="5" dirty="0">
                <a:latin typeface="Bookman Old Style" pitchFamily="18" charset="0"/>
                <a:cs typeface="Book Antiqua"/>
              </a:rPr>
              <a:t> requirements</a:t>
            </a:r>
            <a:endParaRPr sz="2400">
              <a:latin typeface="Bookman Old Style" pitchFamily="18" charset="0"/>
              <a:cs typeface="Book Antiqua"/>
            </a:endParaRPr>
          </a:p>
          <a:p>
            <a:pPr marL="635000" lvl="1" indent="-229870">
              <a:buClr>
                <a:srgbClr val="0F6FC6"/>
              </a:buClr>
              <a:buSzPct val="86363"/>
              <a:buFont typeface="Arial"/>
              <a:buChar char="●"/>
              <a:tabLst>
                <a:tab pos="635635" algn="l"/>
              </a:tabLst>
            </a:pPr>
            <a:r>
              <a:rPr sz="2400" spc="10" dirty="0">
                <a:latin typeface="Bookman Old Style" pitchFamily="18" charset="0"/>
                <a:cs typeface="Book Antiqua"/>
              </a:rPr>
              <a:t>Short</a:t>
            </a:r>
            <a:r>
              <a:rPr sz="2400" dirty="0">
                <a:latin typeface="Bookman Old Style" pitchFamily="18" charset="0"/>
                <a:cs typeface="Book Antiqua"/>
              </a:rPr>
              <a:t> </a:t>
            </a:r>
            <a:r>
              <a:rPr sz="2400" spc="15" dirty="0">
                <a:latin typeface="Bookman Old Style" pitchFamily="18" charset="0"/>
                <a:cs typeface="Book Antiqua"/>
              </a:rPr>
              <a:t>development</a:t>
            </a:r>
            <a:r>
              <a:rPr sz="2400" spc="5" dirty="0">
                <a:latin typeface="Bookman Old Style" pitchFamily="18" charset="0"/>
                <a:cs typeface="Book Antiqua"/>
              </a:rPr>
              <a:t> </a:t>
            </a:r>
            <a:r>
              <a:rPr sz="2400" spc="10" dirty="0">
                <a:latin typeface="Bookman Old Style" pitchFamily="18" charset="0"/>
                <a:cs typeface="Book Antiqua"/>
              </a:rPr>
              <a:t>cycles</a:t>
            </a:r>
            <a:r>
              <a:rPr sz="2400" spc="5" dirty="0">
                <a:latin typeface="Bookman Old Style" pitchFamily="18" charset="0"/>
                <a:cs typeface="Book Antiqua"/>
              </a:rPr>
              <a:t> </a:t>
            </a:r>
            <a:r>
              <a:rPr sz="2400" spc="10" dirty="0">
                <a:latin typeface="Bookman Old Style" pitchFamily="18" charset="0"/>
                <a:cs typeface="Book Antiqua"/>
              </a:rPr>
              <a:t>(Internet</a:t>
            </a:r>
            <a:r>
              <a:rPr sz="2400" spc="5" dirty="0">
                <a:latin typeface="Bookman Old Style" pitchFamily="18" charset="0"/>
                <a:cs typeface="Book Antiqua"/>
              </a:rPr>
              <a:t> </a:t>
            </a:r>
            <a:r>
              <a:rPr sz="2400" spc="10" dirty="0">
                <a:latin typeface="Bookman Old Style" pitchFamily="18" charset="0"/>
                <a:cs typeface="Book Antiqua"/>
              </a:rPr>
              <a:t>applications)</a:t>
            </a:r>
            <a:endParaRPr sz="2400">
              <a:latin typeface="Bookman Old Style" pitchFamily="18" charset="0"/>
              <a:cs typeface="Book Antiqua"/>
            </a:endParaRPr>
          </a:p>
          <a:p>
            <a:pPr marL="635000" lvl="1" indent="-229870">
              <a:buClr>
                <a:srgbClr val="0F6FC6"/>
              </a:buClr>
              <a:buSzPct val="86363"/>
              <a:buFont typeface="Arial"/>
              <a:buChar char="●"/>
              <a:tabLst>
                <a:tab pos="635635" algn="l"/>
              </a:tabLst>
            </a:pPr>
            <a:r>
              <a:rPr sz="2400" spc="5" dirty="0">
                <a:latin typeface="Bookman Old Style" pitchFamily="18" charset="0"/>
                <a:cs typeface="Book Antiqua"/>
              </a:rPr>
              <a:t>More</a:t>
            </a:r>
            <a:r>
              <a:rPr sz="2400" spc="10" dirty="0">
                <a:latin typeface="Bookman Old Style" pitchFamily="18" charset="0"/>
                <a:cs typeface="Book Antiqua"/>
              </a:rPr>
              <a:t> active</a:t>
            </a:r>
            <a:r>
              <a:rPr sz="2400" spc="15" dirty="0">
                <a:latin typeface="Bookman Old Style" pitchFamily="18" charset="0"/>
                <a:cs typeface="Book Antiqua"/>
              </a:rPr>
              <a:t> </a:t>
            </a:r>
            <a:r>
              <a:rPr sz="2400" spc="10" dirty="0">
                <a:latin typeface="Bookman Old Style" pitchFamily="18" charset="0"/>
                <a:cs typeface="Book Antiqua"/>
              </a:rPr>
              <a:t>customer involvement</a:t>
            </a:r>
            <a:r>
              <a:rPr sz="2400" spc="15" dirty="0">
                <a:latin typeface="Bookman Old Style" pitchFamily="18" charset="0"/>
                <a:cs typeface="Book Antiqua"/>
              </a:rPr>
              <a:t> </a:t>
            </a:r>
            <a:r>
              <a:rPr sz="2400" spc="10" dirty="0">
                <a:latin typeface="Bookman Old Style" pitchFamily="18" charset="0"/>
                <a:cs typeface="Book Antiqua"/>
              </a:rPr>
              <a:t>needed</a:t>
            </a:r>
            <a:endParaRPr sz="2400">
              <a:latin typeface="Bookman Old Style" pitchFamily="18" charset="0"/>
              <a:cs typeface="Book Antiqua"/>
            </a:endParaRPr>
          </a:p>
          <a:p>
            <a:pPr marL="635000" lvl="1" indent="-229870">
              <a:buClr>
                <a:srgbClr val="0F6FC6"/>
              </a:buClr>
              <a:buSzPct val="86363"/>
              <a:buFont typeface="Arial"/>
              <a:buChar char="●"/>
              <a:tabLst>
                <a:tab pos="635635" algn="l"/>
              </a:tabLst>
            </a:pPr>
            <a:r>
              <a:rPr sz="2400" spc="15">
                <a:latin typeface="Bookman Old Style" pitchFamily="18" charset="0"/>
                <a:cs typeface="Book Antiqua"/>
              </a:rPr>
              <a:t>CMM</a:t>
            </a:r>
            <a:r>
              <a:rPr lang="en-US" sz="2400" spc="15" dirty="0">
                <a:latin typeface="Bookman Old Style" pitchFamily="18" charset="0"/>
                <a:cs typeface="Book Antiqua"/>
              </a:rPr>
              <a:t> </a:t>
            </a:r>
            <a:r>
              <a:rPr sz="2400" spc="15">
                <a:latin typeface="Bookman Old Style" pitchFamily="18" charset="0"/>
                <a:cs typeface="Book Antiqua"/>
              </a:rPr>
              <a:t>(</a:t>
            </a:r>
            <a:r>
              <a:rPr lang="en-US" sz="2400" spc="15" dirty="0">
                <a:latin typeface="Bookman Old Style" pitchFamily="18" charset="0"/>
                <a:cs typeface="Book Antiqua"/>
              </a:rPr>
              <a:t>C</a:t>
            </a:r>
            <a:r>
              <a:rPr sz="2400" spc="15">
                <a:latin typeface="Bookman Old Style" pitchFamily="18" charset="0"/>
                <a:cs typeface="Book Antiqua"/>
              </a:rPr>
              <a:t>apability</a:t>
            </a:r>
            <a:r>
              <a:rPr sz="2400">
                <a:latin typeface="Bookman Old Style" pitchFamily="18" charset="0"/>
                <a:cs typeface="Book Antiqua"/>
              </a:rPr>
              <a:t> </a:t>
            </a:r>
            <a:r>
              <a:rPr lang="en-US" sz="2400" dirty="0">
                <a:latin typeface="Bookman Old Style" pitchFamily="18" charset="0"/>
                <a:cs typeface="Book Antiqua"/>
              </a:rPr>
              <a:t>M</a:t>
            </a:r>
            <a:r>
              <a:rPr sz="2400" spc="10">
                <a:latin typeface="Bookman Old Style" pitchFamily="18" charset="0"/>
                <a:cs typeface="Book Antiqua"/>
              </a:rPr>
              <a:t>aturity</a:t>
            </a:r>
            <a:r>
              <a:rPr sz="2400" spc="5">
                <a:latin typeface="Bookman Old Style" pitchFamily="18" charset="0"/>
                <a:cs typeface="Book Antiqua"/>
              </a:rPr>
              <a:t> </a:t>
            </a:r>
            <a:r>
              <a:rPr lang="en-US" sz="2400" spc="15" dirty="0">
                <a:latin typeface="Bookman Old Style" pitchFamily="18" charset="0"/>
                <a:cs typeface="Book Antiqua"/>
              </a:rPr>
              <a:t>M</a:t>
            </a:r>
            <a:r>
              <a:rPr sz="2400" spc="15">
                <a:latin typeface="Bookman Old Style" pitchFamily="18" charset="0"/>
                <a:cs typeface="Book Antiqua"/>
              </a:rPr>
              <a:t>odel</a:t>
            </a:r>
            <a:r>
              <a:rPr sz="2400" spc="15" dirty="0">
                <a:latin typeface="Bookman Old Style" pitchFamily="18" charset="0"/>
                <a:cs typeface="Book Antiqua"/>
              </a:rPr>
              <a:t>)</a:t>
            </a:r>
            <a:r>
              <a:rPr sz="2400" dirty="0">
                <a:latin typeface="Bookman Old Style" pitchFamily="18" charset="0"/>
                <a:cs typeface="Book Antiqua"/>
              </a:rPr>
              <a:t> </a:t>
            </a:r>
            <a:r>
              <a:rPr sz="2400" spc="10">
                <a:latin typeface="Bookman Old Style" pitchFamily="18" charset="0"/>
                <a:cs typeface="Book Antiqua"/>
              </a:rPr>
              <a:t>focuses</a:t>
            </a:r>
            <a:r>
              <a:rPr sz="2400" spc="5">
                <a:latin typeface="Bookman Old Style" pitchFamily="18" charset="0"/>
                <a:cs typeface="Book Antiqua"/>
              </a:rPr>
              <a:t> </a:t>
            </a:r>
            <a:r>
              <a:rPr sz="2400" spc="15">
                <a:latin typeface="Bookman Old Style" pitchFamily="18" charset="0"/>
                <a:cs typeface="Book Antiqua"/>
              </a:rPr>
              <a:t>on</a:t>
            </a:r>
            <a:r>
              <a:rPr lang="en-US" sz="2400" spc="5" dirty="0">
                <a:latin typeface="Bookman Old Style" pitchFamily="18" charset="0"/>
                <a:cs typeface="Book Antiqua"/>
              </a:rPr>
              <a:t> </a:t>
            </a:r>
            <a:r>
              <a:rPr sz="2400" spc="5">
                <a:latin typeface="Bookman Old Style" pitchFamily="18" charset="0"/>
                <a:cs typeface="Book Antiqua"/>
              </a:rPr>
              <a:t>process</a:t>
            </a:r>
            <a:endParaRPr sz="2400">
              <a:latin typeface="Bookman Old Style" pitchFamily="18" charset="0"/>
              <a:cs typeface="Book Antiqua"/>
            </a:endParaRPr>
          </a:p>
        </p:txBody>
      </p:sp>
      <p:sp>
        <p:nvSpPr>
          <p:cNvPr id="11" name="object 11"/>
          <p:cNvSpPr txBox="1"/>
          <p:nvPr/>
        </p:nvSpPr>
        <p:spPr>
          <a:xfrm>
            <a:off x="8504583" y="6524079"/>
            <a:ext cx="19494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45C75"/>
                </a:solidFill>
                <a:latin typeface="Arial"/>
                <a:cs typeface="Arial"/>
              </a:rPr>
              <a:t>57</a:t>
            </a:r>
            <a:endParaRPr sz="1200">
              <a:latin typeface="Arial"/>
              <a:cs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9" name="object 9"/>
          <p:cNvSpPr txBox="1"/>
          <p:nvPr/>
        </p:nvSpPr>
        <p:spPr>
          <a:xfrm>
            <a:off x="685800" y="1524000"/>
            <a:ext cx="7785734" cy="3595343"/>
          </a:xfrm>
          <a:prstGeom prst="rect">
            <a:avLst/>
          </a:prstGeom>
        </p:spPr>
        <p:txBody>
          <a:bodyPr vert="horz" wrap="square" lIns="0" tIns="137795" rIns="0" bIns="0" rtlCol="0">
            <a:spAutoFit/>
          </a:bodyPr>
          <a:lstStyle/>
          <a:p>
            <a:pPr marL="287020" indent="-274320">
              <a:lnSpc>
                <a:spcPct val="100000"/>
              </a:lnSpc>
              <a:spcBef>
                <a:spcPts val="1085"/>
              </a:spcBef>
              <a:buClr>
                <a:srgbClr val="0BD0D9"/>
              </a:buClr>
              <a:buSzPct val="94230"/>
              <a:tabLst>
                <a:tab pos="287020" algn="l"/>
              </a:tabLst>
            </a:pPr>
            <a:r>
              <a:rPr sz="2800" b="1" spc="-5" dirty="0">
                <a:latin typeface="Bookman Old Style" pitchFamily="18" charset="0"/>
                <a:cs typeface="Book Antiqua"/>
              </a:rPr>
              <a:t>Agile</a:t>
            </a:r>
            <a:r>
              <a:rPr sz="2800" b="1" spc="-15" dirty="0">
                <a:latin typeface="Bookman Old Style" pitchFamily="18" charset="0"/>
                <a:cs typeface="Book Antiqua"/>
              </a:rPr>
              <a:t> </a:t>
            </a:r>
            <a:r>
              <a:rPr sz="2800" b="1" spc="-5" dirty="0">
                <a:latin typeface="Bookman Old Style" pitchFamily="18" charset="0"/>
                <a:cs typeface="Book Antiqua"/>
              </a:rPr>
              <a:t>methods</a:t>
            </a:r>
            <a:r>
              <a:rPr sz="2800" b="1" spc="-10" dirty="0">
                <a:latin typeface="Bookman Old Style" pitchFamily="18" charset="0"/>
                <a:cs typeface="Book Antiqua"/>
              </a:rPr>
              <a:t> </a:t>
            </a:r>
            <a:r>
              <a:rPr sz="2800" b="1" spc="-20">
                <a:latin typeface="Bookman Old Style" pitchFamily="18" charset="0"/>
                <a:cs typeface="Book Antiqua"/>
              </a:rPr>
              <a:t>are</a:t>
            </a:r>
            <a:r>
              <a:rPr sz="2800" b="1" spc="-10">
                <a:latin typeface="Bookman Old Style" pitchFamily="18" charset="0"/>
                <a:cs typeface="Book Antiqua"/>
              </a:rPr>
              <a:t> considered</a:t>
            </a:r>
            <a:endParaRPr lang="en-US" sz="2800" b="1" spc="-10" dirty="0">
              <a:latin typeface="Bookman Old Style" pitchFamily="18" charset="0"/>
              <a:cs typeface="Book Antiqua"/>
            </a:endParaRPr>
          </a:p>
          <a:p>
            <a:pPr marL="287020" indent="-274320">
              <a:lnSpc>
                <a:spcPct val="100000"/>
              </a:lnSpc>
              <a:spcBef>
                <a:spcPts val="1085"/>
              </a:spcBef>
              <a:buClr>
                <a:srgbClr val="0BD0D9"/>
              </a:buClr>
              <a:buSzPct val="94230"/>
              <a:tabLst>
                <a:tab pos="287020" algn="l"/>
              </a:tabLst>
            </a:pPr>
            <a:endParaRPr sz="100" b="1">
              <a:latin typeface="Bookman Old Style" pitchFamily="18" charset="0"/>
              <a:cs typeface="Book Antiqua"/>
            </a:endParaRPr>
          </a:p>
          <a:p>
            <a:pPr marL="652780" lvl="1" indent="-247015">
              <a:lnSpc>
                <a:spcPct val="100000"/>
              </a:lnSpc>
              <a:spcBef>
                <a:spcPts val="910"/>
              </a:spcBef>
              <a:buClr>
                <a:srgbClr val="0F6FC6"/>
              </a:buClr>
              <a:buSzPct val="85416"/>
              <a:buFont typeface="Arial"/>
              <a:buChar char="●"/>
              <a:tabLst>
                <a:tab pos="652780" algn="l"/>
              </a:tabLst>
            </a:pPr>
            <a:r>
              <a:rPr sz="2400" spc="-5" dirty="0">
                <a:latin typeface="Bookman Old Style" pitchFamily="18" charset="0"/>
                <a:cs typeface="Book Antiqua"/>
              </a:rPr>
              <a:t>Lightweight</a:t>
            </a:r>
            <a:endParaRPr sz="2400">
              <a:latin typeface="Bookman Old Style" pitchFamily="18" charset="0"/>
              <a:cs typeface="Book Antiqua"/>
            </a:endParaRPr>
          </a:p>
          <a:p>
            <a:pPr marL="652780" lvl="1" indent="-247015">
              <a:lnSpc>
                <a:spcPct val="100000"/>
              </a:lnSpc>
              <a:spcBef>
                <a:spcPts val="900"/>
              </a:spcBef>
              <a:buClr>
                <a:srgbClr val="0F6FC6"/>
              </a:buClr>
              <a:buSzPct val="85416"/>
              <a:buFont typeface="Arial"/>
              <a:buChar char="●"/>
              <a:tabLst>
                <a:tab pos="652780" algn="l"/>
              </a:tabLst>
            </a:pPr>
            <a:r>
              <a:rPr sz="2400" spc="-5" dirty="0">
                <a:latin typeface="Bookman Old Style" pitchFamily="18" charset="0"/>
                <a:cs typeface="Book Antiqua"/>
              </a:rPr>
              <a:t>People-based</a:t>
            </a:r>
            <a:r>
              <a:rPr sz="2400" dirty="0">
                <a:latin typeface="Bookman Old Style" pitchFamily="18" charset="0"/>
                <a:cs typeface="Book Antiqua"/>
              </a:rPr>
              <a:t> </a:t>
            </a:r>
            <a:r>
              <a:rPr sz="2400" spc="-5" dirty="0">
                <a:latin typeface="Bookman Old Style" pitchFamily="18" charset="0"/>
                <a:cs typeface="Book Antiqua"/>
              </a:rPr>
              <a:t>rather</a:t>
            </a:r>
            <a:r>
              <a:rPr sz="2400" dirty="0">
                <a:latin typeface="Bookman Old Style" pitchFamily="18" charset="0"/>
                <a:cs typeface="Book Antiqua"/>
              </a:rPr>
              <a:t> </a:t>
            </a:r>
            <a:r>
              <a:rPr sz="2400" spc="-5" dirty="0">
                <a:latin typeface="Bookman Old Style" pitchFamily="18" charset="0"/>
                <a:cs typeface="Book Antiqua"/>
              </a:rPr>
              <a:t>than</a:t>
            </a:r>
            <a:r>
              <a:rPr sz="2400" dirty="0">
                <a:latin typeface="Bookman Old Style" pitchFamily="18" charset="0"/>
                <a:cs typeface="Book Antiqua"/>
              </a:rPr>
              <a:t> </a:t>
            </a:r>
            <a:r>
              <a:rPr sz="2400" spc="-5" dirty="0">
                <a:latin typeface="Bookman Old Style" pitchFamily="18" charset="0"/>
                <a:cs typeface="Book Antiqua"/>
              </a:rPr>
              <a:t>Plan-based</a:t>
            </a:r>
            <a:endParaRPr sz="2400">
              <a:latin typeface="Bookman Old Style" pitchFamily="18" charset="0"/>
              <a:cs typeface="Book Antiqua"/>
            </a:endParaRPr>
          </a:p>
          <a:p>
            <a:pPr marL="652780" lvl="1" indent="-247015">
              <a:lnSpc>
                <a:spcPct val="100000"/>
              </a:lnSpc>
              <a:spcBef>
                <a:spcPts val="894"/>
              </a:spcBef>
              <a:buClr>
                <a:srgbClr val="0F6FC6"/>
              </a:buClr>
              <a:buSzPct val="85416"/>
              <a:buFont typeface="Arial"/>
              <a:buChar char="●"/>
              <a:tabLst>
                <a:tab pos="652780" algn="l"/>
              </a:tabLst>
            </a:pPr>
            <a:r>
              <a:rPr sz="2400" dirty="0">
                <a:latin typeface="Bookman Old Style" pitchFamily="18" charset="0"/>
                <a:cs typeface="Book Antiqua"/>
              </a:rPr>
              <a:t>Set</a:t>
            </a:r>
            <a:r>
              <a:rPr sz="2400" spc="-20" dirty="0">
                <a:latin typeface="Bookman Old Style" pitchFamily="18" charset="0"/>
                <a:cs typeface="Book Antiqua"/>
              </a:rPr>
              <a:t> </a:t>
            </a:r>
            <a:r>
              <a:rPr sz="2400" dirty="0">
                <a:latin typeface="Bookman Old Style" pitchFamily="18" charset="0"/>
                <a:cs typeface="Book Antiqua"/>
              </a:rPr>
              <a:t>of</a:t>
            </a:r>
            <a:r>
              <a:rPr sz="2400" spc="-15" dirty="0">
                <a:latin typeface="Bookman Old Style" pitchFamily="18" charset="0"/>
                <a:cs typeface="Book Antiqua"/>
              </a:rPr>
              <a:t> </a:t>
            </a:r>
            <a:r>
              <a:rPr sz="2400" spc="-5" dirty="0">
                <a:latin typeface="Bookman Old Style" pitchFamily="18" charset="0"/>
                <a:cs typeface="Book Antiqua"/>
              </a:rPr>
              <a:t>principles</a:t>
            </a:r>
            <a:endParaRPr sz="2400">
              <a:latin typeface="Bookman Old Style" pitchFamily="18" charset="0"/>
              <a:cs typeface="Book Antiqua"/>
            </a:endParaRPr>
          </a:p>
          <a:p>
            <a:pPr marL="652780" marR="5080" lvl="1" indent="-247015">
              <a:lnSpc>
                <a:spcPct val="111100"/>
              </a:lnSpc>
              <a:spcBef>
                <a:spcPts val="575"/>
              </a:spcBef>
              <a:buClr>
                <a:srgbClr val="0F6FC6"/>
              </a:buClr>
              <a:buSzPct val="85416"/>
              <a:buFont typeface="Arial"/>
              <a:buChar char="●"/>
              <a:tabLst>
                <a:tab pos="652780" algn="l"/>
              </a:tabLst>
            </a:pPr>
            <a:r>
              <a:rPr sz="2400" spc="-5" dirty="0">
                <a:latin typeface="Bookman Old Style" pitchFamily="18" charset="0"/>
                <a:cs typeface="Book Antiqua"/>
              </a:rPr>
              <a:t>Developed by Agile Alliance</a:t>
            </a:r>
            <a:r>
              <a:rPr sz="2400" spc="-5" dirty="0">
                <a:latin typeface="Bookman Old Style" pitchFamily="18" charset="0"/>
                <a:cs typeface="Verdana"/>
              </a:rPr>
              <a:t>―</a:t>
            </a:r>
            <a:r>
              <a:rPr sz="2400" spc="-5" dirty="0">
                <a:latin typeface="Bookman Old Style" pitchFamily="18" charset="0"/>
                <a:cs typeface="Book Antiqua"/>
              </a:rPr>
              <a:t>Agile </a:t>
            </a:r>
            <a:r>
              <a:rPr sz="2400" dirty="0">
                <a:latin typeface="Bookman Old Style" pitchFamily="18" charset="0"/>
                <a:cs typeface="Book Antiqua"/>
              </a:rPr>
              <a:t>is </a:t>
            </a:r>
            <a:r>
              <a:rPr sz="2400" spc="-5" dirty="0">
                <a:latin typeface="Bookman Old Style" pitchFamily="18" charset="0"/>
                <a:cs typeface="Book Antiqua"/>
              </a:rPr>
              <a:t>dynamic, </a:t>
            </a:r>
            <a:r>
              <a:rPr sz="2400" dirty="0">
                <a:latin typeface="Bookman Old Style" pitchFamily="18" charset="0"/>
                <a:cs typeface="Book Antiqua"/>
              </a:rPr>
              <a:t> </a:t>
            </a:r>
            <a:r>
              <a:rPr sz="2400" spc="-5" dirty="0">
                <a:latin typeface="Bookman Old Style" pitchFamily="18" charset="0"/>
                <a:cs typeface="Book Antiqua"/>
              </a:rPr>
              <a:t>content</a:t>
            </a:r>
            <a:r>
              <a:rPr sz="2400" dirty="0">
                <a:latin typeface="Bookman Old Style" pitchFamily="18" charset="0"/>
                <a:cs typeface="Book Antiqua"/>
              </a:rPr>
              <a:t> </a:t>
            </a:r>
            <a:r>
              <a:rPr sz="2400" spc="-5" dirty="0">
                <a:latin typeface="Bookman Old Style" pitchFamily="18" charset="0"/>
                <a:cs typeface="Book Antiqua"/>
              </a:rPr>
              <a:t>specific,</a:t>
            </a:r>
            <a:r>
              <a:rPr sz="2400" dirty="0">
                <a:latin typeface="Bookman Old Style" pitchFamily="18" charset="0"/>
                <a:cs typeface="Book Antiqua"/>
              </a:rPr>
              <a:t> </a:t>
            </a:r>
            <a:r>
              <a:rPr sz="2400" spc="-5" dirty="0">
                <a:latin typeface="Bookman Old Style" pitchFamily="18" charset="0"/>
                <a:cs typeface="Book Antiqua"/>
              </a:rPr>
              <a:t>aggressively</a:t>
            </a:r>
            <a:r>
              <a:rPr sz="2400" dirty="0">
                <a:latin typeface="Bookman Old Style" pitchFamily="18" charset="0"/>
                <a:cs typeface="Book Antiqua"/>
              </a:rPr>
              <a:t> </a:t>
            </a:r>
            <a:r>
              <a:rPr sz="2400" spc="-5" dirty="0">
                <a:latin typeface="Bookman Old Style" pitchFamily="18" charset="0"/>
                <a:cs typeface="Book Antiqua"/>
              </a:rPr>
              <a:t>change</a:t>
            </a:r>
            <a:r>
              <a:rPr sz="2400" dirty="0">
                <a:latin typeface="Bookman Old Style" pitchFamily="18" charset="0"/>
                <a:cs typeface="Book Antiqua"/>
              </a:rPr>
              <a:t> </a:t>
            </a:r>
            <a:r>
              <a:rPr sz="2400" spc="-5" dirty="0">
                <a:latin typeface="Bookman Old Style" pitchFamily="18" charset="0"/>
                <a:cs typeface="Book Antiqua"/>
              </a:rPr>
              <a:t>embracing,</a:t>
            </a:r>
            <a:r>
              <a:rPr sz="2400" dirty="0">
                <a:latin typeface="Bookman Old Style" pitchFamily="18" charset="0"/>
                <a:cs typeface="Book Antiqua"/>
              </a:rPr>
              <a:t> and </a:t>
            </a:r>
            <a:r>
              <a:rPr sz="2400" spc="-585" dirty="0">
                <a:latin typeface="Bookman Old Style" pitchFamily="18" charset="0"/>
                <a:cs typeface="Book Antiqua"/>
              </a:rPr>
              <a:t> </a:t>
            </a:r>
            <a:r>
              <a:rPr sz="2400" spc="-10" dirty="0">
                <a:latin typeface="Bookman Old Style" pitchFamily="18" charset="0"/>
                <a:cs typeface="Book Antiqua"/>
              </a:rPr>
              <a:t>growth </a:t>
            </a:r>
            <a:r>
              <a:rPr sz="2400" dirty="0">
                <a:latin typeface="Bookman Old Style" pitchFamily="18" charset="0"/>
                <a:cs typeface="Book Antiqua"/>
              </a:rPr>
              <a:t>oriented</a:t>
            </a:r>
            <a:endParaRPr sz="2400">
              <a:latin typeface="Bookman Old Style" pitchFamily="18" charset="0"/>
              <a:cs typeface="Book Antiqua"/>
            </a:endParaRPr>
          </a:p>
        </p:txBody>
      </p:sp>
      <p:sp>
        <p:nvSpPr>
          <p:cNvPr id="10" name="object 10"/>
          <p:cNvSpPr txBox="1"/>
          <p:nvPr/>
        </p:nvSpPr>
        <p:spPr>
          <a:xfrm>
            <a:off x="8504583" y="6524079"/>
            <a:ext cx="19494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45C75"/>
                </a:solidFill>
                <a:latin typeface="Arial"/>
                <a:cs typeface="Arial"/>
              </a:rPr>
              <a:t>58</a:t>
            </a:r>
            <a:endParaRPr sz="1200">
              <a:latin typeface="Arial"/>
              <a:cs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9" name="object 9"/>
          <p:cNvSpPr txBox="1"/>
          <p:nvPr/>
        </p:nvSpPr>
        <p:spPr>
          <a:xfrm>
            <a:off x="533400" y="914400"/>
            <a:ext cx="8094345" cy="5305298"/>
          </a:xfrm>
          <a:prstGeom prst="rect">
            <a:avLst/>
          </a:prstGeom>
        </p:spPr>
        <p:txBody>
          <a:bodyPr vert="horz" wrap="square" lIns="0" tIns="13970" rIns="0" bIns="0" rtlCol="0">
            <a:spAutoFit/>
          </a:bodyPr>
          <a:lstStyle/>
          <a:p>
            <a:pPr marL="275590" indent="-263525">
              <a:lnSpc>
                <a:spcPct val="100000"/>
              </a:lnSpc>
              <a:spcBef>
                <a:spcPts val="110"/>
              </a:spcBef>
              <a:buClr>
                <a:srgbClr val="0BD0D9"/>
              </a:buClr>
              <a:buSzPct val="95238"/>
              <a:tabLst>
                <a:tab pos="276225" algn="l"/>
              </a:tabLst>
            </a:pPr>
            <a:r>
              <a:rPr sz="2400" b="1" spc="5" dirty="0">
                <a:latin typeface="Bookman Old Style" pitchFamily="18" charset="0"/>
                <a:cs typeface="Book Antiqua"/>
              </a:rPr>
              <a:t>An</a:t>
            </a:r>
            <a:r>
              <a:rPr sz="2400" b="1" spc="-90" dirty="0">
                <a:latin typeface="Bookman Old Style" pitchFamily="18" charset="0"/>
                <a:cs typeface="Book Antiqua"/>
              </a:rPr>
              <a:t> </a:t>
            </a:r>
            <a:r>
              <a:rPr sz="2400" b="1" dirty="0">
                <a:latin typeface="Bookman Old Style" pitchFamily="18" charset="0"/>
                <a:cs typeface="Book Antiqua"/>
              </a:rPr>
              <a:t>Agile</a:t>
            </a:r>
            <a:r>
              <a:rPr sz="2400" b="1" spc="-20" dirty="0">
                <a:latin typeface="Bookman Old Style" pitchFamily="18" charset="0"/>
                <a:cs typeface="Book Antiqua"/>
              </a:rPr>
              <a:t> </a:t>
            </a:r>
            <a:r>
              <a:rPr sz="2400" b="1" spc="-5" dirty="0">
                <a:latin typeface="Bookman Old Style" pitchFamily="18" charset="0"/>
                <a:cs typeface="Book Antiqua"/>
              </a:rPr>
              <a:t>Process</a:t>
            </a:r>
            <a:endParaRPr sz="2400" b="1">
              <a:latin typeface="Bookman Old Style" pitchFamily="18" charset="0"/>
              <a:cs typeface="Book Antiqua"/>
            </a:endParaRPr>
          </a:p>
          <a:p>
            <a:pPr marL="642620" lvl="1" indent="-237490">
              <a:lnSpc>
                <a:spcPct val="100000"/>
              </a:lnSpc>
              <a:spcBef>
                <a:spcPts val="135"/>
              </a:spcBef>
              <a:buClr>
                <a:srgbClr val="0F6FC6"/>
              </a:buClr>
              <a:buSzPct val="84210"/>
              <a:buFont typeface="Arial"/>
              <a:buChar char="●"/>
              <a:tabLst>
                <a:tab pos="643255" algn="l"/>
              </a:tabLst>
            </a:pPr>
            <a:r>
              <a:rPr sz="2400" spc="5" dirty="0">
                <a:latin typeface="Bookman Old Style" pitchFamily="18" charset="0"/>
                <a:cs typeface="Book Antiqua"/>
              </a:rPr>
              <a:t>Is driven</a:t>
            </a:r>
            <a:r>
              <a:rPr sz="2400" spc="10" dirty="0">
                <a:latin typeface="Bookman Old Style" pitchFamily="18" charset="0"/>
                <a:cs typeface="Book Antiqua"/>
              </a:rPr>
              <a:t> by </a:t>
            </a:r>
            <a:r>
              <a:rPr sz="2400" spc="5" dirty="0">
                <a:latin typeface="Bookman Old Style" pitchFamily="18" charset="0"/>
                <a:cs typeface="Book Antiqua"/>
              </a:rPr>
              <a:t>customer</a:t>
            </a:r>
            <a:r>
              <a:rPr sz="2400" spc="10" dirty="0">
                <a:latin typeface="Bookman Old Style" pitchFamily="18" charset="0"/>
                <a:cs typeface="Book Antiqua"/>
              </a:rPr>
              <a:t> </a:t>
            </a:r>
            <a:r>
              <a:rPr sz="2400" spc="5" dirty="0">
                <a:latin typeface="Bookman Old Style" pitchFamily="18" charset="0"/>
                <a:cs typeface="Book Antiqua"/>
              </a:rPr>
              <a:t>descriptions of</a:t>
            </a:r>
            <a:r>
              <a:rPr sz="2400" spc="10" dirty="0">
                <a:latin typeface="Bookman Old Style" pitchFamily="18" charset="0"/>
                <a:cs typeface="Book Antiqua"/>
              </a:rPr>
              <a:t> what </a:t>
            </a:r>
            <a:r>
              <a:rPr sz="2400" spc="5" dirty="0">
                <a:latin typeface="Bookman Old Style" pitchFamily="18" charset="0"/>
                <a:cs typeface="Book Antiqua"/>
              </a:rPr>
              <a:t>is </a:t>
            </a:r>
            <a:r>
              <a:rPr sz="2400" spc="-5" dirty="0">
                <a:latin typeface="Bookman Old Style" pitchFamily="18" charset="0"/>
                <a:cs typeface="Book Antiqua"/>
              </a:rPr>
              <a:t>required</a:t>
            </a:r>
            <a:r>
              <a:rPr sz="2400" spc="5" dirty="0">
                <a:latin typeface="Bookman Old Style" pitchFamily="18" charset="0"/>
                <a:cs typeface="Book Antiqua"/>
              </a:rPr>
              <a:t> (scenarios)</a:t>
            </a:r>
            <a:endParaRPr sz="2400">
              <a:latin typeface="Bookman Old Style" pitchFamily="18" charset="0"/>
              <a:cs typeface="Book Antiqua"/>
            </a:endParaRPr>
          </a:p>
          <a:p>
            <a:pPr marL="642620" lvl="1" indent="-237490">
              <a:lnSpc>
                <a:spcPct val="100000"/>
              </a:lnSpc>
              <a:spcBef>
                <a:spcPts val="180"/>
              </a:spcBef>
              <a:buClr>
                <a:srgbClr val="0F6FC6"/>
              </a:buClr>
              <a:buSzPct val="84210"/>
              <a:buFont typeface="Arial"/>
              <a:buChar char="●"/>
              <a:tabLst>
                <a:tab pos="643255" algn="l"/>
              </a:tabLst>
            </a:pPr>
            <a:r>
              <a:rPr sz="2400" spc="5" dirty="0">
                <a:latin typeface="Bookman Old Style" pitchFamily="18" charset="0"/>
                <a:cs typeface="Book Antiqua"/>
              </a:rPr>
              <a:t>Recognizes</a:t>
            </a:r>
            <a:r>
              <a:rPr sz="2400" spc="-5" dirty="0">
                <a:latin typeface="Bookman Old Style" pitchFamily="18" charset="0"/>
                <a:cs typeface="Book Antiqua"/>
              </a:rPr>
              <a:t> </a:t>
            </a:r>
            <a:r>
              <a:rPr sz="2400" spc="5" dirty="0">
                <a:latin typeface="Bookman Old Style" pitchFamily="18" charset="0"/>
                <a:cs typeface="Book Antiqua"/>
              </a:rPr>
              <a:t>that</a:t>
            </a:r>
            <a:r>
              <a:rPr sz="2400" dirty="0">
                <a:latin typeface="Bookman Old Style" pitchFamily="18" charset="0"/>
                <a:cs typeface="Book Antiqua"/>
              </a:rPr>
              <a:t> </a:t>
            </a:r>
            <a:r>
              <a:rPr sz="2400" spc="5" dirty="0">
                <a:latin typeface="Bookman Old Style" pitchFamily="18" charset="0"/>
                <a:cs typeface="Book Antiqua"/>
              </a:rPr>
              <a:t>plans</a:t>
            </a:r>
            <a:r>
              <a:rPr sz="2400" spc="-5" dirty="0">
                <a:latin typeface="Bookman Old Style" pitchFamily="18" charset="0"/>
                <a:cs typeface="Book Antiqua"/>
              </a:rPr>
              <a:t> are</a:t>
            </a:r>
            <a:r>
              <a:rPr sz="2400" spc="5" dirty="0">
                <a:latin typeface="Bookman Old Style" pitchFamily="18" charset="0"/>
                <a:cs typeface="Book Antiqua"/>
              </a:rPr>
              <a:t> short-lived</a:t>
            </a:r>
            <a:endParaRPr sz="2400">
              <a:latin typeface="Bookman Old Style" pitchFamily="18" charset="0"/>
              <a:cs typeface="Book Antiqua"/>
            </a:endParaRPr>
          </a:p>
          <a:p>
            <a:pPr marL="642620" marR="5080" lvl="1" indent="-237490">
              <a:lnSpc>
                <a:spcPts val="2000"/>
              </a:lnSpc>
              <a:spcBef>
                <a:spcPts val="480"/>
              </a:spcBef>
              <a:buClr>
                <a:srgbClr val="0F6FC6"/>
              </a:buClr>
              <a:buSzPct val="84210"/>
              <a:buFont typeface="Arial"/>
              <a:buChar char="●"/>
              <a:tabLst>
                <a:tab pos="643255" algn="l"/>
              </a:tabLst>
            </a:pPr>
            <a:r>
              <a:rPr sz="2400" spc="5" dirty="0">
                <a:latin typeface="Bookman Old Style" pitchFamily="18" charset="0"/>
                <a:cs typeface="Book Antiqua"/>
              </a:rPr>
              <a:t>Develops</a:t>
            </a:r>
            <a:r>
              <a:rPr sz="2400" dirty="0">
                <a:latin typeface="Bookman Old Style" pitchFamily="18" charset="0"/>
                <a:cs typeface="Book Antiqua"/>
              </a:rPr>
              <a:t> software</a:t>
            </a:r>
            <a:r>
              <a:rPr sz="2400" spc="10" dirty="0">
                <a:latin typeface="Bookman Old Style" pitchFamily="18" charset="0"/>
                <a:cs typeface="Book Antiqua"/>
              </a:rPr>
              <a:t> </a:t>
            </a:r>
            <a:r>
              <a:rPr sz="2400" spc="5" dirty="0">
                <a:latin typeface="Bookman Old Style" pitchFamily="18" charset="0"/>
                <a:cs typeface="Book Antiqua"/>
              </a:rPr>
              <a:t>iteratively</a:t>
            </a:r>
            <a:r>
              <a:rPr sz="2400" spc="10" dirty="0">
                <a:latin typeface="Bookman Old Style" pitchFamily="18" charset="0"/>
                <a:cs typeface="Book Antiqua"/>
              </a:rPr>
              <a:t> with</a:t>
            </a:r>
            <a:r>
              <a:rPr sz="2400" spc="5" dirty="0">
                <a:latin typeface="Bookman Old Style" pitchFamily="18" charset="0"/>
                <a:cs typeface="Book Antiqua"/>
              </a:rPr>
              <a:t> </a:t>
            </a:r>
            <a:r>
              <a:rPr sz="2400" spc="10" dirty="0">
                <a:latin typeface="Bookman Old Style" pitchFamily="18" charset="0"/>
                <a:cs typeface="Book Antiqua"/>
              </a:rPr>
              <a:t>a </a:t>
            </a:r>
            <a:r>
              <a:rPr sz="2400" spc="5" dirty="0">
                <a:latin typeface="Bookman Old Style" pitchFamily="18" charset="0"/>
                <a:cs typeface="Book Antiqua"/>
              </a:rPr>
              <a:t>heavy</a:t>
            </a:r>
            <a:r>
              <a:rPr sz="2400" spc="10" dirty="0">
                <a:latin typeface="Bookman Old Style" pitchFamily="18" charset="0"/>
                <a:cs typeface="Book Antiqua"/>
              </a:rPr>
              <a:t> </a:t>
            </a:r>
            <a:r>
              <a:rPr sz="2400" spc="5" dirty="0">
                <a:latin typeface="Bookman Old Style" pitchFamily="18" charset="0"/>
                <a:cs typeface="Book Antiqua"/>
              </a:rPr>
              <a:t>emphasis </a:t>
            </a:r>
            <a:r>
              <a:rPr sz="2400" spc="10" dirty="0">
                <a:latin typeface="Bookman Old Style" pitchFamily="18" charset="0"/>
                <a:cs typeface="Book Antiqua"/>
              </a:rPr>
              <a:t>on</a:t>
            </a:r>
            <a:r>
              <a:rPr sz="2400" spc="5" dirty="0">
                <a:latin typeface="Bookman Old Style" pitchFamily="18" charset="0"/>
                <a:cs typeface="Book Antiqua"/>
              </a:rPr>
              <a:t> construction </a:t>
            </a:r>
            <a:r>
              <a:rPr sz="2400" spc="-459" dirty="0">
                <a:latin typeface="Bookman Old Style" pitchFamily="18" charset="0"/>
                <a:cs typeface="Book Antiqua"/>
              </a:rPr>
              <a:t> </a:t>
            </a:r>
            <a:r>
              <a:rPr sz="2400" spc="5" dirty="0">
                <a:latin typeface="Bookman Old Style" pitchFamily="18" charset="0"/>
                <a:cs typeface="Book Antiqua"/>
              </a:rPr>
              <a:t>activities</a:t>
            </a:r>
            <a:endParaRPr sz="2400">
              <a:latin typeface="Bookman Old Style" pitchFamily="18" charset="0"/>
              <a:cs typeface="Book Antiqua"/>
            </a:endParaRPr>
          </a:p>
          <a:p>
            <a:pPr marL="642620" lvl="1" indent="-237490">
              <a:lnSpc>
                <a:spcPct val="100000"/>
              </a:lnSpc>
              <a:spcBef>
                <a:spcPts val="160"/>
              </a:spcBef>
              <a:buClr>
                <a:srgbClr val="0F6FC6"/>
              </a:buClr>
              <a:buSzPct val="84210"/>
              <a:buFont typeface="Arial"/>
              <a:buChar char="●"/>
              <a:tabLst>
                <a:tab pos="643255" algn="l"/>
              </a:tabLst>
            </a:pPr>
            <a:r>
              <a:rPr sz="2400" spc="5" dirty="0">
                <a:latin typeface="Bookman Old Style" pitchFamily="18" charset="0"/>
                <a:cs typeface="Book Antiqua"/>
              </a:rPr>
              <a:t>Delivers</a:t>
            </a:r>
            <a:r>
              <a:rPr sz="2400" spc="-5" dirty="0">
                <a:latin typeface="Bookman Old Style" pitchFamily="18" charset="0"/>
                <a:cs typeface="Book Antiqua"/>
              </a:rPr>
              <a:t> </a:t>
            </a:r>
            <a:r>
              <a:rPr sz="2400" spc="5" dirty="0">
                <a:latin typeface="Bookman Old Style" pitchFamily="18" charset="0"/>
                <a:cs typeface="Book Antiqua"/>
              </a:rPr>
              <a:t>multiple</a:t>
            </a:r>
            <a:r>
              <a:rPr sz="2400" spc="475" dirty="0">
                <a:latin typeface="Bookman Old Style" pitchFamily="18" charset="0"/>
                <a:cs typeface="Book Antiqua"/>
              </a:rPr>
              <a:t> </a:t>
            </a:r>
            <a:r>
              <a:rPr sz="2400" dirty="0">
                <a:latin typeface="Bookman Old Style" pitchFamily="18" charset="0"/>
                <a:cs typeface="Book Antiqua"/>
              </a:rPr>
              <a:t>software</a:t>
            </a:r>
            <a:r>
              <a:rPr sz="2400" spc="5" dirty="0">
                <a:latin typeface="Bookman Old Style" pitchFamily="18" charset="0"/>
                <a:cs typeface="Book Antiqua"/>
              </a:rPr>
              <a:t> increments</a:t>
            </a:r>
            <a:endParaRPr sz="2400">
              <a:latin typeface="Bookman Old Style" pitchFamily="18" charset="0"/>
              <a:cs typeface="Book Antiqua"/>
            </a:endParaRPr>
          </a:p>
          <a:p>
            <a:pPr marL="642620" lvl="1" indent="-237490">
              <a:lnSpc>
                <a:spcPct val="100000"/>
              </a:lnSpc>
              <a:spcBef>
                <a:spcPts val="185"/>
              </a:spcBef>
              <a:buClr>
                <a:srgbClr val="0F6FC6"/>
              </a:buClr>
              <a:buSzPct val="84210"/>
              <a:buFont typeface="Arial"/>
              <a:buChar char="●"/>
              <a:tabLst>
                <a:tab pos="643255" algn="l"/>
              </a:tabLst>
            </a:pPr>
            <a:r>
              <a:rPr sz="2400" spc="5" dirty="0">
                <a:latin typeface="Bookman Old Style" pitchFamily="18" charset="0"/>
                <a:cs typeface="Book Antiqua"/>
              </a:rPr>
              <a:t>Adapts</a:t>
            </a:r>
            <a:r>
              <a:rPr sz="2400" spc="-10" dirty="0">
                <a:latin typeface="Bookman Old Style" pitchFamily="18" charset="0"/>
                <a:cs typeface="Book Antiqua"/>
              </a:rPr>
              <a:t> </a:t>
            </a:r>
            <a:r>
              <a:rPr sz="2400" spc="5" dirty="0">
                <a:latin typeface="Bookman Old Style" pitchFamily="18" charset="0"/>
                <a:cs typeface="Book Antiqua"/>
              </a:rPr>
              <a:t>as</a:t>
            </a:r>
            <a:r>
              <a:rPr sz="2400" spc="-10" dirty="0">
                <a:latin typeface="Bookman Old Style" pitchFamily="18" charset="0"/>
                <a:cs typeface="Book Antiqua"/>
              </a:rPr>
              <a:t> </a:t>
            </a:r>
            <a:r>
              <a:rPr sz="2400" spc="5" dirty="0">
                <a:latin typeface="Bookman Old Style" pitchFamily="18" charset="0"/>
                <a:cs typeface="Book Antiqua"/>
              </a:rPr>
              <a:t>changes</a:t>
            </a:r>
            <a:r>
              <a:rPr sz="2400" spc="-10" dirty="0">
                <a:latin typeface="Bookman Old Style" pitchFamily="18" charset="0"/>
                <a:cs typeface="Book Antiqua"/>
              </a:rPr>
              <a:t> </a:t>
            </a:r>
            <a:r>
              <a:rPr sz="2400" spc="5" dirty="0">
                <a:latin typeface="Bookman Old Style" pitchFamily="18" charset="0"/>
                <a:cs typeface="Book Antiqua"/>
              </a:rPr>
              <a:t>occur</a:t>
            </a:r>
            <a:endParaRPr sz="2400">
              <a:latin typeface="Bookman Old Style" pitchFamily="18" charset="0"/>
              <a:cs typeface="Book Antiqua"/>
            </a:endParaRPr>
          </a:p>
          <a:p>
            <a:pPr marL="275590" indent="-263525">
              <a:lnSpc>
                <a:spcPct val="100000"/>
              </a:lnSpc>
              <a:spcBef>
                <a:spcPts val="270"/>
              </a:spcBef>
              <a:buClr>
                <a:srgbClr val="0BD0D9"/>
              </a:buClr>
              <a:buSzPct val="95238"/>
              <a:tabLst>
                <a:tab pos="276225" algn="l"/>
              </a:tabLst>
            </a:pPr>
            <a:r>
              <a:rPr sz="2400" b="1">
                <a:latin typeface="Bookman Old Style" pitchFamily="18" charset="0"/>
                <a:cs typeface="Book Antiqua"/>
              </a:rPr>
              <a:t>Agile</a:t>
            </a:r>
            <a:r>
              <a:rPr sz="2400" b="1" spc="-40">
                <a:latin typeface="Bookman Old Style" pitchFamily="18" charset="0"/>
                <a:cs typeface="Book Antiqua"/>
              </a:rPr>
              <a:t> </a:t>
            </a:r>
            <a:r>
              <a:rPr sz="2400" b="1" spc="5">
                <a:latin typeface="Bookman Old Style" pitchFamily="18" charset="0"/>
                <a:cs typeface="Book Antiqua"/>
              </a:rPr>
              <a:t>Methods</a:t>
            </a:r>
            <a:endParaRPr lang="en-US" sz="2400" b="1" spc="5" dirty="0">
              <a:latin typeface="Bookman Old Style" pitchFamily="18" charset="0"/>
              <a:cs typeface="Book Antiqua"/>
            </a:endParaRPr>
          </a:p>
          <a:p>
            <a:pPr marL="706754" lvl="1" indent="-237490">
              <a:spcBef>
                <a:spcPts val="325"/>
              </a:spcBef>
              <a:buClr>
                <a:srgbClr val="009DD9"/>
              </a:buClr>
              <a:buSzPct val="71875"/>
              <a:buFont typeface="Arial"/>
              <a:buChar char="●"/>
              <a:tabLst>
                <a:tab pos="249554" algn="l"/>
                <a:tab pos="250190" algn="l"/>
              </a:tabLst>
            </a:pPr>
            <a:r>
              <a:rPr lang="en-US" sz="2400" spc="15" dirty="0">
                <a:latin typeface="Bookman Old Style" pitchFamily="18" charset="0"/>
                <a:cs typeface="Book Antiqua"/>
              </a:rPr>
              <a:t>Scrum</a:t>
            </a:r>
          </a:p>
          <a:p>
            <a:pPr marL="706754" lvl="1" indent="-237490">
              <a:spcBef>
                <a:spcPts val="325"/>
              </a:spcBef>
              <a:buClr>
                <a:srgbClr val="009DD9"/>
              </a:buClr>
              <a:buSzPct val="71875"/>
              <a:buFont typeface="Arial"/>
              <a:buChar char="●"/>
              <a:tabLst>
                <a:tab pos="249554" algn="l"/>
                <a:tab pos="250190" algn="l"/>
              </a:tabLst>
            </a:pPr>
            <a:r>
              <a:rPr lang="en-US" sz="2400" spc="10" dirty="0">
                <a:latin typeface="Bookman Old Style" pitchFamily="18" charset="0"/>
                <a:cs typeface="Book Antiqua"/>
              </a:rPr>
              <a:t>Extreme</a:t>
            </a:r>
            <a:r>
              <a:rPr lang="en-US" sz="2400" spc="-15" dirty="0">
                <a:latin typeface="Bookman Old Style" pitchFamily="18" charset="0"/>
                <a:cs typeface="Book Antiqua"/>
              </a:rPr>
              <a:t> </a:t>
            </a:r>
            <a:r>
              <a:rPr lang="en-US" sz="2400" spc="10" dirty="0">
                <a:latin typeface="Bookman Old Style" pitchFamily="18" charset="0"/>
                <a:cs typeface="Book Antiqua"/>
              </a:rPr>
              <a:t>Programming(XP)</a:t>
            </a:r>
          </a:p>
          <a:p>
            <a:pPr marL="706754" lvl="1" indent="-237490">
              <a:spcBef>
                <a:spcPts val="325"/>
              </a:spcBef>
              <a:buClr>
                <a:srgbClr val="009DD9"/>
              </a:buClr>
              <a:buSzPct val="71875"/>
              <a:buFont typeface="Arial"/>
              <a:buChar char="●"/>
              <a:tabLst>
                <a:tab pos="249554" algn="l"/>
                <a:tab pos="250190" algn="l"/>
              </a:tabLst>
            </a:pPr>
            <a:r>
              <a:rPr lang="en-US" sz="2400" spc="10" dirty="0">
                <a:latin typeface="Bookman Old Style" pitchFamily="18" charset="0"/>
                <a:cs typeface="Book Antiqua"/>
              </a:rPr>
              <a:t>Adaptive</a:t>
            </a:r>
            <a:r>
              <a:rPr lang="en-US" sz="2400" dirty="0">
                <a:latin typeface="Bookman Old Style" pitchFamily="18" charset="0"/>
                <a:cs typeface="Book Antiqua"/>
              </a:rPr>
              <a:t> </a:t>
            </a:r>
            <a:r>
              <a:rPr lang="en-US" sz="2400" spc="10" dirty="0">
                <a:latin typeface="Bookman Old Style" pitchFamily="18" charset="0"/>
                <a:cs typeface="Book Antiqua"/>
              </a:rPr>
              <a:t>Software</a:t>
            </a:r>
            <a:r>
              <a:rPr lang="en-US" sz="2400" dirty="0">
                <a:latin typeface="Bookman Old Style" pitchFamily="18" charset="0"/>
                <a:cs typeface="Book Antiqua"/>
              </a:rPr>
              <a:t> </a:t>
            </a:r>
            <a:r>
              <a:rPr lang="en-US" sz="2400" spc="15" dirty="0">
                <a:latin typeface="Bookman Old Style" pitchFamily="18" charset="0"/>
                <a:cs typeface="Book Antiqua"/>
              </a:rPr>
              <a:t>Development</a:t>
            </a:r>
            <a:r>
              <a:rPr lang="en-US" sz="2400" dirty="0">
                <a:latin typeface="Bookman Old Style" pitchFamily="18" charset="0"/>
                <a:cs typeface="Book Antiqua"/>
              </a:rPr>
              <a:t> </a:t>
            </a:r>
            <a:r>
              <a:rPr lang="en-US" sz="2400" spc="15" dirty="0">
                <a:latin typeface="Bookman Old Style" pitchFamily="18" charset="0"/>
                <a:cs typeface="Book Antiqua"/>
              </a:rPr>
              <a:t>(ASD)</a:t>
            </a:r>
          </a:p>
          <a:p>
            <a:pPr marL="706754" lvl="1" indent="-237490">
              <a:spcBef>
                <a:spcPts val="325"/>
              </a:spcBef>
              <a:buClr>
                <a:srgbClr val="009DD9"/>
              </a:buClr>
              <a:buSzPct val="71875"/>
              <a:buFont typeface="Arial"/>
              <a:buChar char="●"/>
              <a:tabLst>
                <a:tab pos="249554" algn="l"/>
                <a:tab pos="250190" algn="l"/>
              </a:tabLst>
            </a:pPr>
            <a:r>
              <a:rPr lang="en-US" sz="2400" spc="15" dirty="0">
                <a:latin typeface="Bookman Old Style" pitchFamily="18" charset="0"/>
                <a:cs typeface="Book Antiqua"/>
              </a:rPr>
              <a:t>Dynamic</a:t>
            </a:r>
            <a:r>
              <a:rPr lang="en-US" sz="2400" dirty="0">
                <a:latin typeface="Bookman Old Style" pitchFamily="18" charset="0"/>
                <a:cs typeface="Book Antiqua"/>
              </a:rPr>
              <a:t> </a:t>
            </a:r>
            <a:r>
              <a:rPr lang="en-US" sz="2400" spc="15" dirty="0">
                <a:latin typeface="Bookman Old Style" pitchFamily="18" charset="0"/>
                <a:cs typeface="Book Antiqua"/>
              </a:rPr>
              <a:t>System</a:t>
            </a:r>
            <a:r>
              <a:rPr lang="en-US" sz="2400" dirty="0">
                <a:latin typeface="Bookman Old Style" pitchFamily="18" charset="0"/>
                <a:cs typeface="Book Antiqua"/>
              </a:rPr>
              <a:t> </a:t>
            </a:r>
            <a:r>
              <a:rPr lang="en-US" sz="2400" spc="15" dirty="0">
                <a:latin typeface="Bookman Old Style" pitchFamily="18" charset="0"/>
                <a:cs typeface="Book Antiqua"/>
              </a:rPr>
              <a:t>Development</a:t>
            </a:r>
            <a:r>
              <a:rPr lang="en-US" sz="2400" dirty="0">
                <a:latin typeface="Bookman Old Style" pitchFamily="18" charset="0"/>
                <a:cs typeface="Book Antiqua"/>
              </a:rPr>
              <a:t> </a:t>
            </a:r>
            <a:r>
              <a:rPr lang="en-US" sz="2400" spc="15" dirty="0">
                <a:latin typeface="Bookman Old Style" pitchFamily="18" charset="0"/>
                <a:cs typeface="Book Antiqua"/>
              </a:rPr>
              <a:t>Method</a:t>
            </a:r>
            <a:r>
              <a:rPr lang="en-US" sz="2400" dirty="0">
                <a:latin typeface="Bookman Old Style" pitchFamily="18" charset="0"/>
                <a:cs typeface="Book Antiqua"/>
              </a:rPr>
              <a:t> </a:t>
            </a:r>
            <a:r>
              <a:rPr lang="en-US" sz="2400" spc="15" dirty="0">
                <a:latin typeface="Bookman Old Style" pitchFamily="18" charset="0"/>
                <a:cs typeface="Book Antiqua"/>
              </a:rPr>
              <a:t>(DSDM),</a:t>
            </a:r>
            <a:r>
              <a:rPr lang="en-US" sz="2400" dirty="0">
                <a:latin typeface="Bookman Old Style" pitchFamily="18" charset="0"/>
                <a:cs typeface="Book Antiqua"/>
              </a:rPr>
              <a:t> </a:t>
            </a:r>
            <a:r>
              <a:rPr lang="en-US" sz="2400" spc="10" dirty="0">
                <a:latin typeface="Bookman Old Style" pitchFamily="18" charset="0"/>
                <a:cs typeface="Book Antiqua"/>
              </a:rPr>
              <a:t>etc.</a:t>
            </a:r>
            <a:endParaRPr sz="2400">
              <a:latin typeface="Bookman Old Style" pitchFamily="18" charset="0"/>
              <a:cs typeface="Book Antiqua"/>
            </a:endParaRPr>
          </a:p>
        </p:txBody>
      </p:sp>
      <p:sp>
        <p:nvSpPr>
          <p:cNvPr id="14" name="object 14"/>
          <p:cNvSpPr txBox="1"/>
          <p:nvPr/>
        </p:nvSpPr>
        <p:spPr>
          <a:xfrm>
            <a:off x="8504583" y="6524079"/>
            <a:ext cx="19494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45C75"/>
                </a:solidFill>
                <a:latin typeface="Arial"/>
                <a:cs typeface="Arial"/>
              </a:rPr>
              <a:t>59</a:t>
            </a:r>
            <a:endParaRPr sz="1200">
              <a:latin typeface="Arial"/>
              <a:cs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10" name="object 10"/>
          <p:cNvSpPr txBox="1">
            <a:spLocks noGrp="1"/>
          </p:cNvSpPr>
          <p:nvPr>
            <p:ph type="title"/>
          </p:nvPr>
        </p:nvSpPr>
        <p:spPr>
          <a:xfrm>
            <a:off x="685800" y="533400"/>
            <a:ext cx="3886200" cy="443711"/>
          </a:xfrm>
          <a:prstGeom prst="rect">
            <a:avLst/>
          </a:prstGeom>
        </p:spPr>
        <p:txBody>
          <a:bodyPr vert="horz" wrap="square" lIns="0" tIns="12700" rIns="0" bIns="0" rtlCol="0">
            <a:spAutoFit/>
          </a:bodyPr>
          <a:lstStyle/>
          <a:p>
            <a:pPr marL="12700">
              <a:lnSpc>
                <a:spcPct val="100000"/>
              </a:lnSpc>
              <a:spcBef>
                <a:spcPts val="100"/>
              </a:spcBef>
            </a:pPr>
            <a:r>
              <a:rPr sz="2800" b="1" spc="-5" dirty="0">
                <a:solidFill>
                  <a:srgbClr val="000000"/>
                </a:solidFill>
                <a:latin typeface="Book Antiqua"/>
                <a:cs typeface="Book Antiqua"/>
              </a:rPr>
              <a:t>Agility</a:t>
            </a:r>
            <a:r>
              <a:rPr sz="2800" b="1" spc="-25" dirty="0">
                <a:solidFill>
                  <a:srgbClr val="000000"/>
                </a:solidFill>
                <a:latin typeface="Book Antiqua"/>
                <a:cs typeface="Book Antiqua"/>
              </a:rPr>
              <a:t> </a:t>
            </a:r>
            <a:r>
              <a:rPr sz="2800" b="1" spc="-5" dirty="0">
                <a:solidFill>
                  <a:srgbClr val="000000"/>
                </a:solidFill>
                <a:latin typeface="Book Antiqua"/>
                <a:cs typeface="Book Antiqua"/>
              </a:rPr>
              <a:t>Principles</a:t>
            </a:r>
            <a:endParaRPr sz="2800" b="1">
              <a:latin typeface="Book Antiqua"/>
              <a:cs typeface="Book Antiqua"/>
            </a:endParaRPr>
          </a:p>
        </p:txBody>
      </p:sp>
      <p:sp>
        <p:nvSpPr>
          <p:cNvPr id="11" name="object 11"/>
          <p:cNvSpPr txBox="1"/>
          <p:nvPr/>
        </p:nvSpPr>
        <p:spPr>
          <a:xfrm>
            <a:off x="685800" y="1219200"/>
            <a:ext cx="8001000" cy="4116512"/>
          </a:xfrm>
          <a:prstGeom prst="rect">
            <a:avLst/>
          </a:prstGeom>
        </p:spPr>
        <p:txBody>
          <a:bodyPr vert="horz" wrap="square" lIns="0" tIns="53340" rIns="0" bIns="0" rtlCol="0">
            <a:spAutoFit/>
          </a:bodyPr>
          <a:lstStyle/>
          <a:p>
            <a:pPr marL="165735" marR="5080" indent="-165735">
              <a:buSzPct val="93750"/>
              <a:buAutoNum type="arabicPeriod"/>
              <a:tabLst>
                <a:tab pos="165735" algn="l"/>
              </a:tabLst>
            </a:pPr>
            <a:r>
              <a:rPr sz="2400" spc="-5" dirty="0">
                <a:latin typeface="Bookman Old Style" pitchFamily="18" charset="0"/>
                <a:cs typeface="Book Antiqua"/>
              </a:rPr>
              <a:t>Highest</a:t>
            </a:r>
            <a:r>
              <a:rPr sz="2400" spc="5" dirty="0">
                <a:latin typeface="Bookman Old Style" pitchFamily="18" charset="0"/>
                <a:cs typeface="Book Antiqua"/>
              </a:rPr>
              <a:t> </a:t>
            </a:r>
            <a:r>
              <a:rPr sz="2400" spc="-5" dirty="0">
                <a:latin typeface="Bookman Old Style" pitchFamily="18" charset="0"/>
                <a:cs typeface="Book Antiqua"/>
              </a:rPr>
              <a:t>priority</a:t>
            </a:r>
            <a:r>
              <a:rPr sz="2400" spc="5" dirty="0">
                <a:latin typeface="Bookman Old Style" pitchFamily="18" charset="0"/>
                <a:cs typeface="Book Antiqua"/>
              </a:rPr>
              <a:t> </a:t>
            </a:r>
            <a:r>
              <a:rPr sz="2400" dirty="0">
                <a:latin typeface="Bookman Old Style" pitchFamily="18" charset="0"/>
                <a:cs typeface="Book Antiqua"/>
              </a:rPr>
              <a:t>is</a:t>
            </a:r>
            <a:r>
              <a:rPr sz="2400" spc="5" dirty="0">
                <a:latin typeface="Bookman Old Style" pitchFamily="18" charset="0"/>
                <a:cs typeface="Book Antiqua"/>
              </a:rPr>
              <a:t> </a:t>
            </a:r>
            <a:r>
              <a:rPr sz="2400" dirty="0">
                <a:latin typeface="Bookman Old Style" pitchFamily="18" charset="0"/>
                <a:cs typeface="Book Antiqua"/>
              </a:rPr>
              <a:t>to</a:t>
            </a:r>
            <a:r>
              <a:rPr sz="2400" spc="5" dirty="0">
                <a:latin typeface="Bookman Old Style" pitchFamily="18" charset="0"/>
                <a:cs typeface="Book Antiqua"/>
              </a:rPr>
              <a:t> </a:t>
            </a:r>
            <a:r>
              <a:rPr sz="2400" spc="-5" dirty="0">
                <a:latin typeface="Bookman Old Style" pitchFamily="18" charset="0"/>
                <a:cs typeface="Book Antiqua"/>
              </a:rPr>
              <a:t>satisfy</a:t>
            </a:r>
            <a:r>
              <a:rPr sz="2400" spc="10" dirty="0">
                <a:latin typeface="Bookman Old Style" pitchFamily="18" charset="0"/>
                <a:cs typeface="Book Antiqua"/>
              </a:rPr>
              <a:t> </a:t>
            </a:r>
            <a:r>
              <a:rPr sz="2400" spc="-5" dirty="0">
                <a:latin typeface="Bookman Old Style" pitchFamily="18" charset="0"/>
                <a:cs typeface="Book Antiqua"/>
              </a:rPr>
              <a:t>the</a:t>
            </a:r>
            <a:r>
              <a:rPr sz="2400" dirty="0">
                <a:latin typeface="Bookman Old Style" pitchFamily="18" charset="0"/>
                <a:cs typeface="Book Antiqua"/>
              </a:rPr>
              <a:t> </a:t>
            </a:r>
            <a:r>
              <a:rPr sz="2400" spc="-5" dirty="0">
                <a:latin typeface="Bookman Old Style" pitchFamily="18" charset="0"/>
                <a:cs typeface="Book Antiqua"/>
              </a:rPr>
              <a:t>customer</a:t>
            </a:r>
            <a:r>
              <a:rPr sz="2400" spc="10" dirty="0">
                <a:latin typeface="Bookman Old Style" pitchFamily="18" charset="0"/>
                <a:cs typeface="Book Antiqua"/>
              </a:rPr>
              <a:t> </a:t>
            </a:r>
            <a:r>
              <a:rPr sz="2400" spc="-5" dirty="0">
                <a:latin typeface="Bookman Old Style" pitchFamily="18" charset="0"/>
                <a:cs typeface="Book Antiqua"/>
              </a:rPr>
              <a:t>through</a:t>
            </a:r>
            <a:r>
              <a:rPr sz="2400" dirty="0">
                <a:latin typeface="Bookman Old Style" pitchFamily="18" charset="0"/>
                <a:cs typeface="Book Antiqua"/>
              </a:rPr>
              <a:t> early</a:t>
            </a:r>
            <a:r>
              <a:rPr sz="2400" spc="10" dirty="0">
                <a:latin typeface="Bookman Old Style" pitchFamily="18" charset="0"/>
                <a:cs typeface="Book Antiqua"/>
              </a:rPr>
              <a:t> </a:t>
            </a:r>
            <a:r>
              <a:rPr sz="2400" dirty="0">
                <a:latin typeface="Bookman Old Style" pitchFamily="18" charset="0"/>
                <a:cs typeface="Book Antiqua"/>
              </a:rPr>
              <a:t>and </a:t>
            </a:r>
            <a:r>
              <a:rPr sz="2400" spc="-5" dirty="0">
                <a:latin typeface="Bookman Old Style" pitchFamily="18" charset="0"/>
                <a:cs typeface="Book Antiqua"/>
              </a:rPr>
              <a:t>continuous</a:t>
            </a:r>
            <a:r>
              <a:rPr sz="2400" spc="5" dirty="0">
                <a:latin typeface="Bookman Old Style" pitchFamily="18" charset="0"/>
                <a:cs typeface="Book Antiqua"/>
              </a:rPr>
              <a:t> </a:t>
            </a:r>
            <a:r>
              <a:rPr sz="2400" spc="-5" dirty="0">
                <a:latin typeface="Bookman Old Style" pitchFamily="18" charset="0"/>
                <a:cs typeface="Book Antiqua"/>
              </a:rPr>
              <a:t>delivery</a:t>
            </a:r>
            <a:r>
              <a:rPr sz="2400" spc="5" dirty="0">
                <a:latin typeface="Bookman Old Style" pitchFamily="18" charset="0"/>
                <a:cs typeface="Book Antiqua"/>
              </a:rPr>
              <a:t> </a:t>
            </a:r>
            <a:r>
              <a:rPr sz="2400" dirty="0">
                <a:latin typeface="Bookman Old Style" pitchFamily="18" charset="0"/>
                <a:cs typeface="Book Antiqua"/>
              </a:rPr>
              <a:t>of </a:t>
            </a:r>
            <a:r>
              <a:rPr sz="2400" spc="-385" dirty="0">
                <a:latin typeface="Bookman Old Style" pitchFamily="18" charset="0"/>
                <a:cs typeface="Book Antiqua"/>
              </a:rPr>
              <a:t> </a:t>
            </a:r>
            <a:r>
              <a:rPr sz="2400" spc="-5" dirty="0">
                <a:latin typeface="Bookman Old Style" pitchFamily="18" charset="0"/>
                <a:cs typeface="Book Antiqua"/>
              </a:rPr>
              <a:t>valuable</a:t>
            </a:r>
            <a:r>
              <a:rPr sz="2400" spc="-10" dirty="0">
                <a:latin typeface="Bookman Old Style" pitchFamily="18" charset="0"/>
                <a:cs typeface="Book Antiqua"/>
              </a:rPr>
              <a:t> </a:t>
            </a:r>
            <a:r>
              <a:rPr sz="2400" spc="-5" dirty="0">
                <a:latin typeface="Bookman Old Style" pitchFamily="18" charset="0"/>
                <a:cs typeface="Book Antiqua"/>
              </a:rPr>
              <a:t>software.</a:t>
            </a:r>
            <a:endParaRPr sz="2400">
              <a:latin typeface="Bookman Old Style" pitchFamily="18" charset="0"/>
              <a:cs typeface="Book Antiqua"/>
            </a:endParaRPr>
          </a:p>
          <a:p>
            <a:pPr marL="12700" marR="2181860">
              <a:buSzPct val="93750"/>
              <a:buAutoNum type="arabicPeriod"/>
              <a:tabLst>
                <a:tab pos="165735" algn="l"/>
              </a:tabLst>
            </a:pPr>
            <a:r>
              <a:rPr sz="2400" spc="-25" dirty="0">
                <a:latin typeface="Bookman Old Style" pitchFamily="18" charset="0"/>
                <a:cs typeface="Book Antiqua"/>
              </a:rPr>
              <a:t>Welcome</a:t>
            </a:r>
            <a:r>
              <a:rPr sz="2400" dirty="0">
                <a:latin typeface="Bookman Old Style" pitchFamily="18" charset="0"/>
                <a:cs typeface="Book Antiqua"/>
              </a:rPr>
              <a:t> </a:t>
            </a:r>
            <a:r>
              <a:rPr sz="2400" spc="-5" dirty="0">
                <a:latin typeface="Bookman Old Style" pitchFamily="18" charset="0"/>
                <a:cs typeface="Book Antiqua"/>
              </a:rPr>
              <a:t>changes </a:t>
            </a:r>
            <a:r>
              <a:rPr sz="2400" spc="-10" dirty="0">
                <a:latin typeface="Bookman Old Style" pitchFamily="18" charset="0"/>
                <a:cs typeface="Book Antiqua"/>
              </a:rPr>
              <a:t>from</a:t>
            </a:r>
            <a:r>
              <a:rPr sz="2400" spc="5" dirty="0">
                <a:latin typeface="Bookman Old Style" pitchFamily="18" charset="0"/>
                <a:cs typeface="Book Antiqua"/>
              </a:rPr>
              <a:t> </a:t>
            </a:r>
            <a:r>
              <a:rPr sz="2400" spc="-5">
                <a:latin typeface="Bookman Old Style" pitchFamily="18" charset="0"/>
                <a:cs typeface="Book Antiqua"/>
              </a:rPr>
              <a:t>customer</a:t>
            </a:r>
            <a:r>
              <a:rPr sz="2400">
                <a:latin typeface="Bookman Old Style" pitchFamily="18" charset="0"/>
                <a:cs typeface="Book Antiqua"/>
              </a:rPr>
              <a:t> at</a:t>
            </a:r>
            <a:r>
              <a:rPr lang="en-US" sz="2400" dirty="0">
                <a:latin typeface="Bookman Old Style" pitchFamily="18" charset="0"/>
                <a:cs typeface="Book Antiqua"/>
              </a:rPr>
              <a:t> </a:t>
            </a:r>
            <a:r>
              <a:rPr sz="2400" spc="-5">
                <a:latin typeface="Bookman Old Style" pitchFamily="18" charset="0"/>
                <a:cs typeface="Book Antiqua"/>
              </a:rPr>
              <a:t>anytime</a:t>
            </a:r>
            <a:r>
              <a:rPr sz="2400">
                <a:latin typeface="Bookman Old Style" pitchFamily="18" charset="0"/>
                <a:cs typeface="Book Antiqua"/>
              </a:rPr>
              <a:t> </a:t>
            </a:r>
            <a:r>
              <a:rPr sz="2400" spc="-5" dirty="0">
                <a:latin typeface="Bookman Old Style" pitchFamily="18" charset="0"/>
                <a:cs typeface="Book Antiqua"/>
              </a:rPr>
              <a:t>in</a:t>
            </a:r>
            <a:r>
              <a:rPr sz="2400" dirty="0">
                <a:latin typeface="Bookman Old Style" pitchFamily="18" charset="0"/>
                <a:cs typeface="Book Antiqua"/>
              </a:rPr>
              <a:t> </a:t>
            </a:r>
            <a:r>
              <a:rPr sz="2400" spc="-5" dirty="0">
                <a:latin typeface="Bookman Old Style" pitchFamily="18" charset="0"/>
                <a:cs typeface="Book Antiqua"/>
              </a:rPr>
              <a:t>the process</a:t>
            </a:r>
            <a:r>
              <a:rPr sz="2400" spc="-5">
                <a:latin typeface="Bookman Old Style" pitchFamily="18" charset="0"/>
                <a:cs typeface="Book Antiqua"/>
              </a:rPr>
              <a:t>. </a:t>
            </a:r>
            <a:r>
              <a:rPr sz="2400" spc="-385">
                <a:latin typeface="Bookman Old Style" pitchFamily="18" charset="0"/>
                <a:cs typeface="Book Antiqua"/>
              </a:rPr>
              <a:t> </a:t>
            </a:r>
            <a:endParaRPr lang="en-US" sz="2400" spc="-385" dirty="0">
              <a:latin typeface="Bookman Old Style" pitchFamily="18" charset="0"/>
              <a:cs typeface="Book Antiqua"/>
            </a:endParaRPr>
          </a:p>
          <a:p>
            <a:pPr marL="12700" marR="2181860">
              <a:buSzPct val="93750"/>
              <a:buAutoNum type="arabicPeriod"/>
              <a:tabLst>
                <a:tab pos="165735" algn="l"/>
              </a:tabLst>
            </a:pPr>
            <a:r>
              <a:rPr sz="2400" spc="-5">
                <a:latin typeface="Bookman Old Style" pitchFamily="18" charset="0"/>
                <a:cs typeface="Book Antiqua"/>
              </a:rPr>
              <a:t>Deliver </a:t>
            </a:r>
            <a:r>
              <a:rPr sz="2400" spc="-5" dirty="0">
                <a:latin typeface="Bookman Old Style" pitchFamily="18" charset="0"/>
                <a:cs typeface="Book Antiqua"/>
              </a:rPr>
              <a:t>working</a:t>
            </a:r>
            <a:r>
              <a:rPr sz="2400" dirty="0">
                <a:latin typeface="Bookman Old Style" pitchFamily="18" charset="0"/>
                <a:cs typeface="Book Antiqua"/>
              </a:rPr>
              <a:t> </a:t>
            </a:r>
            <a:r>
              <a:rPr sz="2400" spc="-5" dirty="0">
                <a:latin typeface="Bookman Old Style" pitchFamily="18" charset="0"/>
                <a:cs typeface="Book Antiqua"/>
              </a:rPr>
              <a:t>software</a:t>
            </a:r>
            <a:r>
              <a:rPr sz="2400" dirty="0">
                <a:latin typeface="Bookman Old Style" pitchFamily="18" charset="0"/>
                <a:cs typeface="Book Antiqua"/>
              </a:rPr>
              <a:t> </a:t>
            </a:r>
            <a:r>
              <a:rPr sz="2400" spc="-5" dirty="0">
                <a:latin typeface="Bookman Old Style" pitchFamily="18" charset="0"/>
                <a:cs typeface="Book Antiqua"/>
              </a:rPr>
              <a:t>frequently</a:t>
            </a:r>
            <a:endParaRPr sz="2400">
              <a:latin typeface="Bookman Old Style" pitchFamily="18" charset="0"/>
              <a:cs typeface="Book Antiqua"/>
            </a:endParaRPr>
          </a:p>
          <a:p>
            <a:pPr marL="12700" marR="147955"/>
            <a:r>
              <a:rPr sz="2400" spc="-5" dirty="0">
                <a:latin typeface="Bookman Old Style" pitchFamily="18" charset="0"/>
                <a:cs typeface="Book Antiqua"/>
              </a:rPr>
              <a:t>4.Business</a:t>
            </a:r>
            <a:r>
              <a:rPr sz="2400" spc="5" dirty="0">
                <a:latin typeface="Bookman Old Style" pitchFamily="18" charset="0"/>
                <a:cs typeface="Book Antiqua"/>
              </a:rPr>
              <a:t> </a:t>
            </a:r>
            <a:r>
              <a:rPr sz="2400" spc="-5" dirty="0">
                <a:latin typeface="Bookman Old Style" pitchFamily="18" charset="0"/>
                <a:cs typeface="Book Antiqua"/>
              </a:rPr>
              <a:t>people</a:t>
            </a:r>
            <a:r>
              <a:rPr sz="2400" spc="5" dirty="0">
                <a:latin typeface="Bookman Old Style" pitchFamily="18" charset="0"/>
                <a:cs typeface="Book Antiqua"/>
              </a:rPr>
              <a:t> </a:t>
            </a:r>
            <a:r>
              <a:rPr sz="2400" dirty="0">
                <a:latin typeface="Bookman Old Style" pitchFamily="18" charset="0"/>
                <a:cs typeface="Book Antiqua"/>
              </a:rPr>
              <a:t>and</a:t>
            </a:r>
            <a:r>
              <a:rPr sz="2400" spc="5" dirty="0">
                <a:latin typeface="Bookman Old Style" pitchFamily="18" charset="0"/>
                <a:cs typeface="Book Antiqua"/>
              </a:rPr>
              <a:t> </a:t>
            </a:r>
            <a:r>
              <a:rPr sz="2400" spc="-5" dirty="0">
                <a:latin typeface="Bookman Old Style" pitchFamily="18" charset="0"/>
                <a:cs typeface="Book Antiqua"/>
              </a:rPr>
              <a:t>developers</a:t>
            </a:r>
            <a:r>
              <a:rPr sz="2400" dirty="0">
                <a:latin typeface="Bookman Old Style" pitchFamily="18" charset="0"/>
                <a:cs typeface="Book Antiqua"/>
              </a:rPr>
              <a:t> </a:t>
            </a:r>
            <a:r>
              <a:rPr sz="2400" spc="-5" dirty="0">
                <a:latin typeface="Bookman Old Style" pitchFamily="18" charset="0"/>
                <a:cs typeface="Book Antiqua"/>
              </a:rPr>
              <a:t>must</a:t>
            </a:r>
            <a:r>
              <a:rPr sz="2400" spc="10" dirty="0">
                <a:latin typeface="Bookman Old Style" pitchFamily="18" charset="0"/>
                <a:cs typeface="Book Antiqua"/>
              </a:rPr>
              <a:t> </a:t>
            </a:r>
            <a:r>
              <a:rPr sz="2400" spc="-5" dirty="0">
                <a:latin typeface="Bookman Old Style" pitchFamily="18" charset="0"/>
                <a:cs typeface="Book Antiqua"/>
              </a:rPr>
              <a:t>work</a:t>
            </a:r>
            <a:r>
              <a:rPr sz="2400" spc="10" dirty="0">
                <a:latin typeface="Bookman Old Style" pitchFamily="18" charset="0"/>
                <a:cs typeface="Book Antiqua"/>
              </a:rPr>
              <a:t> </a:t>
            </a:r>
            <a:r>
              <a:rPr sz="2400" spc="-5" dirty="0">
                <a:latin typeface="Bookman Old Style" pitchFamily="18" charset="0"/>
                <a:cs typeface="Book Antiqua"/>
              </a:rPr>
              <a:t>together</a:t>
            </a:r>
            <a:r>
              <a:rPr sz="2400" spc="5" dirty="0">
                <a:latin typeface="Bookman Old Style" pitchFamily="18" charset="0"/>
                <a:cs typeface="Book Antiqua"/>
              </a:rPr>
              <a:t> </a:t>
            </a:r>
            <a:r>
              <a:rPr sz="2400" spc="-5" dirty="0">
                <a:latin typeface="Bookman Old Style" pitchFamily="18" charset="0"/>
                <a:cs typeface="Book Antiqua"/>
              </a:rPr>
              <a:t>daily</a:t>
            </a:r>
            <a:r>
              <a:rPr sz="2400" spc="5" dirty="0">
                <a:latin typeface="Bookman Old Style" pitchFamily="18" charset="0"/>
                <a:cs typeface="Book Antiqua"/>
              </a:rPr>
              <a:t> </a:t>
            </a:r>
            <a:r>
              <a:rPr sz="2400" spc="-5" dirty="0">
                <a:latin typeface="Bookman Old Style" pitchFamily="18" charset="0"/>
                <a:cs typeface="Book Antiqua"/>
              </a:rPr>
              <a:t>throughout</a:t>
            </a:r>
            <a:r>
              <a:rPr sz="2400" spc="10" dirty="0">
                <a:latin typeface="Bookman Old Style" pitchFamily="18" charset="0"/>
                <a:cs typeface="Book Antiqua"/>
              </a:rPr>
              <a:t> </a:t>
            </a:r>
            <a:r>
              <a:rPr sz="2400" spc="-5" dirty="0">
                <a:latin typeface="Bookman Old Style" pitchFamily="18" charset="0"/>
                <a:cs typeface="Book Antiqua"/>
              </a:rPr>
              <a:t>the</a:t>
            </a:r>
            <a:r>
              <a:rPr sz="2400" spc="5" dirty="0">
                <a:latin typeface="Bookman Old Style" pitchFamily="18" charset="0"/>
                <a:cs typeface="Book Antiqua"/>
              </a:rPr>
              <a:t> </a:t>
            </a:r>
            <a:r>
              <a:rPr sz="2400" spc="-5" dirty="0">
                <a:latin typeface="Bookman Old Style" pitchFamily="18" charset="0"/>
                <a:cs typeface="Book Antiqua"/>
              </a:rPr>
              <a:t>project</a:t>
            </a:r>
            <a:r>
              <a:rPr sz="2400" spc="-5">
                <a:latin typeface="Bookman Old Style" pitchFamily="18" charset="0"/>
                <a:cs typeface="Book Antiqua"/>
              </a:rPr>
              <a:t>. </a:t>
            </a:r>
            <a:r>
              <a:rPr sz="2400" spc="-385">
                <a:latin typeface="Bookman Old Style" pitchFamily="18" charset="0"/>
                <a:cs typeface="Book Antiqua"/>
              </a:rPr>
              <a:t> </a:t>
            </a:r>
            <a:endParaRPr lang="en-US" sz="2400" spc="-385" dirty="0">
              <a:latin typeface="Bookman Old Style" pitchFamily="18" charset="0"/>
              <a:cs typeface="Book Antiqua"/>
            </a:endParaRPr>
          </a:p>
          <a:p>
            <a:pPr marL="12700" marR="147955"/>
            <a:r>
              <a:rPr sz="2400" spc="-5">
                <a:latin typeface="Bookman Old Style" pitchFamily="18" charset="0"/>
                <a:cs typeface="Book Antiqua"/>
              </a:rPr>
              <a:t>5.Build </a:t>
            </a:r>
            <a:r>
              <a:rPr sz="2400" spc="-5" dirty="0">
                <a:latin typeface="Bookman Old Style" pitchFamily="18" charset="0"/>
                <a:cs typeface="Book Antiqua"/>
              </a:rPr>
              <a:t>projects</a:t>
            </a:r>
            <a:r>
              <a:rPr sz="2400" dirty="0">
                <a:latin typeface="Bookman Old Style" pitchFamily="18" charset="0"/>
                <a:cs typeface="Book Antiqua"/>
              </a:rPr>
              <a:t> </a:t>
            </a:r>
            <a:r>
              <a:rPr sz="2400" spc="-5" dirty="0">
                <a:latin typeface="Bookman Old Style" pitchFamily="18" charset="0"/>
                <a:cs typeface="Book Antiqua"/>
              </a:rPr>
              <a:t>around motivated individuals.</a:t>
            </a:r>
            <a:endParaRPr sz="2400">
              <a:latin typeface="Bookman Old Style" pitchFamily="18" charset="0"/>
              <a:cs typeface="Book Antiqua"/>
            </a:endParaRPr>
          </a:p>
          <a:p>
            <a:pPr marL="165735" indent="-153035">
              <a:buSzPct val="93750"/>
              <a:buAutoNum type="arabicPeriod" startAt="6"/>
              <a:tabLst>
                <a:tab pos="165735" algn="l"/>
              </a:tabLst>
            </a:pPr>
            <a:r>
              <a:rPr sz="2400" spc="-5" dirty="0">
                <a:latin typeface="Bookman Old Style" pitchFamily="18" charset="0"/>
                <a:cs typeface="Book Antiqua"/>
              </a:rPr>
              <a:t>Have</a:t>
            </a:r>
            <a:r>
              <a:rPr sz="2400" dirty="0">
                <a:latin typeface="Bookman Old Style" pitchFamily="18" charset="0"/>
                <a:cs typeface="Book Antiqua"/>
              </a:rPr>
              <a:t> </a:t>
            </a:r>
            <a:r>
              <a:rPr sz="2400" spc="-5" dirty="0">
                <a:latin typeface="Bookman Old Style" pitchFamily="18" charset="0"/>
                <a:cs typeface="Book Antiqua"/>
              </a:rPr>
              <a:t>face-to-face</a:t>
            </a:r>
            <a:r>
              <a:rPr sz="2400" dirty="0">
                <a:latin typeface="Bookman Old Style" pitchFamily="18" charset="0"/>
                <a:cs typeface="Book Antiqua"/>
              </a:rPr>
              <a:t> </a:t>
            </a:r>
            <a:r>
              <a:rPr sz="2400" spc="-5" dirty="0">
                <a:latin typeface="Bookman Old Style" pitchFamily="18" charset="0"/>
                <a:cs typeface="Book Antiqua"/>
              </a:rPr>
              <a:t>conversation.</a:t>
            </a:r>
            <a:endParaRPr sz="2400">
              <a:latin typeface="Bookman Old Style" pitchFamily="18" charset="0"/>
              <a:cs typeface="Book Antiqua"/>
            </a:endParaRPr>
          </a:p>
          <a:p>
            <a:pPr marL="165735" indent="-153035">
              <a:buSzPct val="93750"/>
              <a:buAutoNum type="arabicPeriod" startAt="6"/>
              <a:tabLst>
                <a:tab pos="165735" algn="l"/>
              </a:tabLst>
            </a:pPr>
            <a:r>
              <a:rPr sz="2400" spc="-25" dirty="0">
                <a:latin typeface="Bookman Old Style" pitchFamily="18" charset="0"/>
                <a:cs typeface="Book Antiqua"/>
              </a:rPr>
              <a:t>Working</a:t>
            </a:r>
            <a:r>
              <a:rPr sz="2400" dirty="0">
                <a:latin typeface="Bookman Old Style" pitchFamily="18" charset="0"/>
                <a:cs typeface="Book Antiqua"/>
              </a:rPr>
              <a:t> </a:t>
            </a:r>
            <a:r>
              <a:rPr sz="2400" spc="-5" dirty="0">
                <a:latin typeface="Bookman Old Style" pitchFamily="18" charset="0"/>
                <a:cs typeface="Book Antiqua"/>
              </a:rPr>
              <a:t>software</a:t>
            </a:r>
            <a:r>
              <a:rPr sz="2400" dirty="0">
                <a:latin typeface="Bookman Old Style" pitchFamily="18" charset="0"/>
                <a:cs typeface="Book Antiqua"/>
              </a:rPr>
              <a:t> is</a:t>
            </a:r>
            <a:r>
              <a:rPr sz="2400" spc="-5" dirty="0">
                <a:latin typeface="Bookman Old Style" pitchFamily="18" charset="0"/>
                <a:cs typeface="Book Antiqua"/>
              </a:rPr>
              <a:t> the primary</a:t>
            </a:r>
            <a:r>
              <a:rPr sz="2400" dirty="0">
                <a:latin typeface="Bookman Old Style" pitchFamily="18" charset="0"/>
                <a:cs typeface="Book Antiqua"/>
              </a:rPr>
              <a:t> </a:t>
            </a:r>
            <a:r>
              <a:rPr sz="2400" spc="-5" dirty="0">
                <a:latin typeface="Bookman Old Style" pitchFamily="18" charset="0"/>
                <a:cs typeface="Book Antiqua"/>
              </a:rPr>
              <a:t>measure</a:t>
            </a:r>
            <a:r>
              <a:rPr sz="2400" dirty="0">
                <a:latin typeface="Bookman Old Style" pitchFamily="18" charset="0"/>
                <a:cs typeface="Book Antiqua"/>
              </a:rPr>
              <a:t> of </a:t>
            </a:r>
            <a:r>
              <a:rPr sz="2400" spc="-10">
                <a:latin typeface="Bookman Old Style" pitchFamily="18" charset="0"/>
                <a:cs typeface="Book Antiqua"/>
              </a:rPr>
              <a:t>progress.</a:t>
            </a:r>
            <a:endParaRPr sz="2400">
              <a:latin typeface="Bookman Old Style" pitchFamily="18" charset="0"/>
              <a:cs typeface="Book Antiqua"/>
            </a:endParaRPr>
          </a:p>
        </p:txBody>
      </p:sp>
      <p:sp>
        <p:nvSpPr>
          <p:cNvPr id="12" name="object 12"/>
          <p:cNvSpPr txBox="1"/>
          <p:nvPr/>
        </p:nvSpPr>
        <p:spPr>
          <a:xfrm>
            <a:off x="8504583" y="6524079"/>
            <a:ext cx="19494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45C75"/>
                </a:solidFill>
                <a:latin typeface="Arial"/>
                <a:cs typeface="Arial"/>
              </a:rPr>
              <a:t>60</a:t>
            </a:r>
            <a:endParaRPr sz="1200">
              <a:latin typeface="Arial"/>
              <a:cs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1219200"/>
            <a:ext cx="7543800" cy="3631763"/>
          </a:xfrm>
          <a:prstGeom prst="rect">
            <a:avLst/>
          </a:prstGeom>
        </p:spPr>
        <p:txBody>
          <a:bodyPr wrap="square">
            <a:spAutoFit/>
          </a:bodyPr>
          <a:lstStyle/>
          <a:p>
            <a:pPr marL="165735" marR="371475" indent="-165735">
              <a:buSzPct val="93750"/>
              <a:tabLst>
                <a:tab pos="165735" algn="l"/>
              </a:tabLst>
            </a:pPr>
            <a:r>
              <a:rPr lang="en-US" sz="2400" spc="-5" dirty="0">
                <a:latin typeface="Bookman Old Style" pitchFamily="18" charset="0"/>
                <a:cs typeface="Book Antiqua"/>
              </a:rPr>
              <a:t>8. The</a:t>
            </a:r>
            <a:r>
              <a:rPr lang="en-US" sz="2400" dirty="0">
                <a:latin typeface="Bookman Old Style" pitchFamily="18" charset="0"/>
                <a:cs typeface="Book Antiqua"/>
              </a:rPr>
              <a:t> </a:t>
            </a:r>
            <a:r>
              <a:rPr lang="en-US" sz="2400" spc="-5" dirty="0">
                <a:latin typeface="Bookman Old Style" pitchFamily="18" charset="0"/>
                <a:cs typeface="Book Antiqua"/>
              </a:rPr>
              <a:t>sponsors,</a:t>
            </a:r>
            <a:r>
              <a:rPr lang="en-US" sz="2400" spc="5" dirty="0">
                <a:latin typeface="Bookman Old Style" pitchFamily="18" charset="0"/>
                <a:cs typeface="Book Antiqua"/>
              </a:rPr>
              <a:t> </a:t>
            </a:r>
            <a:r>
              <a:rPr lang="en-US" sz="2400" spc="-5" dirty="0">
                <a:latin typeface="Bookman Old Style" pitchFamily="18" charset="0"/>
                <a:cs typeface="Book Antiqua"/>
              </a:rPr>
              <a:t>developers,</a:t>
            </a:r>
            <a:r>
              <a:rPr lang="en-US" sz="2400" spc="5" dirty="0">
                <a:latin typeface="Bookman Old Style" pitchFamily="18" charset="0"/>
                <a:cs typeface="Book Antiqua"/>
              </a:rPr>
              <a:t> </a:t>
            </a:r>
            <a:r>
              <a:rPr lang="en-US" sz="2400" dirty="0">
                <a:latin typeface="Bookman Old Style" pitchFamily="18" charset="0"/>
                <a:cs typeface="Book Antiqua"/>
              </a:rPr>
              <a:t>and </a:t>
            </a:r>
            <a:r>
              <a:rPr lang="en-US" sz="2400" spc="-5" dirty="0">
                <a:latin typeface="Bookman Old Style" pitchFamily="18" charset="0"/>
                <a:cs typeface="Book Antiqua"/>
              </a:rPr>
              <a:t>users</a:t>
            </a:r>
            <a:r>
              <a:rPr lang="en-US" sz="2400" dirty="0">
                <a:latin typeface="Bookman Old Style" pitchFamily="18" charset="0"/>
                <a:cs typeface="Book Antiqua"/>
              </a:rPr>
              <a:t> </a:t>
            </a:r>
            <a:r>
              <a:rPr lang="en-US" sz="2400" spc="-5" dirty="0">
                <a:latin typeface="Bookman Old Style" pitchFamily="18" charset="0"/>
                <a:cs typeface="Book Antiqua"/>
              </a:rPr>
              <a:t>should</a:t>
            </a:r>
            <a:r>
              <a:rPr lang="en-US" sz="2400" dirty="0">
                <a:latin typeface="Bookman Old Style" pitchFamily="18" charset="0"/>
                <a:cs typeface="Book Antiqua"/>
              </a:rPr>
              <a:t> be</a:t>
            </a:r>
            <a:r>
              <a:rPr lang="en-US" sz="2400" spc="5" dirty="0">
                <a:latin typeface="Bookman Old Style" pitchFamily="18" charset="0"/>
                <a:cs typeface="Book Antiqua"/>
              </a:rPr>
              <a:t> </a:t>
            </a:r>
            <a:r>
              <a:rPr lang="en-US" sz="2400" spc="-5" dirty="0">
                <a:latin typeface="Bookman Old Style" pitchFamily="18" charset="0"/>
                <a:cs typeface="Book Antiqua"/>
              </a:rPr>
              <a:t>able</a:t>
            </a:r>
            <a:r>
              <a:rPr lang="en-US" sz="2400" dirty="0">
                <a:latin typeface="Bookman Old Style" pitchFamily="18" charset="0"/>
                <a:cs typeface="Book Antiqua"/>
              </a:rPr>
              <a:t> to</a:t>
            </a:r>
            <a:r>
              <a:rPr lang="en-US" sz="2400" spc="5" dirty="0">
                <a:latin typeface="Bookman Old Style" pitchFamily="18" charset="0"/>
                <a:cs typeface="Book Antiqua"/>
              </a:rPr>
              <a:t> </a:t>
            </a:r>
            <a:r>
              <a:rPr lang="en-US" sz="2400" dirty="0">
                <a:latin typeface="Bookman Old Style" pitchFamily="18" charset="0"/>
                <a:cs typeface="Book Antiqua"/>
              </a:rPr>
              <a:t>maintain</a:t>
            </a:r>
            <a:r>
              <a:rPr lang="en-US" sz="2400" spc="5" dirty="0">
                <a:latin typeface="Bookman Old Style" pitchFamily="18" charset="0"/>
                <a:cs typeface="Book Antiqua"/>
              </a:rPr>
              <a:t> </a:t>
            </a:r>
            <a:r>
              <a:rPr lang="en-US" sz="2400" dirty="0">
                <a:latin typeface="Bookman Old Style" pitchFamily="18" charset="0"/>
                <a:cs typeface="Book Antiqua"/>
              </a:rPr>
              <a:t>a</a:t>
            </a:r>
            <a:r>
              <a:rPr lang="en-US" sz="2400" spc="5" dirty="0">
                <a:latin typeface="Bookman Old Style" pitchFamily="18" charset="0"/>
                <a:cs typeface="Book Antiqua"/>
              </a:rPr>
              <a:t> </a:t>
            </a:r>
            <a:r>
              <a:rPr lang="en-US" sz="2400" spc="-5" dirty="0">
                <a:latin typeface="Bookman Old Style" pitchFamily="18" charset="0"/>
                <a:cs typeface="Book Antiqua"/>
              </a:rPr>
              <a:t>constant</a:t>
            </a:r>
            <a:r>
              <a:rPr lang="en-US" sz="2400" spc="5" dirty="0">
                <a:latin typeface="Bookman Old Style" pitchFamily="18" charset="0"/>
                <a:cs typeface="Book Antiqua"/>
              </a:rPr>
              <a:t> </a:t>
            </a:r>
            <a:r>
              <a:rPr lang="en-US" sz="2400" spc="-5" dirty="0">
                <a:latin typeface="Bookman Old Style" pitchFamily="18" charset="0"/>
                <a:cs typeface="Book Antiqua"/>
              </a:rPr>
              <a:t>pace </a:t>
            </a:r>
            <a:r>
              <a:rPr lang="en-US" sz="2400" spc="-385" dirty="0">
                <a:latin typeface="Bookman Old Style" pitchFamily="18" charset="0"/>
                <a:cs typeface="Book Antiqua"/>
              </a:rPr>
              <a:t> </a:t>
            </a:r>
            <a:r>
              <a:rPr lang="en-US" sz="2400" spc="-15" dirty="0">
                <a:latin typeface="Bookman Old Style" pitchFamily="18" charset="0"/>
                <a:cs typeface="Book Antiqua"/>
              </a:rPr>
              <a:t>indefinitely.</a:t>
            </a:r>
          </a:p>
          <a:p>
            <a:pPr marL="12700" marR="445134">
              <a:buSzPct val="93750"/>
              <a:tabLst>
                <a:tab pos="165735" algn="l"/>
              </a:tabLst>
            </a:pPr>
            <a:r>
              <a:rPr lang="en-US" sz="2400" spc="-5" dirty="0">
                <a:latin typeface="Bookman Old Style" pitchFamily="18" charset="0"/>
                <a:cs typeface="Book Antiqua"/>
              </a:rPr>
              <a:t>9. Continuous</a:t>
            </a:r>
            <a:r>
              <a:rPr lang="en-US" sz="2400" spc="5" dirty="0">
                <a:latin typeface="Bookman Old Style" pitchFamily="18" charset="0"/>
                <a:cs typeface="Book Antiqua"/>
              </a:rPr>
              <a:t> </a:t>
            </a:r>
            <a:r>
              <a:rPr lang="en-US" sz="2400" spc="-5" dirty="0">
                <a:latin typeface="Bookman Old Style" pitchFamily="18" charset="0"/>
                <a:cs typeface="Book Antiqua"/>
              </a:rPr>
              <a:t>attention</a:t>
            </a:r>
            <a:r>
              <a:rPr lang="en-US" sz="2400" spc="5" dirty="0">
                <a:latin typeface="Bookman Old Style" pitchFamily="18" charset="0"/>
                <a:cs typeface="Book Antiqua"/>
              </a:rPr>
              <a:t> </a:t>
            </a:r>
            <a:r>
              <a:rPr lang="en-US" sz="2400" dirty="0">
                <a:latin typeface="Bookman Old Style" pitchFamily="18" charset="0"/>
                <a:cs typeface="Book Antiqua"/>
              </a:rPr>
              <a:t>to</a:t>
            </a:r>
            <a:r>
              <a:rPr lang="en-US" sz="2400" spc="15" dirty="0">
                <a:latin typeface="Bookman Old Style" pitchFamily="18" charset="0"/>
                <a:cs typeface="Book Antiqua"/>
              </a:rPr>
              <a:t> </a:t>
            </a:r>
            <a:r>
              <a:rPr lang="en-US" sz="2400" spc="-5" dirty="0">
                <a:latin typeface="Bookman Old Style" pitchFamily="18" charset="0"/>
                <a:cs typeface="Book Antiqua"/>
              </a:rPr>
              <a:t>technical</a:t>
            </a:r>
            <a:r>
              <a:rPr lang="en-US" sz="2400" spc="10" dirty="0">
                <a:latin typeface="Bookman Old Style" pitchFamily="18" charset="0"/>
                <a:cs typeface="Book Antiqua"/>
              </a:rPr>
              <a:t> </a:t>
            </a:r>
            <a:r>
              <a:rPr lang="en-US" sz="2400" spc="-5" dirty="0">
                <a:latin typeface="Bookman Old Style" pitchFamily="18" charset="0"/>
                <a:cs typeface="Book Antiqua"/>
              </a:rPr>
              <a:t>excellence</a:t>
            </a:r>
            <a:r>
              <a:rPr lang="en-US" sz="2400" spc="10" dirty="0">
                <a:latin typeface="Bookman Old Style" pitchFamily="18" charset="0"/>
                <a:cs typeface="Book Antiqua"/>
              </a:rPr>
              <a:t> </a:t>
            </a:r>
            <a:r>
              <a:rPr lang="en-US" sz="2400" dirty="0">
                <a:latin typeface="Bookman Old Style" pitchFamily="18" charset="0"/>
                <a:cs typeface="Book Antiqua"/>
              </a:rPr>
              <a:t>and</a:t>
            </a:r>
            <a:r>
              <a:rPr lang="en-US" sz="2400" spc="10" dirty="0">
                <a:latin typeface="Bookman Old Style" pitchFamily="18" charset="0"/>
                <a:cs typeface="Book Antiqua"/>
              </a:rPr>
              <a:t> </a:t>
            </a:r>
            <a:r>
              <a:rPr lang="en-US" sz="2400" dirty="0">
                <a:latin typeface="Bookman Old Style" pitchFamily="18" charset="0"/>
                <a:cs typeface="Book Antiqua"/>
              </a:rPr>
              <a:t>good</a:t>
            </a:r>
            <a:r>
              <a:rPr lang="en-US" sz="2400" spc="5" dirty="0">
                <a:latin typeface="Bookman Old Style" pitchFamily="18" charset="0"/>
                <a:cs typeface="Book Antiqua"/>
              </a:rPr>
              <a:t> </a:t>
            </a:r>
            <a:r>
              <a:rPr lang="en-US" sz="2400" spc="-5" dirty="0">
                <a:latin typeface="Bookman Old Style" pitchFamily="18" charset="0"/>
                <a:cs typeface="Book Antiqua"/>
              </a:rPr>
              <a:t>design</a:t>
            </a:r>
            <a:r>
              <a:rPr lang="en-US" sz="2400" spc="5" dirty="0">
                <a:latin typeface="Bookman Old Style" pitchFamily="18" charset="0"/>
                <a:cs typeface="Book Antiqua"/>
              </a:rPr>
              <a:t> </a:t>
            </a:r>
            <a:r>
              <a:rPr lang="en-US" sz="2400" spc="-5" dirty="0">
                <a:latin typeface="Bookman Old Style" pitchFamily="18" charset="0"/>
                <a:cs typeface="Book Antiqua"/>
              </a:rPr>
              <a:t>enhances</a:t>
            </a:r>
            <a:r>
              <a:rPr lang="en-US" sz="2400" spc="10" dirty="0">
                <a:latin typeface="Bookman Old Style" pitchFamily="18" charset="0"/>
                <a:cs typeface="Book Antiqua"/>
              </a:rPr>
              <a:t> </a:t>
            </a:r>
            <a:r>
              <a:rPr lang="en-US" sz="2400" spc="-25" dirty="0">
                <a:latin typeface="Bookman Old Style" pitchFamily="18" charset="0"/>
                <a:cs typeface="Book Antiqua"/>
              </a:rPr>
              <a:t>agility. </a:t>
            </a:r>
            <a:r>
              <a:rPr lang="en-US" sz="2400" spc="-385" dirty="0">
                <a:latin typeface="Bookman Old Style" pitchFamily="18" charset="0"/>
                <a:cs typeface="Book Antiqua"/>
              </a:rPr>
              <a:t> </a:t>
            </a:r>
          </a:p>
          <a:p>
            <a:pPr marL="12700" marR="445134">
              <a:buSzPct val="93750"/>
              <a:tabLst>
                <a:tab pos="165735" algn="l"/>
              </a:tabLst>
            </a:pPr>
            <a:endParaRPr lang="en-US" sz="1000" spc="-385" dirty="0">
              <a:latin typeface="Bookman Old Style" pitchFamily="18" charset="0"/>
              <a:cs typeface="Book Antiqua"/>
            </a:endParaRPr>
          </a:p>
          <a:p>
            <a:pPr marL="259079" marR="334645" indent="-247015">
              <a:buSzPct val="93750"/>
              <a:tabLst>
                <a:tab pos="256540" algn="l"/>
              </a:tabLst>
            </a:pPr>
            <a:r>
              <a:rPr lang="en-US" sz="2400" spc="-5" dirty="0">
                <a:latin typeface="Bookman Old Style" pitchFamily="18" charset="0"/>
                <a:cs typeface="Book Antiqua"/>
              </a:rPr>
              <a:t>10. The</a:t>
            </a:r>
            <a:r>
              <a:rPr lang="en-US" sz="2400" dirty="0">
                <a:latin typeface="Bookman Old Style" pitchFamily="18" charset="0"/>
                <a:cs typeface="Book Antiqua"/>
              </a:rPr>
              <a:t> </a:t>
            </a:r>
            <a:r>
              <a:rPr lang="en-US" sz="2400" spc="-5" dirty="0">
                <a:latin typeface="Bookman Old Style" pitchFamily="18" charset="0"/>
                <a:cs typeface="Book Antiqua"/>
              </a:rPr>
              <a:t>best</a:t>
            </a:r>
            <a:r>
              <a:rPr lang="en-US" sz="2400" spc="10" dirty="0">
                <a:latin typeface="Bookman Old Style" pitchFamily="18" charset="0"/>
                <a:cs typeface="Book Antiqua"/>
              </a:rPr>
              <a:t> </a:t>
            </a:r>
            <a:r>
              <a:rPr lang="en-US" sz="2400" spc="-10" dirty="0">
                <a:latin typeface="Bookman Old Style" pitchFamily="18" charset="0"/>
                <a:cs typeface="Book Antiqua"/>
              </a:rPr>
              <a:t>architectures,</a:t>
            </a:r>
            <a:r>
              <a:rPr lang="en-US" sz="2400" spc="10" dirty="0">
                <a:latin typeface="Bookman Old Style" pitchFamily="18" charset="0"/>
                <a:cs typeface="Book Antiqua"/>
              </a:rPr>
              <a:t> </a:t>
            </a:r>
            <a:r>
              <a:rPr lang="en-US" sz="2400" spc="-5" dirty="0">
                <a:latin typeface="Bookman Old Style" pitchFamily="18" charset="0"/>
                <a:cs typeface="Book Antiqua"/>
              </a:rPr>
              <a:t>requirements,</a:t>
            </a:r>
            <a:r>
              <a:rPr lang="en-US" sz="2400" spc="5" dirty="0">
                <a:latin typeface="Bookman Old Style" pitchFamily="18" charset="0"/>
                <a:cs typeface="Book Antiqua"/>
              </a:rPr>
              <a:t> </a:t>
            </a:r>
            <a:r>
              <a:rPr lang="en-US" sz="2400" dirty="0">
                <a:latin typeface="Bookman Old Style" pitchFamily="18" charset="0"/>
                <a:cs typeface="Book Antiqua"/>
              </a:rPr>
              <a:t>and</a:t>
            </a:r>
            <a:r>
              <a:rPr lang="en-US" sz="2400" spc="5" dirty="0">
                <a:latin typeface="Bookman Old Style" pitchFamily="18" charset="0"/>
                <a:cs typeface="Book Antiqua"/>
              </a:rPr>
              <a:t> </a:t>
            </a:r>
            <a:r>
              <a:rPr lang="en-US" sz="2400" spc="-5" dirty="0">
                <a:latin typeface="Bookman Old Style" pitchFamily="18" charset="0"/>
                <a:cs typeface="Book Antiqua"/>
              </a:rPr>
              <a:t>designs</a:t>
            </a:r>
            <a:r>
              <a:rPr lang="en-US" sz="2400" spc="5" dirty="0">
                <a:latin typeface="Bookman Old Style" pitchFamily="18" charset="0"/>
                <a:cs typeface="Book Antiqua"/>
              </a:rPr>
              <a:t> </a:t>
            </a:r>
            <a:r>
              <a:rPr lang="en-US" sz="2400" spc="-10" dirty="0">
                <a:latin typeface="Bookman Old Style" pitchFamily="18" charset="0"/>
                <a:cs typeface="Book Antiqua"/>
              </a:rPr>
              <a:t>emerge</a:t>
            </a:r>
            <a:r>
              <a:rPr lang="en-US" sz="2400" spc="5" dirty="0">
                <a:latin typeface="Bookman Old Style" pitchFamily="18" charset="0"/>
                <a:cs typeface="Book Antiqua"/>
              </a:rPr>
              <a:t> </a:t>
            </a:r>
            <a:r>
              <a:rPr lang="en-US" sz="2400" spc="-10" dirty="0">
                <a:latin typeface="Bookman Old Style" pitchFamily="18" charset="0"/>
                <a:cs typeface="Book Antiqua"/>
              </a:rPr>
              <a:t>from</a:t>
            </a:r>
            <a:r>
              <a:rPr lang="en-US" sz="2400" spc="10" dirty="0">
                <a:latin typeface="Bookman Old Style" pitchFamily="18" charset="0"/>
                <a:cs typeface="Book Antiqua"/>
              </a:rPr>
              <a:t> </a:t>
            </a:r>
            <a:r>
              <a:rPr lang="en-US" sz="2400" spc="-5" dirty="0">
                <a:latin typeface="Bookman Old Style" pitchFamily="18" charset="0"/>
                <a:cs typeface="Book Antiqua"/>
              </a:rPr>
              <a:t>self–organizing </a:t>
            </a:r>
            <a:r>
              <a:rPr lang="en-US" sz="2400" spc="-385" dirty="0">
                <a:latin typeface="Bookman Old Style" pitchFamily="18" charset="0"/>
                <a:cs typeface="Book Antiqua"/>
              </a:rPr>
              <a:t> </a:t>
            </a:r>
            <a:r>
              <a:rPr lang="en-US" sz="2400" spc="-5" dirty="0">
                <a:latin typeface="Bookman Old Style" pitchFamily="18" charset="0"/>
                <a:cs typeface="Book Antiqua"/>
              </a:rPr>
              <a:t>teams.</a:t>
            </a:r>
            <a:endParaRPr lang="en-US" sz="2400" dirty="0">
              <a:latin typeface="Bookman Old Style" pitchFamily="18" charset="0"/>
              <a:cs typeface="Book Antiqua"/>
            </a:endParaRPr>
          </a:p>
          <a:p>
            <a:pPr marL="267335" indent="-254635">
              <a:buSzPct val="93750"/>
              <a:buAutoNum type="arabicPeriod" startAt="11"/>
              <a:tabLst>
                <a:tab pos="267335" algn="l"/>
              </a:tabLst>
            </a:pPr>
            <a:r>
              <a:rPr lang="en-US" sz="2400" spc="-5" dirty="0">
                <a:latin typeface="Bookman Old Style" pitchFamily="18" charset="0"/>
                <a:cs typeface="Book Antiqua"/>
              </a:rPr>
              <a:t>At</a:t>
            </a:r>
            <a:r>
              <a:rPr lang="en-US" sz="2400" dirty="0">
                <a:latin typeface="Bookman Old Style" pitchFamily="18" charset="0"/>
                <a:cs typeface="Book Antiqua"/>
              </a:rPr>
              <a:t> </a:t>
            </a:r>
            <a:r>
              <a:rPr lang="en-US" sz="2400" spc="-10" dirty="0">
                <a:latin typeface="Bookman Old Style" pitchFamily="18" charset="0"/>
                <a:cs typeface="Book Antiqua"/>
              </a:rPr>
              <a:t>regular</a:t>
            </a:r>
            <a:r>
              <a:rPr lang="en-US" sz="2400" dirty="0">
                <a:latin typeface="Bookman Old Style" pitchFamily="18" charset="0"/>
                <a:cs typeface="Book Antiqua"/>
              </a:rPr>
              <a:t> </a:t>
            </a:r>
            <a:r>
              <a:rPr lang="en-US" sz="2400" spc="-5" dirty="0">
                <a:latin typeface="Bookman Old Style" pitchFamily="18" charset="0"/>
                <a:cs typeface="Book Antiqua"/>
              </a:rPr>
              <a:t>intervals,</a:t>
            </a:r>
            <a:r>
              <a:rPr lang="en-US" sz="2400" spc="5" dirty="0">
                <a:latin typeface="Bookman Old Style" pitchFamily="18" charset="0"/>
                <a:cs typeface="Book Antiqua"/>
              </a:rPr>
              <a:t> </a:t>
            </a:r>
            <a:r>
              <a:rPr lang="en-US" sz="2400" dirty="0">
                <a:latin typeface="Bookman Old Style" pitchFamily="18" charset="0"/>
                <a:cs typeface="Book Antiqua"/>
              </a:rPr>
              <a:t>team </a:t>
            </a:r>
            <a:r>
              <a:rPr lang="en-US" sz="2400" spc="-5" dirty="0">
                <a:latin typeface="Bookman Old Style" pitchFamily="18" charset="0"/>
                <a:cs typeface="Book Antiqua"/>
              </a:rPr>
              <a:t>tune </a:t>
            </a:r>
            <a:r>
              <a:rPr lang="en-US" sz="2400" dirty="0">
                <a:latin typeface="Bookman Old Style" pitchFamily="18" charset="0"/>
                <a:cs typeface="Book Antiqua"/>
              </a:rPr>
              <a:t>up</a:t>
            </a:r>
            <a:r>
              <a:rPr lang="en-US" sz="2400" spc="5" dirty="0">
                <a:latin typeface="Bookman Old Style" pitchFamily="18" charset="0"/>
                <a:cs typeface="Book Antiqua"/>
              </a:rPr>
              <a:t> </a:t>
            </a:r>
            <a:r>
              <a:rPr lang="en-US" sz="2400" dirty="0">
                <a:latin typeface="Bookman Old Style" pitchFamily="18" charset="0"/>
                <a:cs typeface="Book Antiqua"/>
              </a:rPr>
              <a:t>and </a:t>
            </a:r>
            <a:r>
              <a:rPr lang="en-US" sz="2400" spc="-5" dirty="0">
                <a:latin typeface="Bookman Old Style" pitchFamily="18" charset="0"/>
                <a:cs typeface="Book Antiqua"/>
              </a:rPr>
              <a:t>adjust</a:t>
            </a:r>
            <a:r>
              <a:rPr lang="en-US" sz="2400" spc="5" dirty="0">
                <a:latin typeface="Bookman Old Style" pitchFamily="18" charset="0"/>
                <a:cs typeface="Book Antiqua"/>
              </a:rPr>
              <a:t> </a:t>
            </a:r>
            <a:r>
              <a:rPr lang="en-US" sz="2400" spc="-5" dirty="0">
                <a:latin typeface="Bookman Old Style" pitchFamily="18" charset="0"/>
                <a:cs typeface="Book Antiqua"/>
              </a:rPr>
              <a:t>behavior accordingly</a:t>
            </a:r>
            <a:endParaRPr lang="en-US" sz="2400" dirty="0">
              <a:latin typeface="Bookman Old Style" pitchFamily="18" charset="0"/>
              <a:cs typeface="Book Antiqua"/>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9" name="object 9"/>
          <p:cNvSpPr txBox="1">
            <a:spLocks noGrp="1"/>
          </p:cNvSpPr>
          <p:nvPr>
            <p:ph type="title"/>
          </p:nvPr>
        </p:nvSpPr>
        <p:spPr>
          <a:xfrm>
            <a:off x="381000" y="457200"/>
            <a:ext cx="8099425" cy="711200"/>
          </a:xfrm>
          <a:prstGeom prst="rect">
            <a:avLst/>
          </a:prstGeom>
        </p:spPr>
        <p:txBody>
          <a:bodyPr vert="horz" wrap="square" lIns="0" tIns="12700" rIns="0" bIns="0" rtlCol="0">
            <a:spAutoFit/>
          </a:bodyPr>
          <a:lstStyle/>
          <a:p>
            <a:pPr marL="12700">
              <a:lnSpc>
                <a:spcPct val="100000"/>
              </a:lnSpc>
              <a:spcBef>
                <a:spcPts val="100"/>
              </a:spcBef>
            </a:pPr>
            <a:r>
              <a:rPr sz="4500" spc="-5" dirty="0"/>
              <a:t>Plan-driven</a:t>
            </a:r>
            <a:r>
              <a:rPr sz="4500" spc="-15" dirty="0"/>
              <a:t> </a:t>
            </a:r>
            <a:r>
              <a:rPr sz="4500" dirty="0"/>
              <a:t>and</a:t>
            </a:r>
            <a:r>
              <a:rPr sz="4500" spc="-10" dirty="0"/>
              <a:t> </a:t>
            </a:r>
            <a:r>
              <a:rPr sz="4500" spc="-5" dirty="0"/>
              <a:t>agile</a:t>
            </a:r>
            <a:r>
              <a:rPr sz="4500" spc="-10" dirty="0"/>
              <a:t> </a:t>
            </a:r>
            <a:r>
              <a:rPr sz="4500" spc="-15" dirty="0"/>
              <a:t>development</a:t>
            </a:r>
            <a:endParaRPr sz="4500"/>
          </a:p>
        </p:txBody>
      </p:sp>
      <p:graphicFrame>
        <p:nvGraphicFramePr>
          <p:cNvPr id="10" name="object 10"/>
          <p:cNvGraphicFramePr>
            <a:graphicFrameLocks noGrp="1"/>
          </p:cNvGraphicFramePr>
          <p:nvPr/>
        </p:nvGraphicFramePr>
        <p:xfrm>
          <a:off x="381000" y="1219200"/>
          <a:ext cx="8229600" cy="2880358"/>
        </p:xfrm>
        <a:graphic>
          <a:graphicData uri="http://schemas.openxmlformats.org/drawingml/2006/table">
            <a:tbl>
              <a:tblPr firstRow="1" bandRow="1">
                <a:tableStyleId>{2D5ABB26-0587-4C30-8999-92F81FD0307C}</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421639">
                <a:tc>
                  <a:txBody>
                    <a:bodyPr/>
                    <a:lstStyle/>
                    <a:p>
                      <a:pPr marL="52069">
                        <a:lnSpc>
                          <a:spcPct val="100000"/>
                        </a:lnSpc>
                        <a:spcBef>
                          <a:spcPts val="509"/>
                        </a:spcBef>
                      </a:pPr>
                      <a:r>
                        <a:rPr sz="1800" b="1" spc="-5" dirty="0">
                          <a:solidFill>
                            <a:srgbClr val="FFFFFF"/>
                          </a:solidFill>
                          <a:latin typeface="Palatino Linotype"/>
                          <a:cs typeface="Palatino Linotype"/>
                        </a:rPr>
                        <a:t>Plan</a:t>
                      </a:r>
                      <a:r>
                        <a:rPr sz="1800" b="1" spc="-25" dirty="0">
                          <a:solidFill>
                            <a:srgbClr val="FFFFFF"/>
                          </a:solidFill>
                          <a:latin typeface="Palatino Linotype"/>
                          <a:cs typeface="Palatino Linotype"/>
                        </a:rPr>
                        <a:t> </a:t>
                      </a:r>
                      <a:r>
                        <a:rPr sz="1800" b="1" dirty="0">
                          <a:solidFill>
                            <a:srgbClr val="FFFFFF"/>
                          </a:solidFill>
                          <a:latin typeface="Palatino Linotype"/>
                          <a:cs typeface="Palatino Linotype"/>
                        </a:rPr>
                        <a:t>Driven</a:t>
                      </a:r>
                      <a:r>
                        <a:rPr sz="1800" b="1" spc="-20" dirty="0">
                          <a:solidFill>
                            <a:srgbClr val="FFFFFF"/>
                          </a:solidFill>
                          <a:latin typeface="Palatino Linotype"/>
                          <a:cs typeface="Palatino Linotype"/>
                        </a:rPr>
                        <a:t> </a:t>
                      </a:r>
                      <a:r>
                        <a:rPr sz="1800" b="1" spc="-5" dirty="0">
                          <a:solidFill>
                            <a:srgbClr val="FFFFFF"/>
                          </a:solidFill>
                          <a:latin typeface="Palatino Linotype"/>
                          <a:cs typeface="Palatino Linotype"/>
                        </a:rPr>
                        <a:t>Approach</a:t>
                      </a:r>
                      <a:endParaRPr sz="1800">
                        <a:latin typeface="Palatino Linotype"/>
                        <a:cs typeface="Palatino Linotype"/>
                      </a:endParaRPr>
                    </a:p>
                  </a:txBody>
                  <a:tcPr marL="0" marR="0" marT="6476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F6FC6"/>
                    </a:solidFill>
                  </a:tcPr>
                </a:tc>
                <a:tc>
                  <a:txBody>
                    <a:bodyPr/>
                    <a:lstStyle/>
                    <a:p>
                      <a:pPr marL="52069">
                        <a:lnSpc>
                          <a:spcPct val="100000"/>
                        </a:lnSpc>
                        <a:spcBef>
                          <a:spcPts val="509"/>
                        </a:spcBef>
                      </a:pPr>
                      <a:r>
                        <a:rPr sz="1800" b="1" spc="-5" dirty="0">
                          <a:solidFill>
                            <a:srgbClr val="FFFFFF"/>
                          </a:solidFill>
                          <a:latin typeface="Palatino Linotype"/>
                          <a:cs typeface="Palatino Linotype"/>
                        </a:rPr>
                        <a:t>Agile</a:t>
                      </a:r>
                      <a:r>
                        <a:rPr sz="1800" b="1" spc="-25" dirty="0">
                          <a:solidFill>
                            <a:srgbClr val="FFFFFF"/>
                          </a:solidFill>
                          <a:latin typeface="Palatino Linotype"/>
                          <a:cs typeface="Palatino Linotype"/>
                        </a:rPr>
                        <a:t> </a:t>
                      </a:r>
                      <a:r>
                        <a:rPr sz="1800" b="1" spc="-5" dirty="0">
                          <a:solidFill>
                            <a:srgbClr val="FFFFFF"/>
                          </a:solidFill>
                          <a:latin typeface="Palatino Linotype"/>
                          <a:cs typeface="Palatino Linotype"/>
                        </a:rPr>
                        <a:t>Approach</a:t>
                      </a:r>
                      <a:endParaRPr sz="1800">
                        <a:latin typeface="Palatino Linotype"/>
                        <a:cs typeface="Palatino Linotype"/>
                      </a:endParaRPr>
                    </a:p>
                  </a:txBody>
                  <a:tcPr marL="0" marR="0" marT="6476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F6FC6"/>
                    </a:solidFill>
                  </a:tcPr>
                </a:tc>
                <a:extLst>
                  <a:ext uri="{0D108BD9-81ED-4DB2-BD59-A6C34878D82A}">
                    <a16:rowId xmlns:a16="http://schemas.microsoft.com/office/drawing/2014/main" val="10000"/>
                  </a:ext>
                </a:extLst>
              </a:tr>
              <a:tr h="1336040">
                <a:tc>
                  <a:txBody>
                    <a:bodyPr/>
                    <a:lstStyle/>
                    <a:p>
                      <a:pPr marL="52069" marR="160020">
                        <a:lnSpc>
                          <a:spcPct val="111100"/>
                        </a:lnSpc>
                        <a:spcBef>
                          <a:spcPts val="370"/>
                        </a:spcBef>
                      </a:pPr>
                      <a:r>
                        <a:rPr sz="1800" dirty="0">
                          <a:latin typeface="Book Antiqua"/>
                          <a:cs typeface="Book Antiqua"/>
                        </a:rPr>
                        <a:t>Plan </a:t>
                      </a:r>
                      <a:r>
                        <a:rPr sz="1800" spc="-5" dirty="0">
                          <a:latin typeface="Book Antiqua"/>
                          <a:cs typeface="Book Antiqua"/>
                        </a:rPr>
                        <a:t>Driven </a:t>
                      </a:r>
                      <a:r>
                        <a:rPr sz="1800" spc="-10" dirty="0">
                          <a:latin typeface="Book Antiqua"/>
                          <a:cs typeface="Book Antiqua"/>
                        </a:rPr>
                        <a:t>Approach </a:t>
                      </a:r>
                      <a:r>
                        <a:rPr sz="1800" spc="-5" dirty="0">
                          <a:latin typeface="Book Antiqua"/>
                          <a:cs typeface="Book Antiqua"/>
                        </a:rPr>
                        <a:t>identifies </a:t>
                      </a:r>
                      <a:r>
                        <a:rPr sz="1800" dirty="0">
                          <a:latin typeface="Book Antiqua"/>
                          <a:cs typeface="Book Antiqua"/>
                        </a:rPr>
                        <a:t> </a:t>
                      </a:r>
                      <a:r>
                        <a:rPr sz="1800" spc="-5" dirty="0">
                          <a:latin typeface="Book Antiqua"/>
                          <a:cs typeface="Book Antiqua"/>
                        </a:rPr>
                        <a:t>separate</a:t>
                      </a:r>
                      <a:r>
                        <a:rPr sz="1800" dirty="0">
                          <a:latin typeface="Book Antiqua"/>
                          <a:cs typeface="Book Antiqua"/>
                        </a:rPr>
                        <a:t> </a:t>
                      </a:r>
                      <a:r>
                        <a:rPr sz="1800" spc="-5" dirty="0">
                          <a:latin typeface="Book Antiqua"/>
                          <a:cs typeface="Book Antiqua"/>
                        </a:rPr>
                        <a:t>stages in the software</a:t>
                      </a:r>
                      <a:r>
                        <a:rPr sz="1800" dirty="0">
                          <a:latin typeface="Book Antiqua"/>
                          <a:cs typeface="Book Antiqua"/>
                        </a:rPr>
                        <a:t> </a:t>
                      </a:r>
                      <a:r>
                        <a:rPr sz="1800" spc="-10" dirty="0">
                          <a:latin typeface="Book Antiqua"/>
                          <a:cs typeface="Book Antiqua"/>
                        </a:rPr>
                        <a:t>process </a:t>
                      </a:r>
                      <a:r>
                        <a:rPr sz="1800" spc="-434" dirty="0">
                          <a:latin typeface="Book Antiqua"/>
                          <a:cs typeface="Book Antiqua"/>
                        </a:rPr>
                        <a:t> </a:t>
                      </a:r>
                      <a:r>
                        <a:rPr sz="1800" dirty="0">
                          <a:latin typeface="Book Antiqua"/>
                          <a:cs typeface="Book Antiqua"/>
                        </a:rPr>
                        <a:t>with outputs </a:t>
                      </a:r>
                      <a:r>
                        <a:rPr sz="1800" spc="-5" dirty="0">
                          <a:latin typeface="Book Antiqua"/>
                          <a:cs typeface="Book Antiqua"/>
                        </a:rPr>
                        <a:t>associated </a:t>
                      </a:r>
                      <a:r>
                        <a:rPr sz="1800" dirty="0">
                          <a:latin typeface="Book Antiqua"/>
                          <a:cs typeface="Book Antiqua"/>
                        </a:rPr>
                        <a:t>with </a:t>
                      </a:r>
                      <a:r>
                        <a:rPr sz="1800" spc="-5" dirty="0">
                          <a:latin typeface="Book Antiqua"/>
                          <a:cs typeface="Book Antiqua"/>
                        </a:rPr>
                        <a:t>each </a:t>
                      </a:r>
                      <a:r>
                        <a:rPr sz="1800" dirty="0">
                          <a:latin typeface="Book Antiqua"/>
                          <a:cs typeface="Book Antiqua"/>
                        </a:rPr>
                        <a:t> </a:t>
                      </a:r>
                      <a:r>
                        <a:rPr sz="1800" spc="-5" dirty="0">
                          <a:latin typeface="Book Antiqua"/>
                          <a:cs typeface="Book Antiqua"/>
                        </a:rPr>
                        <a:t>stage</a:t>
                      </a:r>
                      <a:endParaRPr sz="1800">
                        <a:latin typeface="Book Antiqua"/>
                        <a:cs typeface="Book Antiqua"/>
                      </a:endParaRPr>
                    </a:p>
                  </a:txBody>
                  <a:tcPr marL="0" marR="0" marT="4699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EA"/>
                    </a:solidFill>
                  </a:tcPr>
                </a:tc>
                <a:tc>
                  <a:txBody>
                    <a:bodyPr/>
                    <a:lstStyle/>
                    <a:p>
                      <a:pPr marL="52069" marR="408305">
                        <a:lnSpc>
                          <a:spcPct val="111100"/>
                        </a:lnSpc>
                        <a:spcBef>
                          <a:spcPts val="370"/>
                        </a:spcBef>
                      </a:pPr>
                      <a:r>
                        <a:rPr sz="1800" spc="-5" dirty="0">
                          <a:latin typeface="Book Antiqua"/>
                          <a:cs typeface="Book Antiqua"/>
                        </a:rPr>
                        <a:t>Agile approach consider design </a:t>
                      </a:r>
                      <a:r>
                        <a:rPr sz="1800" dirty="0">
                          <a:latin typeface="Book Antiqua"/>
                          <a:cs typeface="Book Antiqua"/>
                        </a:rPr>
                        <a:t>and </a:t>
                      </a:r>
                      <a:r>
                        <a:rPr sz="1800" spc="-434" dirty="0">
                          <a:latin typeface="Book Antiqua"/>
                          <a:cs typeface="Book Antiqua"/>
                        </a:rPr>
                        <a:t> </a:t>
                      </a:r>
                      <a:r>
                        <a:rPr sz="1800" spc="-5" dirty="0">
                          <a:latin typeface="Book Antiqua"/>
                          <a:cs typeface="Book Antiqua"/>
                        </a:rPr>
                        <a:t>implementation </a:t>
                      </a:r>
                      <a:r>
                        <a:rPr sz="1800" dirty="0">
                          <a:latin typeface="Book Antiqua"/>
                          <a:cs typeface="Book Antiqua"/>
                        </a:rPr>
                        <a:t>to be </a:t>
                      </a:r>
                      <a:r>
                        <a:rPr sz="1800" spc="-5" dirty="0">
                          <a:latin typeface="Book Antiqua"/>
                          <a:cs typeface="Book Antiqua"/>
                        </a:rPr>
                        <a:t>the central </a:t>
                      </a:r>
                      <a:r>
                        <a:rPr sz="1800" dirty="0">
                          <a:latin typeface="Book Antiqua"/>
                          <a:cs typeface="Book Antiqua"/>
                        </a:rPr>
                        <a:t> </a:t>
                      </a:r>
                      <a:r>
                        <a:rPr sz="1800" spc="-5" dirty="0">
                          <a:latin typeface="Book Antiqua"/>
                          <a:cs typeface="Book Antiqua"/>
                        </a:rPr>
                        <a:t>activities</a:t>
                      </a:r>
                      <a:r>
                        <a:rPr sz="1800" spc="-10" dirty="0">
                          <a:latin typeface="Book Antiqua"/>
                          <a:cs typeface="Book Antiqua"/>
                        </a:rPr>
                        <a:t> </a:t>
                      </a:r>
                      <a:r>
                        <a:rPr sz="1800" spc="-5" dirty="0">
                          <a:latin typeface="Book Antiqua"/>
                          <a:cs typeface="Book Antiqua"/>
                        </a:rPr>
                        <a:t>in the software </a:t>
                      </a:r>
                      <a:r>
                        <a:rPr sz="1800" spc="-10" dirty="0">
                          <a:latin typeface="Book Antiqua"/>
                          <a:cs typeface="Book Antiqua"/>
                        </a:rPr>
                        <a:t>process</a:t>
                      </a:r>
                      <a:endParaRPr sz="1800">
                        <a:latin typeface="Book Antiqua"/>
                        <a:cs typeface="Book Antiqua"/>
                      </a:endParaRPr>
                    </a:p>
                  </a:txBody>
                  <a:tcPr marL="0" marR="0" marT="4699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D4EA"/>
                    </a:solidFill>
                  </a:tcPr>
                </a:tc>
                <a:extLst>
                  <a:ext uri="{0D108BD9-81ED-4DB2-BD59-A6C34878D82A}">
                    <a16:rowId xmlns:a16="http://schemas.microsoft.com/office/drawing/2014/main" val="10001"/>
                  </a:ext>
                </a:extLst>
              </a:tr>
              <a:tr h="408939">
                <a:tc>
                  <a:txBody>
                    <a:bodyPr/>
                    <a:lstStyle/>
                    <a:p>
                      <a:pPr marL="52069">
                        <a:lnSpc>
                          <a:spcPct val="100000"/>
                        </a:lnSpc>
                        <a:spcBef>
                          <a:spcPts val="509"/>
                        </a:spcBef>
                      </a:pPr>
                      <a:r>
                        <a:rPr sz="1800" spc="-5" dirty="0">
                          <a:latin typeface="Book Antiqua"/>
                          <a:cs typeface="Book Antiqua"/>
                        </a:rPr>
                        <a:t>Iteration</a:t>
                      </a:r>
                      <a:r>
                        <a:rPr sz="1800" dirty="0">
                          <a:latin typeface="Book Antiqua"/>
                          <a:cs typeface="Book Antiqua"/>
                        </a:rPr>
                        <a:t> </a:t>
                      </a:r>
                      <a:r>
                        <a:rPr sz="1800" spc="-5" dirty="0">
                          <a:latin typeface="Book Antiqua"/>
                          <a:cs typeface="Book Antiqua"/>
                        </a:rPr>
                        <a:t>occurs</a:t>
                      </a:r>
                      <a:r>
                        <a:rPr sz="1800" dirty="0">
                          <a:latin typeface="Book Antiqua"/>
                          <a:cs typeface="Book Antiqua"/>
                        </a:rPr>
                        <a:t> </a:t>
                      </a:r>
                      <a:r>
                        <a:rPr sz="1800" spc="-5" dirty="0">
                          <a:latin typeface="Book Antiqua"/>
                          <a:cs typeface="Book Antiqua"/>
                        </a:rPr>
                        <a:t>within</a:t>
                      </a:r>
                      <a:r>
                        <a:rPr sz="1800" dirty="0">
                          <a:latin typeface="Book Antiqua"/>
                          <a:cs typeface="Book Antiqua"/>
                        </a:rPr>
                        <a:t> </a:t>
                      </a:r>
                      <a:r>
                        <a:rPr sz="1800" spc="-5" dirty="0">
                          <a:latin typeface="Book Antiqua"/>
                          <a:cs typeface="Book Antiqua"/>
                        </a:rPr>
                        <a:t>activities.</a:t>
                      </a:r>
                      <a:endParaRPr sz="1800">
                        <a:latin typeface="Book Antiqua"/>
                        <a:cs typeface="Book Antiqua"/>
                      </a:endParaRPr>
                    </a:p>
                  </a:txBody>
                  <a:tcPr marL="0" marR="0" marT="647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BF5"/>
                    </a:solidFill>
                  </a:tcPr>
                </a:tc>
                <a:tc>
                  <a:txBody>
                    <a:bodyPr/>
                    <a:lstStyle/>
                    <a:p>
                      <a:pPr marL="52069">
                        <a:lnSpc>
                          <a:spcPct val="100000"/>
                        </a:lnSpc>
                        <a:spcBef>
                          <a:spcPts val="509"/>
                        </a:spcBef>
                      </a:pPr>
                      <a:r>
                        <a:rPr sz="1800" spc="-5" dirty="0">
                          <a:latin typeface="Book Antiqua"/>
                          <a:cs typeface="Book Antiqua"/>
                        </a:rPr>
                        <a:t>Iteration occurs</a:t>
                      </a:r>
                      <a:r>
                        <a:rPr sz="1800" dirty="0">
                          <a:latin typeface="Book Antiqua"/>
                          <a:cs typeface="Book Antiqua"/>
                        </a:rPr>
                        <a:t> </a:t>
                      </a:r>
                      <a:r>
                        <a:rPr sz="1800" spc="-10" dirty="0">
                          <a:latin typeface="Book Antiqua"/>
                          <a:cs typeface="Book Antiqua"/>
                        </a:rPr>
                        <a:t>across</a:t>
                      </a:r>
                      <a:r>
                        <a:rPr sz="1800" dirty="0">
                          <a:latin typeface="Book Antiqua"/>
                          <a:cs typeface="Book Antiqua"/>
                        </a:rPr>
                        <a:t> </a:t>
                      </a:r>
                      <a:r>
                        <a:rPr sz="1800" spc="-5" dirty="0">
                          <a:latin typeface="Book Antiqua"/>
                          <a:cs typeface="Book Antiqua"/>
                        </a:rPr>
                        <a:t>activities.</a:t>
                      </a:r>
                      <a:endParaRPr sz="1800">
                        <a:latin typeface="Book Antiqua"/>
                        <a:cs typeface="Book Antiqua"/>
                      </a:endParaRPr>
                    </a:p>
                  </a:txBody>
                  <a:tcPr marL="0" marR="0" marT="647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BF5"/>
                    </a:solidFill>
                  </a:tcPr>
                </a:tc>
                <a:extLst>
                  <a:ext uri="{0D108BD9-81ED-4DB2-BD59-A6C34878D82A}">
                    <a16:rowId xmlns:a16="http://schemas.microsoft.com/office/drawing/2014/main" val="10002"/>
                  </a:ext>
                </a:extLst>
              </a:tr>
              <a:tr h="713740">
                <a:tc>
                  <a:txBody>
                    <a:bodyPr/>
                    <a:lstStyle/>
                    <a:p>
                      <a:pPr marL="52069" marR="45085">
                        <a:lnSpc>
                          <a:spcPct val="111100"/>
                        </a:lnSpc>
                        <a:spcBef>
                          <a:spcPts val="270"/>
                        </a:spcBef>
                      </a:pPr>
                      <a:r>
                        <a:rPr sz="1800" dirty="0">
                          <a:latin typeface="Book Antiqua"/>
                          <a:cs typeface="Book Antiqua"/>
                        </a:rPr>
                        <a:t>Supports</a:t>
                      </a:r>
                      <a:r>
                        <a:rPr sz="1800" spc="-25" dirty="0">
                          <a:latin typeface="Book Antiqua"/>
                          <a:cs typeface="Book Antiqua"/>
                        </a:rPr>
                        <a:t> </a:t>
                      </a:r>
                      <a:r>
                        <a:rPr sz="1800" spc="-5" dirty="0">
                          <a:latin typeface="Book Antiqua"/>
                          <a:cs typeface="Book Antiqua"/>
                        </a:rPr>
                        <a:t>incremental</a:t>
                      </a:r>
                      <a:r>
                        <a:rPr sz="1800" spc="-15" dirty="0">
                          <a:latin typeface="Book Antiqua"/>
                          <a:cs typeface="Book Antiqua"/>
                        </a:rPr>
                        <a:t> </a:t>
                      </a:r>
                      <a:r>
                        <a:rPr sz="1800" spc="-5" dirty="0">
                          <a:latin typeface="Book Antiqua"/>
                          <a:cs typeface="Book Antiqua"/>
                        </a:rPr>
                        <a:t>development</a:t>
                      </a:r>
                      <a:r>
                        <a:rPr sz="1800" spc="-15" dirty="0">
                          <a:latin typeface="Book Antiqua"/>
                          <a:cs typeface="Book Antiqua"/>
                        </a:rPr>
                        <a:t> </a:t>
                      </a:r>
                      <a:r>
                        <a:rPr sz="1800" dirty="0">
                          <a:latin typeface="Book Antiqua"/>
                          <a:cs typeface="Book Antiqua"/>
                        </a:rPr>
                        <a:t>and </a:t>
                      </a:r>
                      <a:r>
                        <a:rPr sz="1800" spc="-434" dirty="0">
                          <a:latin typeface="Book Antiqua"/>
                          <a:cs typeface="Book Antiqua"/>
                        </a:rPr>
                        <a:t> </a:t>
                      </a:r>
                      <a:r>
                        <a:rPr sz="1800" spc="-25" dirty="0">
                          <a:latin typeface="Book Antiqua"/>
                          <a:cs typeface="Book Antiqua"/>
                        </a:rPr>
                        <a:t>delivery.</a:t>
                      </a:r>
                      <a:endParaRPr sz="1800">
                        <a:latin typeface="Book Antiqua"/>
                        <a:cs typeface="Book Antiqua"/>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4EA"/>
                    </a:solidFill>
                  </a:tcPr>
                </a:tc>
                <a:tc>
                  <a:txBody>
                    <a:bodyPr/>
                    <a:lstStyle/>
                    <a:p>
                      <a:pPr marL="52069" marR="1019175">
                        <a:lnSpc>
                          <a:spcPct val="111100"/>
                        </a:lnSpc>
                        <a:spcBef>
                          <a:spcPts val="270"/>
                        </a:spcBef>
                      </a:pPr>
                      <a:r>
                        <a:rPr sz="1800" dirty="0">
                          <a:latin typeface="Book Antiqua"/>
                          <a:cs typeface="Book Antiqua"/>
                        </a:rPr>
                        <a:t>Not </a:t>
                      </a:r>
                      <a:r>
                        <a:rPr sz="1800" spc="-5" dirty="0">
                          <a:latin typeface="Book Antiqua"/>
                          <a:cs typeface="Book Antiqua"/>
                        </a:rPr>
                        <a:t>code-focused </a:t>
                      </a:r>
                      <a:r>
                        <a:rPr sz="1800" dirty="0">
                          <a:latin typeface="Book Antiqua"/>
                          <a:cs typeface="Book Antiqua"/>
                        </a:rPr>
                        <a:t>and end up </a:t>
                      </a:r>
                      <a:r>
                        <a:rPr sz="1800" spc="-434" dirty="0">
                          <a:latin typeface="Book Antiqua"/>
                          <a:cs typeface="Book Antiqua"/>
                        </a:rPr>
                        <a:t> </a:t>
                      </a:r>
                      <a:r>
                        <a:rPr sz="1800" spc="-5" dirty="0">
                          <a:latin typeface="Book Antiqua"/>
                          <a:cs typeface="Book Antiqua"/>
                        </a:rPr>
                        <a:t>producing</a:t>
                      </a:r>
                      <a:r>
                        <a:rPr sz="1800" spc="-20" dirty="0">
                          <a:latin typeface="Book Antiqua"/>
                          <a:cs typeface="Book Antiqua"/>
                        </a:rPr>
                        <a:t> </a:t>
                      </a:r>
                      <a:r>
                        <a:rPr sz="1800" dirty="0">
                          <a:latin typeface="Book Antiqua"/>
                          <a:cs typeface="Book Antiqua"/>
                        </a:rPr>
                        <a:t>a</a:t>
                      </a:r>
                      <a:r>
                        <a:rPr sz="1800" spc="-20" dirty="0">
                          <a:latin typeface="Book Antiqua"/>
                          <a:cs typeface="Book Antiqua"/>
                        </a:rPr>
                        <a:t> </a:t>
                      </a:r>
                      <a:r>
                        <a:rPr sz="1800" spc="-5" dirty="0">
                          <a:latin typeface="Book Antiqua"/>
                          <a:cs typeface="Book Antiqua"/>
                        </a:rPr>
                        <a:t>design</a:t>
                      </a:r>
                      <a:r>
                        <a:rPr sz="1800" spc="-20" dirty="0">
                          <a:latin typeface="Book Antiqua"/>
                          <a:cs typeface="Book Antiqua"/>
                        </a:rPr>
                        <a:t> </a:t>
                      </a:r>
                      <a:r>
                        <a:rPr sz="1800" spc="-5" dirty="0">
                          <a:latin typeface="Book Antiqua"/>
                          <a:cs typeface="Book Antiqua"/>
                        </a:rPr>
                        <a:t>document</a:t>
                      </a:r>
                      <a:endParaRPr sz="1800">
                        <a:latin typeface="Book Antiqua"/>
                        <a:cs typeface="Book Antiqua"/>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D4EA"/>
                    </a:solidFill>
                  </a:tcPr>
                </a:tc>
                <a:extLst>
                  <a:ext uri="{0D108BD9-81ED-4DB2-BD59-A6C34878D82A}">
                    <a16:rowId xmlns:a16="http://schemas.microsoft.com/office/drawing/2014/main" val="10003"/>
                  </a:ext>
                </a:extLst>
              </a:tr>
            </a:tbl>
          </a:graphicData>
        </a:graphic>
      </p:graphicFrame>
      <p:sp>
        <p:nvSpPr>
          <p:cNvPr id="11" name="object 11"/>
          <p:cNvSpPr txBox="1"/>
          <p:nvPr/>
        </p:nvSpPr>
        <p:spPr>
          <a:xfrm>
            <a:off x="8504583" y="6524079"/>
            <a:ext cx="19494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45C75"/>
                </a:solidFill>
                <a:latin typeface="Arial"/>
                <a:cs typeface="Arial"/>
              </a:rPr>
              <a:t>61</a:t>
            </a:r>
            <a:endParaRPr sz="1200">
              <a:latin typeface="Arial"/>
              <a:cs typeface="Arial"/>
            </a:endParaRPr>
          </a:p>
        </p:txBody>
      </p:sp>
      <p:grpSp>
        <p:nvGrpSpPr>
          <p:cNvPr id="12" name="object 12"/>
          <p:cNvGrpSpPr/>
          <p:nvPr/>
        </p:nvGrpSpPr>
        <p:grpSpPr>
          <a:xfrm>
            <a:off x="457200" y="4191000"/>
            <a:ext cx="8453755" cy="2667000"/>
            <a:chOff x="500034" y="4779969"/>
            <a:chExt cx="8453755" cy="1933575"/>
          </a:xfrm>
        </p:grpSpPr>
        <p:pic>
          <p:nvPicPr>
            <p:cNvPr id="13" name="object 13"/>
            <p:cNvPicPr/>
            <p:nvPr/>
          </p:nvPicPr>
          <p:blipFill>
            <a:blip r:embed="rId5" cstate="print"/>
            <a:stretch>
              <a:fillRect/>
            </a:stretch>
          </p:blipFill>
          <p:spPr>
            <a:xfrm>
              <a:off x="500034" y="4779969"/>
              <a:ext cx="4486275" cy="1933575"/>
            </a:xfrm>
            <a:prstGeom prst="rect">
              <a:avLst/>
            </a:prstGeom>
          </p:spPr>
        </p:pic>
        <p:pic>
          <p:nvPicPr>
            <p:cNvPr id="14" name="object 14"/>
            <p:cNvPicPr/>
            <p:nvPr/>
          </p:nvPicPr>
          <p:blipFill>
            <a:blip r:embed="rId6" cstate="print"/>
            <a:stretch>
              <a:fillRect/>
            </a:stretch>
          </p:blipFill>
          <p:spPr>
            <a:xfrm>
              <a:off x="5000627" y="4783146"/>
              <a:ext cx="3952874" cy="1295399"/>
            </a:xfrm>
            <a:prstGeom prst="rect">
              <a:avLst/>
            </a:prstGeom>
          </p:spPr>
        </p:pic>
      </p:gr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9" name="object 9"/>
          <p:cNvSpPr txBox="1">
            <a:spLocks noGrp="1"/>
          </p:cNvSpPr>
          <p:nvPr>
            <p:ph type="title"/>
          </p:nvPr>
        </p:nvSpPr>
        <p:spPr>
          <a:xfrm>
            <a:off x="609600" y="533400"/>
            <a:ext cx="5337810" cy="628377"/>
          </a:xfrm>
          <a:prstGeom prst="rect">
            <a:avLst/>
          </a:prstGeom>
        </p:spPr>
        <p:txBody>
          <a:bodyPr vert="horz" wrap="square" lIns="0" tIns="12700" rIns="0" bIns="0" rtlCol="0">
            <a:spAutoFit/>
          </a:bodyPr>
          <a:lstStyle/>
          <a:p>
            <a:pPr marL="12700">
              <a:lnSpc>
                <a:spcPct val="100000"/>
              </a:lnSpc>
              <a:spcBef>
                <a:spcPts val="100"/>
              </a:spcBef>
            </a:pPr>
            <a:r>
              <a:rPr sz="4000" b="1" spc="-5" dirty="0">
                <a:solidFill>
                  <a:schemeClr val="tx1"/>
                </a:solidFill>
                <a:latin typeface="Bookman Old Style" pitchFamily="18" charset="0"/>
              </a:rPr>
              <a:t>Agile</a:t>
            </a:r>
            <a:r>
              <a:rPr sz="4000" b="1" spc="-55" dirty="0">
                <a:solidFill>
                  <a:schemeClr val="tx1"/>
                </a:solidFill>
                <a:latin typeface="Bookman Old Style" pitchFamily="18" charset="0"/>
              </a:rPr>
              <a:t> </a:t>
            </a:r>
            <a:r>
              <a:rPr sz="4000" b="1" spc="-5" dirty="0">
                <a:solidFill>
                  <a:schemeClr val="tx1"/>
                </a:solidFill>
                <a:latin typeface="Bookman Old Style" pitchFamily="18" charset="0"/>
              </a:rPr>
              <a:t>Methodologies</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dirty="0"/>
              <a:pPr marL="38100">
                <a:lnSpc>
                  <a:spcPts val="1425"/>
                </a:lnSpc>
              </a:pPr>
              <a:t>73</a:t>
            </a:fld>
            <a:endParaRPr dirty="0"/>
          </a:p>
        </p:txBody>
      </p:sp>
      <p:sp>
        <p:nvSpPr>
          <p:cNvPr id="10" name="object 10"/>
          <p:cNvSpPr txBox="1"/>
          <p:nvPr/>
        </p:nvSpPr>
        <p:spPr>
          <a:xfrm>
            <a:off x="609600" y="1676400"/>
            <a:ext cx="7902575" cy="3336811"/>
          </a:xfrm>
          <a:prstGeom prst="rect">
            <a:avLst/>
          </a:prstGeom>
        </p:spPr>
        <p:txBody>
          <a:bodyPr vert="horz" wrap="square" lIns="0" tIns="12700" rIns="0" bIns="0" rtlCol="0">
            <a:spAutoFit/>
          </a:bodyPr>
          <a:lstStyle/>
          <a:p>
            <a:pPr marR="979169">
              <a:buClr>
                <a:srgbClr val="0BD0D9"/>
              </a:buClr>
              <a:buSzPct val="94230"/>
              <a:tabLst>
                <a:tab pos="287020" algn="l"/>
              </a:tabLst>
            </a:pPr>
            <a:r>
              <a:rPr lang="en-US" sz="2400" dirty="0">
                <a:latin typeface="Bookman Old Style" pitchFamily="18" charset="0"/>
                <a:cs typeface="Book Antiqua"/>
              </a:rPr>
              <a:t>1) </a:t>
            </a:r>
            <a:r>
              <a:rPr sz="2400">
                <a:latin typeface="Bookman Old Style" pitchFamily="18" charset="0"/>
                <a:cs typeface="Book Antiqua"/>
              </a:rPr>
              <a:t>Kanban</a:t>
            </a:r>
            <a:r>
              <a:rPr sz="2400" spc="-10">
                <a:latin typeface="Bookman Old Style" pitchFamily="18" charset="0"/>
                <a:cs typeface="Book Antiqua"/>
              </a:rPr>
              <a:t> </a:t>
            </a:r>
            <a:r>
              <a:rPr sz="2400" dirty="0">
                <a:latin typeface="Bookman Old Style" pitchFamily="18" charset="0"/>
                <a:cs typeface="Book Antiqua"/>
              </a:rPr>
              <a:t>-</a:t>
            </a:r>
            <a:r>
              <a:rPr sz="2400" spc="-10" dirty="0">
                <a:latin typeface="Bookman Old Style" pitchFamily="18" charset="0"/>
                <a:cs typeface="Book Antiqua"/>
              </a:rPr>
              <a:t> </a:t>
            </a:r>
            <a:r>
              <a:rPr sz="2400" dirty="0">
                <a:latin typeface="Bookman Old Style" pitchFamily="18" charset="0"/>
                <a:cs typeface="Book Antiqua"/>
              </a:rPr>
              <a:t>Kanban</a:t>
            </a:r>
            <a:r>
              <a:rPr sz="2400" spc="-10" dirty="0">
                <a:latin typeface="Bookman Old Style" pitchFamily="18" charset="0"/>
                <a:cs typeface="Book Antiqua"/>
              </a:rPr>
              <a:t> </a:t>
            </a:r>
            <a:r>
              <a:rPr sz="2400" dirty="0">
                <a:latin typeface="Bookman Old Style" pitchFamily="18" charset="0"/>
                <a:cs typeface="Book Antiqua"/>
              </a:rPr>
              <a:t>is</a:t>
            </a:r>
            <a:r>
              <a:rPr sz="2400" spc="-15" dirty="0">
                <a:latin typeface="Bookman Old Style" pitchFamily="18" charset="0"/>
                <a:cs typeface="Book Antiqua"/>
              </a:rPr>
              <a:t> </a:t>
            </a:r>
            <a:r>
              <a:rPr sz="2400" dirty="0">
                <a:latin typeface="Bookman Old Style" pitchFamily="18" charset="0"/>
                <a:cs typeface="Book Antiqua"/>
              </a:rPr>
              <a:t>a</a:t>
            </a:r>
            <a:r>
              <a:rPr sz="2400" spc="-10" dirty="0">
                <a:latin typeface="Bookman Old Style" pitchFamily="18" charset="0"/>
                <a:cs typeface="Book Antiqua"/>
              </a:rPr>
              <a:t> </a:t>
            </a:r>
            <a:r>
              <a:rPr sz="2400" spc="-5" dirty="0">
                <a:latin typeface="Bookman Old Style" pitchFamily="18" charset="0"/>
                <a:cs typeface="Book Antiqua"/>
              </a:rPr>
              <a:t>simple,</a:t>
            </a:r>
            <a:r>
              <a:rPr sz="2400" spc="-15" dirty="0">
                <a:latin typeface="Bookman Old Style" pitchFamily="18" charset="0"/>
                <a:cs typeface="Book Antiqua"/>
              </a:rPr>
              <a:t> </a:t>
            </a:r>
            <a:r>
              <a:rPr sz="2400" spc="-5" dirty="0">
                <a:latin typeface="Bookman Old Style" pitchFamily="18" charset="0"/>
                <a:cs typeface="Book Antiqua"/>
              </a:rPr>
              <a:t>visual</a:t>
            </a:r>
            <a:r>
              <a:rPr sz="2400" spc="-10" dirty="0">
                <a:latin typeface="Bookman Old Style" pitchFamily="18" charset="0"/>
                <a:cs typeface="Book Antiqua"/>
              </a:rPr>
              <a:t> </a:t>
            </a:r>
            <a:r>
              <a:rPr sz="2400" dirty="0">
                <a:latin typeface="Bookman Old Style" pitchFamily="18" charset="0"/>
                <a:cs typeface="Book Antiqua"/>
              </a:rPr>
              <a:t>means</a:t>
            </a:r>
            <a:r>
              <a:rPr sz="2400" spc="-15" dirty="0">
                <a:latin typeface="Bookman Old Style" pitchFamily="18" charset="0"/>
                <a:cs typeface="Book Antiqua"/>
              </a:rPr>
              <a:t> </a:t>
            </a:r>
            <a:r>
              <a:rPr sz="2400" dirty="0">
                <a:latin typeface="Bookman Old Style" pitchFamily="18" charset="0"/>
                <a:cs typeface="Book Antiqua"/>
              </a:rPr>
              <a:t>of </a:t>
            </a:r>
            <a:r>
              <a:rPr sz="2400" spc="-635" dirty="0">
                <a:latin typeface="Bookman Old Style" pitchFamily="18" charset="0"/>
                <a:cs typeface="Book Antiqua"/>
              </a:rPr>
              <a:t> </a:t>
            </a:r>
            <a:r>
              <a:rPr sz="2400" dirty="0">
                <a:latin typeface="Bookman Old Style" pitchFamily="18" charset="0"/>
                <a:cs typeface="Book Antiqua"/>
              </a:rPr>
              <a:t>managing</a:t>
            </a:r>
            <a:r>
              <a:rPr sz="2400" spc="-5" dirty="0">
                <a:latin typeface="Bookman Old Style" pitchFamily="18" charset="0"/>
                <a:cs typeface="Book Antiqua"/>
              </a:rPr>
              <a:t> </a:t>
            </a:r>
            <a:r>
              <a:rPr sz="2400" spc="-10" dirty="0">
                <a:latin typeface="Bookman Old Style" pitchFamily="18" charset="0"/>
                <a:cs typeface="Book Antiqua"/>
              </a:rPr>
              <a:t>projects</a:t>
            </a:r>
            <a:r>
              <a:rPr sz="2400" spc="-5" dirty="0">
                <a:latin typeface="Bookman Old Style" pitchFamily="18" charset="0"/>
                <a:cs typeface="Book Antiqua"/>
              </a:rPr>
              <a:t> that</a:t>
            </a:r>
            <a:r>
              <a:rPr sz="2400" dirty="0">
                <a:latin typeface="Bookman Old Style" pitchFamily="18" charset="0"/>
                <a:cs typeface="Book Antiqua"/>
              </a:rPr>
              <a:t> </a:t>
            </a:r>
            <a:r>
              <a:rPr sz="2400" spc="-5" dirty="0">
                <a:latin typeface="Bookman Old Style" pitchFamily="18" charset="0"/>
                <a:cs typeface="Book Antiqua"/>
              </a:rPr>
              <a:t>emphasizes </a:t>
            </a:r>
            <a:r>
              <a:rPr sz="2400" spc="-30">
                <a:latin typeface="Bookman Old Style" pitchFamily="18" charset="0"/>
                <a:cs typeface="Book Antiqua"/>
              </a:rPr>
              <a:t>visibility.</a:t>
            </a:r>
            <a:endParaRPr lang="en-US" sz="2400" spc="-30" dirty="0">
              <a:latin typeface="Bookman Old Style" pitchFamily="18" charset="0"/>
              <a:cs typeface="Book Antiqua"/>
            </a:endParaRPr>
          </a:p>
          <a:p>
            <a:pPr marR="979169">
              <a:buClr>
                <a:srgbClr val="0BD0D9"/>
              </a:buClr>
              <a:buSzPct val="94230"/>
              <a:tabLst>
                <a:tab pos="287020" algn="l"/>
              </a:tabLst>
            </a:pPr>
            <a:r>
              <a:rPr lang="en-US" sz="2400" spc="-10" dirty="0" err="1">
                <a:latin typeface="Bookman Old Style" pitchFamily="18" charset="0"/>
                <a:cs typeface="Book Antiqua"/>
              </a:rPr>
              <a:t>Kanban</a:t>
            </a:r>
            <a:r>
              <a:rPr lang="en-US" sz="2400" spc="-10" dirty="0">
                <a:latin typeface="Bookman Old Style" pitchFamily="18" charset="0"/>
                <a:cs typeface="Book Antiqua"/>
              </a:rPr>
              <a:t> is a workflow management method for defining, managing, and improving services that deliver knowledge work. It aims to help you visualize your work, maximize efficiency, and improve continuously.</a:t>
            </a:r>
            <a:endParaRPr sz="2400" spc="-10">
              <a:latin typeface="Bookman Old Style" pitchFamily="18" charset="0"/>
              <a:cs typeface="Book Antiqua"/>
            </a:endParaRPr>
          </a:p>
          <a:p>
            <a:pPr marR="5080">
              <a:buClr>
                <a:srgbClr val="0BD0D9"/>
              </a:buClr>
              <a:buSzPct val="94230"/>
              <a:tabLst>
                <a:tab pos="287020" algn="l"/>
              </a:tabLst>
            </a:pPr>
            <a:endParaRPr sz="2400">
              <a:latin typeface="Bookman Old Style" pitchFamily="18" charset="0"/>
              <a:cs typeface="Book Antiqua"/>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0" y="838200"/>
            <a:ext cx="7543800" cy="4154984"/>
          </a:xfrm>
          <a:prstGeom prst="rect">
            <a:avLst/>
          </a:prstGeom>
        </p:spPr>
        <p:txBody>
          <a:bodyPr wrap="square">
            <a:spAutoFit/>
          </a:bodyPr>
          <a:lstStyle/>
          <a:p>
            <a:pPr marR="5080">
              <a:buClr>
                <a:srgbClr val="0BD0D9"/>
              </a:buClr>
              <a:buSzPct val="94230"/>
              <a:tabLst>
                <a:tab pos="287020" algn="l"/>
              </a:tabLst>
            </a:pPr>
            <a:r>
              <a:rPr lang="en-US" sz="2400" spc="-10" dirty="0">
                <a:latin typeface="Bookman Old Style" pitchFamily="18" charset="0"/>
                <a:cs typeface="Book Antiqua"/>
              </a:rPr>
              <a:t>2) </a:t>
            </a:r>
            <a:r>
              <a:rPr lang="en-US" sz="2400" b="1" spc="-10" dirty="0">
                <a:latin typeface="Bookman Old Style" pitchFamily="18" charset="0"/>
                <a:cs typeface="Book Antiqua"/>
              </a:rPr>
              <a:t>Scrum</a:t>
            </a:r>
            <a:r>
              <a:rPr lang="en-US" sz="2400" b="1" spc="-5" dirty="0">
                <a:latin typeface="Bookman Old Style" pitchFamily="18" charset="0"/>
                <a:cs typeface="Book Antiqua"/>
              </a:rPr>
              <a:t> </a:t>
            </a:r>
            <a:r>
              <a:rPr lang="en-US" sz="2400" b="1" dirty="0">
                <a:latin typeface="Bookman Old Style" pitchFamily="18" charset="0"/>
                <a:cs typeface="Book Antiqua"/>
              </a:rPr>
              <a:t>– </a:t>
            </a:r>
          </a:p>
          <a:p>
            <a:pPr marR="5080">
              <a:buClr>
                <a:srgbClr val="0BD0D9"/>
              </a:buClr>
              <a:buSzPct val="94230"/>
              <a:tabLst>
                <a:tab pos="287020" algn="l"/>
              </a:tabLst>
            </a:pPr>
            <a:r>
              <a:rPr lang="en-US" sz="2400" dirty="0">
                <a:latin typeface="Bookman Old Style" pitchFamily="18" charset="0"/>
              </a:rPr>
              <a:t>It is a framework for project management that emphasizes teamwork, accountability and iterative progress toward a well-defined goal. ... The three pillars of Scrum are </a:t>
            </a:r>
            <a:r>
              <a:rPr lang="en-US" sz="2400" b="1" i="1" dirty="0">
                <a:latin typeface="Bookman Old Style" pitchFamily="18" charset="0"/>
              </a:rPr>
              <a:t>Transparency, Inspection and Adaptation. </a:t>
            </a:r>
          </a:p>
          <a:p>
            <a:pPr marR="5080">
              <a:buClr>
                <a:srgbClr val="0BD0D9"/>
              </a:buClr>
              <a:buSzPct val="94230"/>
              <a:tabLst>
                <a:tab pos="287020" algn="l"/>
              </a:tabLst>
            </a:pPr>
            <a:r>
              <a:rPr lang="en-US" sz="2400" spc="-10" dirty="0">
                <a:latin typeface="Bookman Old Style" pitchFamily="18" charset="0"/>
                <a:cs typeface="Book Antiqua"/>
              </a:rPr>
              <a:t>Scrum</a:t>
            </a:r>
            <a:r>
              <a:rPr lang="en-US" sz="2400" spc="-5" dirty="0">
                <a:latin typeface="Bookman Old Style" pitchFamily="18" charset="0"/>
                <a:cs typeface="Book Antiqua"/>
              </a:rPr>
              <a:t> focuses </a:t>
            </a:r>
            <a:r>
              <a:rPr lang="en-US" sz="2400" dirty="0">
                <a:latin typeface="Bookman Old Style" pitchFamily="18" charset="0"/>
                <a:cs typeface="Book Antiqua"/>
              </a:rPr>
              <a:t>on</a:t>
            </a:r>
            <a:r>
              <a:rPr lang="en-US" sz="2400" spc="-5" dirty="0">
                <a:latin typeface="Bookman Old Style" pitchFamily="18" charset="0"/>
                <a:cs typeface="Book Antiqua"/>
              </a:rPr>
              <a:t> </a:t>
            </a:r>
            <a:r>
              <a:rPr lang="en-US" sz="2400" spc="-10" dirty="0">
                <a:latin typeface="Bookman Old Style" pitchFamily="18" charset="0"/>
                <a:cs typeface="Book Antiqua"/>
              </a:rPr>
              <a:t>breaking</a:t>
            </a:r>
            <a:r>
              <a:rPr lang="en-US" sz="2400" dirty="0">
                <a:latin typeface="Bookman Old Style" pitchFamily="18" charset="0"/>
                <a:cs typeface="Book Antiqua"/>
              </a:rPr>
              <a:t> a </a:t>
            </a:r>
            <a:r>
              <a:rPr lang="en-US" sz="2400" spc="-10" dirty="0">
                <a:latin typeface="Bookman Old Style" pitchFamily="18" charset="0"/>
                <a:cs typeface="Book Antiqua"/>
              </a:rPr>
              <a:t>project</a:t>
            </a:r>
            <a:r>
              <a:rPr lang="en-US" sz="2400" dirty="0">
                <a:latin typeface="Bookman Old Style" pitchFamily="18" charset="0"/>
                <a:cs typeface="Book Antiqua"/>
              </a:rPr>
              <a:t> </a:t>
            </a:r>
            <a:r>
              <a:rPr lang="en-US" sz="2400" spc="-5" dirty="0">
                <a:latin typeface="Bookman Old Style" pitchFamily="18" charset="0"/>
                <a:cs typeface="Book Antiqua"/>
              </a:rPr>
              <a:t>down </a:t>
            </a:r>
            <a:r>
              <a:rPr lang="en-US" sz="2400" dirty="0">
                <a:latin typeface="Bookman Old Style" pitchFamily="18" charset="0"/>
                <a:cs typeface="Book Antiqua"/>
              </a:rPr>
              <a:t> into </a:t>
            </a:r>
            <a:r>
              <a:rPr lang="en-US" sz="2400" spc="-5" dirty="0">
                <a:latin typeface="Bookman Old Style" pitchFamily="18" charset="0"/>
                <a:cs typeface="Book Antiqua"/>
              </a:rPr>
              <a:t>sprints, </a:t>
            </a:r>
            <a:r>
              <a:rPr lang="en-US" sz="2400" dirty="0">
                <a:latin typeface="Bookman Old Style" pitchFamily="18" charset="0"/>
                <a:cs typeface="Book Antiqua"/>
              </a:rPr>
              <a:t>and </a:t>
            </a:r>
            <a:r>
              <a:rPr lang="en-US" sz="2400" spc="-5" dirty="0">
                <a:latin typeface="Bookman Old Style" pitchFamily="18" charset="0"/>
                <a:cs typeface="Book Antiqua"/>
              </a:rPr>
              <a:t>only </a:t>
            </a:r>
            <a:r>
              <a:rPr lang="en-US" sz="2400" dirty="0">
                <a:latin typeface="Bookman Old Style" pitchFamily="18" charset="0"/>
                <a:cs typeface="Book Antiqua"/>
              </a:rPr>
              <a:t>planning and managing </a:t>
            </a:r>
            <a:r>
              <a:rPr lang="en-US" sz="2400" spc="-5" dirty="0">
                <a:latin typeface="Bookman Old Style" pitchFamily="18" charset="0"/>
                <a:cs typeface="Book Antiqua"/>
              </a:rPr>
              <a:t>one </a:t>
            </a:r>
            <a:r>
              <a:rPr lang="en-US" sz="2400" dirty="0">
                <a:latin typeface="Bookman Old Style" pitchFamily="18" charset="0"/>
                <a:cs typeface="Book Antiqua"/>
              </a:rPr>
              <a:t> </a:t>
            </a:r>
            <a:r>
              <a:rPr lang="en-US" sz="2400" spc="-5" dirty="0">
                <a:latin typeface="Bookman Old Style" pitchFamily="18" charset="0"/>
                <a:cs typeface="Book Antiqua"/>
              </a:rPr>
              <a:t>sprint </a:t>
            </a:r>
            <a:r>
              <a:rPr lang="en-US" sz="2400" dirty="0">
                <a:latin typeface="Bookman Old Style" pitchFamily="18" charset="0"/>
                <a:cs typeface="Book Antiqua"/>
              </a:rPr>
              <a:t>at a </a:t>
            </a:r>
            <a:r>
              <a:rPr lang="en-US" sz="2400" spc="-5" dirty="0">
                <a:latin typeface="Bookman Old Style" pitchFamily="18" charset="0"/>
                <a:cs typeface="Book Antiqua"/>
              </a:rPr>
              <a:t>time.</a:t>
            </a:r>
            <a:r>
              <a:rPr lang="en-US" sz="2400" dirty="0">
                <a:latin typeface="Bookman Old Style" pitchFamily="18" charset="0"/>
                <a:cs typeface="Book Antiqua"/>
              </a:rPr>
              <a:t> </a:t>
            </a:r>
            <a:r>
              <a:rPr lang="en-US" sz="2400" spc="-10" dirty="0">
                <a:latin typeface="Bookman Old Style" pitchFamily="18" charset="0"/>
                <a:cs typeface="Book Antiqua"/>
              </a:rPr>
              <a:t>Scrum</a:t>
            </a:r>
            <a:r>
              <a:rPr lang="en-US" sz="2400" spc="-5" dirty="0">
                <a:latin typeface="Bookman Old Style" pitchFamily="18" charset="0"/>
                <a:cs typeface="Book Antiqua"/>
              </a:rPr>
              <a:t> also</a:t>
            </a:r>
            <a:r>
              <a:rPr lang="en-US" sz="2400" dirty="0">
                <a:latin typeface="Bookman Old Style" pitchFamily="18" charset="0"/>
                <a:cs typeface="Book Antiqua"/>
              </a:rPr>
              <a:t> </a:t>
            </a:r>
            <a:r>
              <a:rPr lang="en-US" sz="2400" spc="-5" dirty="0">
                <a:latin typeface="Bookman Old Style" pitchFamily="18" charset="0"/>
                <a:cs typeface="Book Antiqua"/>
              </a:rPr>
              <a:t>has unique </a:t>
            </a:r>
            <a:r>
              <a:rPr lang="en-US" sz="2400" spc="-10" dirty="0">
                <a:latin typeface="Bookman Old Style" pitchFamily="18" charset="0"/>
                <a:cs typeface="Book Antiqua"/>
              </a:rPr>
              <a:t>project</a:t>
            </a:r>
            <a:r>
              <a:rPr lang="en-US" sz="2400" dirty="0">
                <a:latin typeface="Bookman Old Style" pitchFamily="18" charset="0"/>
                <a:cs typeface="Book Antiqua"/>
              </a:rPr>
              <a:t> </a:t>
            </a:r>
            <a:r>
              <a:rPr lang="en-US" sz="2400" spc="-10" dirty="0">
                <a:latin typeface="Bookman Old Style" pitchFamily="18" charset="0"/>
                <a:cs typeface="Book Antiqua"/>
              </a:rPr>
              <a:t>roles, </a:t>
            </a:r>
            <a:r>
              <a:rPr lang="en-US" sz="2400" spc="-635" dirty="0">
                <a:latin typeface="Bookman Old Style" pitchFamily="18" charset="0"/>
                <a:cs typeface="Book Antiqua"/>
              </a:rPr>
              <a:t> </a:t>
            </a:r>
            <a:r>
              <a:rPr lang="en-US" sz="2400" spc="-5" dirty="0">
                <a:latin typeface="Bookman Old Style" pitchFamily="18" charset="0"/>
                <a:cs typeface="Book Antiqua"/>
              </a:rPr>
              <a:t>including </a:t>
            </a:r>
            <a:r>
              <a:rPr lang="en-US" sz="2400" dirty="0">
                <a:latin typeface="Bookman Old Style" pitchFamily="18" charset="0"/>
                <a:cs typeface="Book Antiqua"/>
              </a:rPr>
              <a:t>a </a:t>
            </a:r>
            <a:r>
              <a:rPr lang="en-US" sz="2400" spc="-10" dirty="0">
                <a:latin typeface="Bookman Old Style" pitchFamily="18" charset="0"/>
                <a:cs typeface="Book Antiqua"/>
              </a:rPr>
              <a:t>scrum</a:t>
            </a:r>
            <a:r>
              <a:rPr lang="en-US" sz="2400" spc="-5" dirty="0">
                <a:latin typeface="Bookman Old Style" pitchFamily="18" charset="0"/>
                <a:cs typeface="Book Antiqua"/>
              </a:rPr>
              <a:t> master</a:t>
            </a:r>
            <a:r>
              <a:rPr lang="en-US" sz="2400" dirty="0">
                <a:latin typeface="Bookman Old Style" pitchFamily="18" charset="0"/>
                <a:cs typeface="Book Antiqua"/>
              </a:rPr>
              <a:t> and</a:t>
            </a:r>
            <a:r>
              <a:rPr lang="en-US" sz="2400" spc="-5" dirty="0">
                <a:latin typeface="Bookman Old Style" pitchFamily="18" charset="0"/>
                <a:cs typeface="Book Antiqua"/>
              </a:rPr>
              <a:t> </a:t>
            </a:r>
            <a:r>
              <a:rPr lang="en-US" sz="2400" spc="-10" dirty="0">
                <a:latin typeface="Bookman Old Style" pitchFamily="18" charset="0"/>
                <a:cs typeface="Book Antiqua"/>
              </a:rPr>
              <a:t>Product</a:t>
            </a:r>
            <a:r>
              <a:rPr lang="en-US" sz="2400" spc="-5" dirty="0">
                <a:latin typeface="Bookman Old Style" pitchFamily="18" charset="0"/>
                <a:cs typeface="Book Antiqua"/>
              </a:rPr>
              <a:t> </a:t>
            </a:r>
            <a:r>
              <a:rPr lang="en-US" sz="2400" spc="-35" dirty="0">
                <a:latin typeface="Bookman Old Style" pitchFamily="18" charset="0"/>
                <a:cs typeface="Book Antiqua"/>
              </a:rPr>
              <a:t>Owner.</a:t>
            </a:r>
            <a:endParaRPr lang="en-US" sz="2400" dirty="0">
              <a:latin typeface="Bookman Old Style" pitchFamily="18" charset="0"/>
              <a:cs typeface="Book Antiqua"/>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1143000"/>
            <a:ext cx="7543800" cy="4154984"/>
          </a:xfrm>
          <a:prstGeom prst="rect">
            <a:avLst/>
          </a:prstGeom>
        </p:spPr>
        <p:txBody>
          <a:bodyPr wrap="square">
            <a:spAutoFit/>
          </a:bodyPr>
          <a:lstStyle/>
          <a:p>
            <a:r>
              <a:rPr lang="en-US" sz="2400" b="1" spc="-10" dirty="0">
                <a:latin typeface="Bookman Old Style" pitchFamily="18" charset="0"/>
                <a:cs typeface="Book Antiqua"/>
              </a:rPr>
              <a:t>Extreme</a:t>
            </a:r>
            <a:r>
              <a:rPr lang="en-US" sz="2400" b="1" spc="-5" dirty="0">
                <a:latin typeface="Bookman Old Style" pitchFamily="18" charset="0"/>
                <a:cs typeface="Book Antiqua"/>
              </a:rPr>
              <a:t> </a:t>
            </a:r>
            <a:r>
              <a:rPr lang="en-US" sz="2400" b="1" spc="-10" dirty="0">
                <a:latin typeface="Bookman Old Style" pitchFamily="18" charset="0"/>
                <a:cs typeface="Book Antiqua"/>
              </a:rPr>
              <a:t>Programming</a:t>
            </a:r>
            <a:r>
              <a:rPr lang="en-US" sz="2400" b="1" dirty="0">
                <a:latin typeface="Bookman Old Style" pitchFamily="18" charset="0"/>
                <a:cs typeface="Book Antiqua"/>
              </a:rPr>
              <a:t> -</a:t>
            </a:r>
            <a:endParaRPr lang="en-US" sz="2400" dirty="0">
              <a:latin typeface="Bookman Old Style" pitchFamily="18" charset="0"/>
              <a:cs typeface="Book Antiqua"/>
            </a:endParaRPr>
          </a:p>
          <a:p>
            <a:r>
              <a:rPr lang="en-US" sz="2400" dirty="0">
                <a:latin typeface="Bookman Old Style" pitchFamily="18" charset="0"/>
              </a:rPr>
              <a:t>Extreme Programming (XP) is an agile software development framework that aims to produce higher quality software, and higher quality of life for the development team. </a:t>
            </a:r>
          </a:p>
          <a:p>
            <a:r>
              <a:rPr lang="en-US" sz="2400" dirty="0">
                <a:latin typeface="Bookman Old Style" pitchFamily="18" charset="0"/>
              </a:rPr>
              <a:t>XP is the most specific of the agile frameworks regarding appropriate engineering practices for software development.</a:t>
            </a:r>
          </a:p>
          <a:p>
            <a:r>
              <a:rPr lang="en-US" sz="2400" dirty="0">
                <a:latin typeface="Bookman Old Style" pitchFamily="18" charset="0"/>
                <a:cs typeface="Book Antiqua"/>
              </a:rPr>
              <a:t>It </a:t>
            </a:r>
            <a:r>
              <a:rPr lang="en-US" sz="2400" spc="-5" dirty="0">
                <a:latin typeface="Bookman Old Style" pitchFamily="18" charset="0"/>
                <a:cs typeface="Book Antiqua"/>
              </a:rPr>
              <a:t>focuses </a:t>
            </a:r>
            <a:r>
              <a:rPr lang="en-US" sz="2400" dirty="0">
                <a:latin typeface="Bookman Old Style" pitchFamily="18" charset="0"/>
                <a:cs typeface="Book Antiqua"/>
              </a:rPr>
              <a:t>on</a:t>
            </a:r>
            <a:r>
              <a:rPr lang="en-US" sz="2400" spc="-5" dirty="0">
                <a:latin typeface="Bookman Old Style" pitchFamily="18" charset="0"/>
                <a:cs typeface="Book Antiqua"/>
              </a:rPr>
              <a:t> continuous </a:t>
            </a:r>
            <a:r>
              <a:rPr lang="en-US" sz="2400" dirty="0">
                <a:latin typeface="Bookman Old Style" pitchFamily="18" charset="0"/>
                <a:cs typeface="Book Antiqua"/>
              </a:rPr>
              <a:t> </a:t>
            </a:r>
            <a:r>
              <a:rPr lang="en-US" sz="2400" spc="-5" dirty="0">
                <a:latin typeface="Bookman Old Style" pitchFamily="18" charset="0"/>
                <a:cs typeface="Book Antiqua"/>
              </a:rPr>
              <a:t>development</a:t>
            </a:r>
            <a:r>
              <a:rPr lang="en-US" sz="2400" dirty="0">
                <a:latin typeface="Bookman Old Style" pitchFamily="18" charset="0"/>
                <a:cs typeface="Book Antiqua"/>
              </a:rPr>
              <a:t> and</a:t>
            </a:r>
            <a:r>
              <a:rPr lang="en-US" sz="2400" spc="-5" dirty="0">
                <a:latin typeface="Bookman Old Style" pitchFamily="18" charset="0"/>
                <a:cs typeface="Book Antiqua"/>
              </a:rPr>
              <a:t> customer</a:t>
            </a:r>
            <a:r>
              <a:rPr lang="en-US" sz="2400" dirty="0">
                <a:latin typeface="Bookman Old Style" pitchFamily="18" charset="0"/>
                <a:cs typeface="Book Antiqua"/>
              </a:rPr>
              <a:t> </a:t>
            </a:r>
            <a:r>
              <a:rPr lang="en-US" sz="2400" spc="-5" dirty="0">
                <a:latin typeface="Bookman Old Style" pitchFamily="18" charset="0"/>
                <a:cs typeface="Book Antiqua"/>
              </a:rPr>
              <a:t>delivery</a:t>
            </a:r>
            <a:r>
              <a:rPr lang="en-US" sz="2400" dirty="0">
                <a:latin typeface="Bookman Old Style" pitchFamily="18" charset="0"/>
                <a:cs typeface="Book Antiqua"/>
              </a:rPr>
              <a:t> and</a:t>
            </a:r>
            <a:r>
              <a:rPr lang="en-US" sz="2400" spc="-5" dirty="0">
                <a:latin typeface="Bookman Old Style" pitchFamily="18" charset="0"/>
                <a:cs typeface="Book Antiqua"/>
              </a:rPr>
              <a:t> uses </a:t>
            </a:r>
            <a:r>
              <a:rPr lang="en-US" sz="2400" dirty="0">
                <a:latin typeface="Bookman Old Style" pitchFamily="18" charset="0"/>
                <a:cs typeface="Book Antiqua"/>
              </a:rPr>
              <a:t> </a:t>
            </a:r>
            <a:r>
              <a:rPr lang="en-US" sz="2400" spc="-5" dirty="0">
                <a:latin typeface="Bookman Old Style" pitchFamily="18" charset="0"/>
                <a:cs typeface="Book Antiqua"/>
              </a:rPr>
              <a:t>intervals </a:t>
            </a:r>
            <a:r>
              <a:rPr lang="en-US" sz="2400" dirty="0">
                <a:latin typeface="Bookman Old Style" pitchFamily="18" charset="0"/>
                <a:cs typeface="Book Antiqua"/>
              </a:rPr>
              <a:t>or</a:t>
            </a:r>
            <a:r>
              <a:rPr lang="en-US" sz="2400" spc="-5" dirty="0">
                <a:latin typeface="Bookman Old Style" pitchFamily="18" charset="0"/>
                <a:cs typeface="Book Antiqua"/>
              </a:rPr>
              <a:t> sprints similar</a:t>
            </a:r>
            <a:r>
              <a:rPr lang="en-US" sz="2400" dirty="0">
                <a:latin typeface="Bookman Old Style" pitchFamily="18" charset="0"/>
                <a:cs typeface="Book Antiqua"/>
              </a:rPr>
              <a:t> to a </a:t>
            </a:r>
            <a:r>
              <a:rPr lang="en-US" sz="2400" spc="-10" dirty="0">
                <a:latin typeface="Bookman Old Style" pitchFamily="18" charset="0"/>
                <a:cs typeface="Book Antiqua"/>
              </a:rPr>
              <a:t>scrum</a:t>
            </a:r>
            <a:r>
              <a:rPr lang="en-US" sz="2400" spc="-5" dirty="0">
                <a:latin typeface="Bookman Old Style" pitchFamily="18" charset="0"/>
                <a:cs typeface="Book Antiqua"/>
              </a:rPr>
              <a:t> methodology.</a:t>
            </a:r>
            <a:endParaRPr lang="en-US" sz="2400" dirty="0">
              <a:latin typeface="Bookman Old Style" pitchFamily="18"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9" name="object 9"/>
          <p:cNvSpPr txBox="1">
            <a:spLocks noGrp="1"/>
          </p:cNvSpPr>
          <p:nvPr>
            <p:ph type="title"/>
          </p:nvPr>
        </p:nvSpPr>
        <p:spPr>
          <a:xfrm>
            <a:off x="457200" y="762000"/>
            <a:ext cx="5337810" cy="628377"/>
          </a:xfrm>
          <a:prstGeom prst="rect">
            <a:avLst/>
          </a:prstGeom>
        </p:spPr>
        <p:txBody>
          <a:bodyPr vert="horz" wrap="square" lIns="0" tIns="12700" rIns="0" bIns="0" rtlCol="0">
            <a:spAutoFit/>
          </a:bodyPr>
          <a:lstStyle/>
          <a:p>
            <a:pPr marL="12700">
              <a:lnSpc>
                <a:spcPct val="100000"/>
              </a:lnSpc>
              <a:spcBef>
                <a:spcPts val="100"/>
              </a:spcBef>
            </a:pPr>
            <a:r>
              <a:rPr sz="4000" b="1" spc="-5" dirty="0">
                <a:solidFill>
                  <a:schemeClr val="tx1"/>
                </a:solidFill>
              </a:rPr>
              <a:t>Agile</a:t>
            </a:r>
            <a:r>
              <a:rPr sz="4000" b="1" spc="-55" dirty="0">
                <a:solidFill>
                  <a:schemeClr val="tx1"/>
                </a:solidFill>
              </a:rPr>
              <a:t> </a:t>
            </a:r>
            <a:r>
              <a:rPr sz="4000" b="1" spc="-5" dirty="0">
                <a:solidFill>
                  <a:schemeClr val="tx1"/>
                </a:solidFill>
              </a:rPr>
              <a:t>Methodologies</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dirty="0"/>
              <a:pPr marL="38100">
                <a:lnSpc>
                  <a:spcPts val="1425"/>
                </a:lnSpc>
              </a:pPr>
              <a:t>76</a:t>
            </a:fld>
            <a:endParaRPr dirty="0"/>
          </a:p>
        </p:txBody>
      </p:sp>
      <p:sp>
        <p:nvSpPr>
          <p:cNvPr id="10" name="object 10"/>
          <p:cNvSpPr txBox="1"/>
          <p:nvPr/>
        </p:nvSpPr>
        <p:spPr>
          <a:xfrm>
            <a:off x="533400" y="1752600"/>
            <a:ext cx="8131809" cy="4443524"/>
          </a:xfrm>
          <a:prstGeom prst="rect">
            <a:avLst/>
          </a:prstGeom>
        </p:spPr>
        <p:txBody>
          <a:bodyPr vert="horz" wrap="square" lIns="0" tIns="11430" rIns="0" bIns="0" rtlCol="0">
            <a:spAutoFit/>
          </a:bodyPr>
          <a:lstStyle/>
          <a:p>
            <a:pPr marL="237490" marR="5080" indent="-225425">
              <a:buClr>
                <a:srgbClr val="0BD0D9"/>
              </a:buClr>
              <a:buSzPct val="95238"/>
              <a:buFont typeface="Arial"/>
              <a:buChar char="●"/>
              <a:tabLst>
                <a:tab pos="238125" algn="l"/>
              </a:tabLst>
            </a:pPr>
            <a:r>
              <a:rPr sz="2400" b="1" spc="10" dirty="0">
                <a:latin typeface="Bookman Old Style" pitchFamily="18" charset="0"/>
                <a:cs typeface="Book Antiqua"/>
              </a:rPr>
              <a:t>Feature-Driven </a:t>
            </a:r>
            <a:r>
              <a:rPr sz="2400" b="1" spc="15" dirty="0">
                <a:latin typeface="Bookman Old Style" pitchFamily="18" charset="0"/>
                <a:cs typeface="Book Antiqua"/>
              </a:rPr>
              <a:t>Development (FDD) </a:t>
            </a:r>
            <a:r>
              <a:rPr sz="2400" b="1" spc="10" dirty="0">
                <a:latin typeface="Bookman Old Style" pitchFamily="18" charset="0"/>
                <a:cs typeface="Book Antiqua"/>
              </a:rPr>
              <a:t>- </a:t>
            </a:r>
            <a:r>
              <a:rPr sz="2400" spc="10" dirty="0">
                <a:latin typeface="Bookman Old Style" pitchFamily="18" charset="0"/>
                <a:cs typeface="Book Antiqua"/>
              </a:rPr>
              <a:t>This </a:t>
            </a:r>
            <a:r>
              <a:rPr sz="2400" spc="15" dirty="0">
                <a:latin typeface="Bookman Old Style" pitchFamily="18" charset="0"/>
                <a:cs typeface="Book Antiqua"/>
              </a:rPr>
              <a:t>methodology </a:t>
            </a:r>
            <a:r>
              <a:rPr sz="2400" spc="10" dirty="0">
                <a:latin typeface="Bookman Old Style" pitchFamily="18" charset="0"/>
                <a:cs typeface="Book Antiqua"/>
              </a:rPr>
              <a:t>involved </a:t>
            </a:r>
            <a:r>
              <a:rPr sz="2400" spc="-509" dirty="0">
                <a:latin typeface="Bookman Old Style" pitchFamily="18" charset="0"/>
                <a:cs typeface="Book Antiqua"/>
              </a:rPr>
              <a:t> </a:t>
            </a:r>
            <a:r>
              <a:rPr sz="2400" spc="5" dirty="0">
                <a:latin typeface="Bookman Old Style" pitchFamily="18" charset="0"/>
                <a:cs typeface="Book Antiqua"/>
              </a:rPr>
              <a:t>creating software </a:t>
            </a:r>
            <a:r>
              <a:rPr sz="2400" spc="15" dirty="0">
                <a:latin typeface="Bookman Old Style" pitchFamily="18" charset="0"/>
                <a:cs typeface="Book Antiqua"/>
              </a:rPr>
              <a:t>models </a:t>
            </a:r>
            <a:r>
              <a:rPr sz="2400" spc="10" dirty="0">
                <a:latin typeface="Bookman Old Style" pitchFamily="18" charset="0"/>
                <a:cs typeface="Book Antiqua"/>
              </a:rPr>
              <a:t>every </a:t>
            </a:r>
            <a:r>
              <a:rPr sz="2400" spc="15" dirty="0">
                <a:latin typeface="Bookman Old Style" pitchFamily="18" charset="0"/>
                <a:cs typeface="Book Antiqua"/>
              </a:rPr>
              <a:t>two weeks and </a:t>
            </a:r>
            <a:r>
              <a:rPr sz="2400" dirty="0">
                <a:latin typeface="Bookman Old Style" pitchFamily="18" charset="0"/>
                <a:cs typeface="Book Antiqua"/>
              </a:rPr>
              <a:t>requires </a:t>
            </a:r>
            <a:r>
              <a:rPr sz="2400" spc="15" dirty="0">
                <a:latin typeface="Bookman Old Style" pitchFamily="18" charset="0"/>
                <a:cs typeface="Book Antiqua"/>
              </a:rPr>
              <a:t>a </a:t>
            </a:r>
            <a:r>
              <a:rPr sz="2400" spc="20" dirty="0">
                <a:latin typeface="Bookman Old Style" pitchFamily="18" charset="0"/>
                <a:cs typeface="Book Antiqua"/>
              </a:rPr>
              <a:t> </a:t>
            </a:r>
            <a:r>
              <a:rPr sz="2400" spc="15" dirty="0">
                <a:latin typeface="Bookman Old Style" pitchFamily="18" charset="0"/>
                <a:cs typeface="Book Antiqua"/>
              </a:rPr>
              <a:t>development and </a:t>
            </a:r>
            <a:r>
              <a:rPr sz="2400" spc="10" dirty="0">
                <a:latin typeface="Bookman Old Style" pitchFamily="18" charset="0"/>
                <a:cs typeface="Book Antiqua"/>
              </a:rPr>
              <a:t>design plan for every </a:t>
            </a:r>
            <a:r>
              <a:rPr sz="2400" spc="5" dirty="0">
                <a:latin typeface="Bookman Old Style" pitchFamily="18" charset="0"/>
                <a:cs typeface="Book Antiqua"/>
              </a:rPr>
              <a:t>software </a:t>
            </a:r>
            <a:r>
              <a:rPr sz="2400" spc="15" dirty="0">
                <a:latin typeface="Bookman Old Style" pitchFamily="18" charset="0"/>
                <a:cs typeface="Book Antiqua"/>
              </a:rPr>
              <a:t>model </a:t>
            </a:r>
            <a:r>
              <a:rPr sz="2400" spc="5" dirty="0">
                <a:latin typeface="Bookman Old Style" pitchFamily="18" charset="0"/>
                <a:cs typeface="Book Antiqua"/>
              </a:rPr>
              <a:t>feature. </a:t>
            </a:r>
            <a:r>
              <a:rPr sz="2400" spc="10" dirty="0">
                <a:latin typeface="Bookman Old Style" pitchFamily="18" charset="0"/>
                <a:cs typeface="Book Antiqua"/>
              </a:rPr>
              <a:t> </a:t>
            </a:r>
            <a:r>
              <a:rPr sz="2400" spc="5" dirty="0">
                <a:latin typeface="Bookman Old Style" pitchFamily="18" charset="0"/>
                <a:cs typeface="Book Antiqua"/>
              </a:rPr>
              <a:t>Therefore,</a:t>
            </a:r>
            <a:r>
              <a:rPr sz="2400" spc="10" dirty="0">
                <a:latin typeface="Bookman Old Style" pitchFamily="18" charset="0"/>
                <a:cs typeface="Book Antiqua"/>
              </a:rPr>
              <a:t> </a:t>
            </a:r>
            <a:r>
              <a:rPr sz="2400" spc="5" dirty="0">
                <a:latin typeface="Bookman Old Style" pitchFamily="18" charset="0"/>
                <a:cs typeface="Book Antiqua"/>
              </a:rPr>
              <a:t>it</a:t>
            </a:r>
            <a:r>
              <a:rPr sz="2400" spc="15" dirty="0">
                <a:latin typeface="Bookman Old Style" pitchFamily="18" charset="0"/>
                <a:cs typeface="Book Antiqua"/>
              </a:rPr>
              <a:t> </a:t>
            </a:r>
            <a:r>
              <a:rPr sz="2400" spc="10" dirty="0">
                <a:latin typeface="Bookman Old Style" pitchFamily="18" charset="0"/>
                <a:cs typeface="Book Antiqua"/>
              </a:rPr>
              <a:t>has</a:t>
            </a:r>
            <a:r>
              <a:rPr sz="2400" spc="15" dirty="0">
                <a:latin typeface="Bookman Old Style" pitchFamily="18" charset="0"/>
                <a:cs typeface="Book Antiqua"/>
              </a:rPr>
              <a:t> </a:t>
            </a:r>
            <a:r>
              <a:rPr sz="2400" spc="5" dirty="0">
                <a:latin typeface="Bookman Old Style" pitchFamily="18" charset="0"/>
                <a:cs typeface="Book Antiqua"/>
              </a:rPr>
              <a:t>more</a:t>
            </a:r>
            <a:r>
              <a:rPr sz="2400" spc="15" dirty="0">
                <a:latin typeface="Bookman Old Style" pitchFamily="18" charset="0"/>
                <a:cs typeface="Book Antiqua"/>
              </a:rPr>
              <a:t> </a:t>
            </a:r>
            <a:r>
              <a:rPr sz="2400" spc="5" dirty="0">
                <a:latin typeface="Bookman Old Style" pitchFamily="18" charset="0"/>
                <a:cs typeface="Book Antiqua"/>
              </a:rPr>
              <a:t>rigorous</a:t>
            </a:r>
            <a:r>
              <a:rPr sz="2400" spc="15" dirty="0">
                <a:latin typeface="Bookman Old Style" pitchFamily="18" charset="0"/>
                <a:cs typeface="Book Antiqua"/>
              </a:rPr>
              <a:t> </a:t>
            </a:r>
            <a:r>
              <a:rPr sz="2400" spc="10" dirty="0">
                <a:latin typeface="Bookman Old Style" pitchFamily="18" charset="0"/>
                <a:cs typeface="Book Antiqua"/>
              </a:rPr>
              <a:t>documentation </a:t>
            </a:r>
            <a:r>
              <a:rPr sz="2400" spc="5">
                <a:latin typeface="Bookman Old Style" pitchFamily="18" charset="0"/>
                <a:cs typeface="Book Antiqua"/>
              </a:rPr>
              <a:t>requirements</a:t>
            </a:r>
            <a:r>
              <a:rPr sz="2400" spc="15">
                <a:latin typeface="Bookman Old Style" pitchFamily="18" charset="0"/>
                <a:cs typeface="Book Antiqua"/>
              </a:rPr>
              <a:t> </a:t>
            </a:r>
            <a:r>
              <a:rPr sz="2400" spc="10">
                <a:latin typeface="Bookman Old Style" pitchFamily="18" charset="0"/>
                <a:cs typeface="Book Antiqua"/>
              </a:rPr>
              <a:t>than</a:t>
            </a:r>
            <a:r>
              <a:rPr sz="2400" spc="-509">
                <a:latin typeface="Bookman Old Style" pitchFamily="18" charset="0"/>
                <a:cs typeface="Book Antiqua"/>
              </a:rPr>
              <a:t> </a:t>
            </a:r>
            <a:r>
              <a:rPr sz="2400" spc="-80" dirty="0">
                <a:latin typeface="Bookman Old Style" pitchFamily="18" charset="0"/>
                <a:cs typeface="Book Antiqua"/>
              </a:rPr>
              <a:t>XP.</a:t>
            </a:r>
            <a:r>
              <a:rPr sz="2400" spc="5" dirty="0">
                <a:latin typeface="Bookman Old Style" pitchFamily="18" charset="0"/>
                <a:cs typeface="Book Antiqua"/>
              </a:rPr>
              <a:t> </a:t>
            </a:r>
            <a:r>
              <a:rPr sz="2400" spc="20" dirty="0">
                <a:latin typeface="Bookman Old Style" pitchFamily="18" charset="0"/>
                <a:cs typeface="Book Antiqua"/>
              </a:rPr>
              <a:t>FDD</a:t>
            </a:r>
            <a:r>
              <a:rPr sz="2400" spc="5" dirty="0">
                <a:latin typeface="Bookman Old Style" pitchFamily="18" charset="0"/>
                <a:cs typeface="Book Antiqua"/>
              </a:rPr>
              <a:t> breaks projects</a:t>
            </a:r>
            <a:r>
              <a:rPr sz="2400" spc="10" dirty="0">
                <a:latin typeface="Bookman Old Style" pitchFamily="18" charset="0"/>
                <a:cs typeface="Book Antiqua"/>
              </a:rPr>
              <a:t> </a:t>
            </a:r>
            <a:r>
              <a:rPr sz="2400" spc="15" dirty="0">
                <a:latin typeface="Bookman Old Style" pitchFamily="18" charset="0"/>
                <a:cs typeface="Book Antiqua"/>
              </a:rPr>
              <a:t>down</a:t>
            </a:r>
            <a:r>
              <a:rPr sz="2400" spc="5" dirty="0">
                <a:latin typeface="Bookman Old Style" pitchFamily="18" charset="0"/>
                <a:cs typeface="Book Antiqua"/>
              </a:rPr>
              <a:t> </a:t>
            </a:r>
            <a:r>
              <a:rPr sz="2400" spc="10" dirty="0">
                <a:latin typeface="Bookman Old Style" pitchFamily="18" charset="0"/>
                <a:cs typeface="Book Antiqua"/>
              </a:rPr>
              <a:t>into</a:t>
            </a:r>
            <a:r>
              <a:rPr sz="2400" spc="5" dirty="0">
                <a:latin typeface="Bookman Old Style" pitchFamily="18" charset="0"/>
                <a:cs typeface="Book Antiqua"/>
              </a:rPr>
              <a:t> </a:t>
            </a:r>
            <a:r>
              <a:rPr sz="2400" spc="10" dirty="0">
                <a:latin typeface="Bookman Old Style" pitchFamily="18" charset="0"/>
                <a:cs typeface="Book Antiqua"/>
              </a:rPr>
              <a:t>five</a:t>
            </a:r>
            <a:r>
              <a:rPr sz="2400" spc="5" dirty="0">
                <a:latin typeface="Bookman Old Style" pitchFamily="18" charset="0"/>
                <a:cs typeface="Book Antiqua"/>
              </a:rPr>
              <a:t> </a:t>
            </a:r>
            <a:r>
              <a:rPr sz="2400" spc="10" dirty="0">
                <a:latin typeface="Bookman Old Style" pitchFamily="18" charset="0"/>
                <a:cs typeface="Book Antiqua"/>
              </a:rPr>
              <a:t>basic activities:</a:t>
            </a:r>
            <a:endParaRPr sz="2400">
              <a:latin typeface="Bookman Old Style" pitchFamily="18" charset="0"/>
              <a:cs typeface="Book Antiqua"/>
            </a:endParaRPr>
          </a:p>
          <a:p>
            <a:pPr marL="1250950" lvl="1" indent="-260350">
              <a:buChar char="•"/>
              <a:tabLst>
                <a:tab pos="1250315" algn="l"/>
                <a:tab pos="1250950" algn="l"/>
              </a:tabLst>
            </a:pPr>
            <a:r>
              <a:rPr sz="2400" spc="5" dirty="0">
                <a:latin typeface="Bookman Old Style" pitchFamily="18" charset="0"/>
                <a:cs typeface="Arial"/>
              </a:rPr>
              <a:t>Develop</a:t>
            </a:r>
            <a:r>
              <a:rPr sz="2400" spc="-25" dirty="0">
                <a:latin typeface="Bookman Old Style" pitchFamily="18" charset="0"/>
                <a:cs typeface="Arial"/>
              </a:rPr>
              <a:t> </a:t>
            </a:r>
            <a:r>
              <a:rPr sz="2400" spc="5" dirty="0">
                <a:latin typeface="Bookman Old Style" pitchFamily="18" charset="0"/>
                <a:cs typeface="Arial"/>
              </a:rPr>
              <a:t>an</a:t>
            </a:r>
            <a:r>
              <a:rPr sz="2400" spc="-20" dirty="0">
                <a:latin typeface="Bookman Old Style" pitchFamily="18" charset="0"/>
                <a:cs typeface="Arial"/>
              </a:rPr>
              <a:t> </a:t>
            </a:r>
            <a:r>
              <a:rPr sz="2400" spc="5">
                <a:latin typeface="Bookman Old Style" pitchFamily="18" charset="0"/>
                <a:cs typeface="Arial"/>
              </a:rPr>
              <a:t>overall</a:t>
            </a:r>
            <a:r>
              <a:rPr sz="2400" spc="-20">
                <a:latin typeface="Bookman Old Style" pitchFamily="18" charset="0"/>
                <a:cs typeface="Arial"/>
              </a:rPr>
              <a:t> </a:t>
            </a:r>
            <a:r>
              <a:rPr sz="2400" spc="5">
                <a:latin typeface="Bookman Old Style" pitchFamily="18" charset="0"/>
                <a:cs typeface="Arial"/>
              </a:rPr>
              <a:t>model</a:t>
            </a:r>
            <a:endParaRPr sz="2400">
              <a:latin typeface="Bookman Old Style" pitchFamily="18" charset="0"/>
              <a:cs typeface="Arial"/>
            </a:endParaRPr>
          </a:p>
          <a:p>
            <a:pPr marL="1250950" lvl="1" indent="-260350">
              <a:buChar char="•"/>
              <a:tabLst>
                <a:tab pos="1250315" algn="l"/>
                <a:tab pos="1250950" algn="l"/>
              </a:tabLst>
            </a:pPr>
            <a:r>
              <a:rPr sz="2400" spc="5" dirty="0">
                <a:latin typeface="Bookman Old Style" pitchFamily="18" charset="0"/>
                <a:cs typeface="Arial"/>
              </a:rPr>
              <a:t>Build</a:t>
            </a:r>
            <a:r>
              <a:rPr sz="2400" spc="-25" dirty="0">
                <a:latin typeface="Bookman Old Style" pitchFamily="18" charset="0"/>
                <a:cs typeface="Arial"/>
              </a:rPr>
              <a:t> </a:t>
            </a:r>
            <a:r>
              <a:rPr sz="2400" spc="5" dirty="0">
                <a:latin typeface="Bookman Old Style" pitchFamily="18" charset="0"/>
                <a:cs typeface="Arial"/>
              </a:rPr>
              <a:t>a</a:t>
            </a:r>
            <a:r>
              <a:rPr sz="2400" spc="-20" dirty="0">
                <a:latin typeface="Bookman Old Style" pitchFamily="18" charset="0"/>
                <a:cs typeface="Arial"/>
              </a:rPr>
              <a:t> </a:t>
            </a:r>
            <a:r>
              <a:rPr sz="2400" spc="5">
                <a:latin typeface="Bookman Old Style" pitchFamily="18" charset="0"/>
                <a:cs typeface="Arial"/>
              </a:rPr>
              <a:t>feature</a:t>
            </a:r>
            <a:r>
              <a:rPr sz="2400" spc="-20">
                <a:latin typeface="Bookman Old Style" pitchFamily="18" charset="0"/>
                <a:cs typeface="Arial"/>
              </a:rPr>
              <a:t> </a:t>
            </a:r>
            <a:r>
              <a:rPr sz="2400">
                <a:latin typeface="Bookman Old Style" pitchFamily="18" charset="0"/>
                <a:cs typeface="Arial"/>
              </a:rPr>
              <a:t>list</a:t>
            </a:r>
          </a:p>
          <a:p>
            <a:pPr marL="1250950" lvl="1" indent="-260350">
              <a:buChar char="•"/>
              <a:tabLst>
                <a:tab pos="1250315" algn="l"/>
                <a:tab pos="1250950" algn="l"/>
              </a:tabLst>
            </a:pPr>
            <a:r>
              <a:rPr sz="2400" spc="5" dirty="0">
                <a:latin typeface="Bookman Old Style" pitchFamily="18" charset="0"/>
                <a:cs typeface="Arial"/>
              </a:rPr>
              <a:t>Plan</a:t>
            </a:r>
            <a:r>
              <a:rPr sz="2400" spc="-20" dirty="0">
                <a:latin typeface="Bookman Old Style" pitchFamily="18" charset="0"/>
                <a:cs typeface="Arial"/>
              </a:rPr>
              <a:t> </a:t>
            </a:r>
            <a:r>
              <a:rPr sz="2400" spc="5">
                <a:latin typeface="Bookman Old Style" pitchFamily="18" charset="0"/>
                <a:cs typeface="Arial"/>
              </a:rPr>
              <a:t>by</a:t>
            </a:r>
            <a:r>
              <a:rPr sz="2400" spc="-20">
                <a:latin typeface="Bookman Old Style" pitchFamily="18" charset="0"/>
                <a:cs typeface="Arial"/>
              </a:rPr>
              <a:t> </a:t>
            </a:r>
            <a:r>
              <a:rPr sz="2400">
                <a:latin typeface="Bookman Old Style" pitchFamily="18" charset="0"/>
                <a:cs typeface="Arial"/>
              </a:rPr>
              <a:t>feature</a:t>
            </a:r>
          </a:p>
          <a:p>
            <a:pPr marL="1250950" lvl="1" indent="-260350">
              <a:buChar char="•"/>
              <a:tabLst>
                <a:tab pos="1250315" algn="l"/>
                <a:tab pos="1250950" algn="l"/>
              </a:tabLst>
            </a:pPr>
            <a:r>
              <a:rPr sz="2400" spc="5" dirty="0">
                <a:latin typeface="Bookman Old Style" pitchFamily="18" charset="0"/>
                <a:cs typeface="Arial"/>
              </a:rPr>
              <a:t>Design</a:t>
            </a:r>
            <a:r>
              <a:rPr sz="2400" spc="-20" dirty="0">
                <a:latin typeface="Bookman Old Style" pitchFamily="18" charset="0"/>
                <a:cs typeface="Arial"/>
              </a:rPr>
              <a:t> </a:t>
            </a:r>
            <a:r>
              <a:rPr sz="2400" spc="5">
                <a:latin typeface="Bookman Old Style" pitchFamily="18" charset="0"/>
                <a:cs typeface="Arial"/>
              </a:rPr>
              <a:t>by</a:t>
            </a:r>
            <a:r>
              <a:rPr sz="2400" spc="-20">
                <a:latin typeface="Bookman Old Style" pitchFamily="18" charset="0"/>
                <a:cs typeface="Arial"/>
              </a:rPr>
              <a:t> </a:t>
            </a:r>
            <a:r>
              <a:rPr sz="2400">
                <a:latin typeface="Bookman Old Style" pitchFamily="18" charset="0"/>
                <a:cs typeface="Arial"/>
              </a:rPr>
              <a:t>feature</a:t>
            </a:r>
          </a:p>
          <a:p>
            <a:pPr marL="1250950" lvl="1" indent="-260350">
              <a:buChar char="•"/>
              <a:tabLst>
                <a:tab pos="1250315" algn="l"/>
                <a:tab pos="1250950" algn="l"/>
              </a:tabLst>
            </a:pPr>
            <a:r>
              <a:rPr sz="2400" spc="5" dirty="0">
                <a:latin typeface="Bookman Old Style" pitchFamily="18" charset="0"/>
                <a:cs typeface="Arial"/>
              </a:rPr>
              <a:t>Build</a:t>
            </a:r>
            <a:r>
              <a:rPr sz="2400" spc="-30" dirty="0">
                <a:latin typeface="Bookman Old Style" pitchFamily="18" charset="0"/>
                <a:cs typeface="Arial"/>
              </a:rPr>
              <a:t> </a:t>
            </a:r>
            <a:r>
              <a:rPr sz="2400" spc="5" dirty="0">
                <a:latin typeface="Bookman Old Style" pitchFamily="18" charset="0"/>
                <a:cs typeface="Arial"/>
              </a:rPr>
              <a:t>by</a:t>
            </a:r>
            <a:r>
              <a:rPr sz="2400" spc="-30" dirty="0">
                <a:latin typeface="Bookman Old Style" pitchFamily="18" charset="0"/>
                <a:cs typeface="Arial"/>
              </a:rPr>
              <a:t> </a:t>
            </a:r>
            <a:r>
              <a:rPr sz="2400" spc="5" dirty="0">
                <a:latin typeface="Bookman Old Style" pitchFamily="18" charset="0"/>
                <a:cs typeface="Arial"/>
              </a:rPr>
              <a:t>feature</a:t>
            </a:r>
            <a:endParaRPr sz="2400">
              <a:latin typeface="Bookman Old Style" pitchFamily="18" charset="0"/>
              <a:cs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dirty="0"/>
              <a:pPr marL="38100">
                <a:lnSpc>
                  <a:spcPts val="1425"/>
                </a:lnSpc>
              </a:pPr>
              <a:t>77</a:t>
            </a:fld>
            <a:endParaRPr dirty="0"/>
          </a:p>
        </p:txBody>
      </p:sp>
      <p:sp>
        <p:nvSpPr>
          <p:cNvPr id="10" name="object 10"/>
          <p:cNvSpPr txBox="1"/>
          <p:nvPr/>
        </p:nvSpPr>
        <p:spPr>
          <a:xfrm>
            <a:off x="381000" y="838200"/>
            <a:ext cx="8305800" cy="5551520"/>
          </a:xfrm>
          <a:prstGeom prst="rect">
            <a:avLst/>
          </a:prstGeom>
        </p:spPr>
        <p:txBody>
          <a:bodyPr vert="horz" wrap="square" lIns="0" tIns="11430" rIns="0" bIns="0" rtlCol="0">
            <a:spAutoFit/>
          </a:bodyPr>
          <a:lstStyle/>
          <a:p>
            <a:pPr>
              <a:buClr>
                <a:srgbClr val="0BD0D9"/>
              </a:buClr>
              <a:buSzPct val="93750"/>
              <a:buFont typeface="Arial"/>
              <a:buChar char="●"/>
              <a:tabLst>
                <a:tab pos="265430" algn="l"/>
              </a:tabLst>
            </a:pPr>
            <a:r>
              <a:rPr sz="2400" b="1" spc="-10" dirty="0">
                <a:latin typeface="Bookman Old Style" pitchFamily="18" charset="0"/>
                <a:cs typeface="Book Antiqua"/>
              </a:rPr>
              <a:t>Dynamic</a:t>
            </a:r>
            <a:r>
              <a:rPr sz="2400" b="1" dirty="0">
                <a:latin typeface="Bookman Old Style" pitchFamily="18" charset="0"/>
                <a:cs typeface="Book Antiqua"/>
              </a:rPr>
              <a:t> </a:t>
            </a:r>
            <a:r>
              <a:rPr sz="2400" b="1" spc="-10" dirty="0">
                <a:latin typeface="Bookman Old Style" pitchFamily="18" charset="0"/>
                <a:cs typeface="Book Antiqua"/>
              </a:rPr>
              <a:t>Systems</a:t>
            </a:r>
            <a:r>
              <a:rPr sz="2400" b="1" dirty="0">
                <a:latin typeface="Bookman Old Style" pitchFamily="18" charset="0"/>
                <a:cs typeface="Book Antiqua"/>
              </a:rPr>
              <a:t> </a:t>
            </a:r>
            <a:r>
              <a:rPr sz="2400" b="1" spc="-10" dirty="0">
                <a:latin typeface="Bookman Old Style" pitchFamily="18" charset="0"/>
                <a:cs typeface="Book Antiqua"/>
              </a:rPr>
              <a:t>Development</a:t>
            </a:r>
            <a:r>
              <a:rPr sz="2400" b="1" dirty="0">
                <a:latin typeface="Bookman Old Style" pitchFamily="18" charset="0"/>
                <a:cs typeface="Book Antiqua"/>
              </a:rPr>
              <a:t> </a:t>
            </a:r>
            <a:r>
              <a:rPr sz="2400" b="1" spc="-10" dirty="0">
                <a:latin typeface="Bookman Old Style" pitchFamily="18" charset="0"/>
                <a:cs typeface="Book Antiqua"/>
              </a:rPr>
              <a:t>Method</a:t>
            </a:r>
            <a:r>
              <a:rPr sz="2400" b="1" spc="5" dirty="0">
                <a:latin typeface="Bookman Old Style" pitchFamily="18" charset="0"/>
                <a:cs typeface="Book Antiqua"/>
              </a:rPr>
              <a:t> </a:t>
            </a:r>
            <a:r>
              <a:rPr sz="2400" b="1" spc="-10" dirty="0">
                <a:latin typeface="Bookman Old Style" pitchFamily="18" charset="0"/>
                <a:cs typeface="Book Antiqua"/>
              </a:rPr>
              <a:t>(DSDM</a:t>
            </a:r>
            <a:r>
              <a:rPr sz="2400" b="1" spc="-10">
                <a:latin typeface="Bookman Old Style" pitchFamily="18" charset="0"/>
                <a:cs typeface="Book Antiqua"/>
              </a:rPr>
              <a:t>)</a:t>
            </a:r>
            <a:r>
              <a:rPr sz="2400" b="1">
                <a:latin typeface="Bookman Old Style" pitchFamily="18" charset="0"/>
                <a:cs typeface="Book Antiqua"/>
              </a:rPr>
              <a:t> </a:t>
            </a:r>
            <a:r>
              <a:rPr lang="en-US" sz="2400" b="1" spc="-5" dirty="0">
                <a:latin typeface="Bookman Old Style" pitchFamily="18" charset="0"/>
                <a:cs typeface="Book Antiqua"/>
              </a:rPr>
              <a:t>–</a:t>
            </a:r>
            <a:endParaRPr sz="2400" b="1">
              <a:latin typeface="Bookman Old Style" pitchFamily="18" charset="0"/>
              <a:cs typeface="Book Antiqua"/>
            </a:endParaRPr>
          </a:p>
          <a:p>
            <a:pPr marR="5080"/>
            <a:r>
              <a:rPr lang="en-US" sz="2400" spc="10" dirty="0">
                <a:latin typeface="Bookman Old Style" pitchFamily="18" charset="0"/>
                <a:cs typeface="Arial"/>
              </a:rPr>
              <a:t>It</a:t>
            </a:r>
            <a:r>
              <a:rPr sz="2400" spc="10">
                <a:latin typeface="Bookman Old Style" pitchFamily="18" charset="0"/>
                <a:cs typeface="Arial"/>
              </a:rPr>
              <a:t> </a:t>
            </a:r>
            <a:r>
              <a:rPr sz="2400" spc="10" dirty="0">
                <a:latin typeface="Bookman Old Style" pitchFamily="18" charset="0"/>
                <a:cs typeface="Arial"/>
              </a:rPr>
              <a:t>cropped up out </a:t>
            </a:r>
            <a:r>
              <a:rPr sz="2400" spc="5" dirty="0">
                <a:latin typeface="Bookman Old Style" pitchFamily="18" charset="0"/>
                <a:cs typeface="Arial"/>
              </a:rPr>
              <a:t>of </a:t>
            </a:r>
            <a:r>
              <a:rPr sz="2400" spc="10" dirty="0">
                <a:latin typeface="Bookman Old Style" pitchFamily="18" charset="0"/>
                <a:cs typeface="Arial"/>
              </a:rPr>
              <a:t>the need </a:t>
            </a:r>
            <a:r>
              <a:rPr sz="2400" spc="5" dirty="0">
                <a:latin typeface="Bookman Old Style" pitchFamily="18" charset="0"/>
                <a:cs typeface="Arial"/>
              </a:rPr>
              <a:t>to </a:t>
            </a:r>
            <a:r>
              <a:rPr sz="2400" spc="10" dirty="0">
                <a:latin typeface="Bookman Old Style" pitchFamily="18" charset="0"/>
                <a:cs typeface="Arial"/>
              </a:rPr>
              <a:t>provide a </a:t>
            </a:r>
            <a:r>
              <a:rPr sz="2400" spc="15" dirty="0">
                <a:latin typeface="Bookman Old Style" pitchFamily="18" charset="0"/>
                <a:cs typeface="Arial"/>
              </a:rPr>
              <a:t> </a:t>
            </a:r>
            <a:r>
              <a:rPr sz="2400" spc="10" dirty="0">
                <a:latin typeface="Bookman Old Style" pitchFamily="18" charset="0"/>
                <a:cs typeface="Arial"/>
              </a:rPr>
              <a:t>common </a:t>
            </a:r>
            <a:r>
              <a:rPr sz="2400" spc="5" dirty="0">
                <a:latin typeface="Bookman Old Style" pitchFamily="18" charset="0"/>
                <a:cs typeface="Arial"/>
              </a:rPr>
              <a:t>industry</a:t>
            </a:r>
            <a:r>
              <a:rPr sz="2400" spc="10" dirty="0">
                <a:latin typeface="Bookman Old Style" pitchFamily="18" charset="0"/>
                <a:cs typeface="Arial"/>
              </a:rPr>
              <a:t> framework </a:t>
            </a:r>
            <a:r>
              <a:rPr sz="2400" spc="5" dirty="0">
                <a:latin typeface="Bookman Old Style" pitchFamily="18" charset="0"/>
                <a:cs typeface="Arial"/>
              </a:rPr>
              <a:t>for</a:t>
            </a:r>
            <a:r>
              <a:rPr sz="2400" spc="10" dirty="0">
                <a:latin typeface="Bookman Old Style" pitchFamily="18" charset="0"/>
                <a:cs typeface="Arial"/>
              </a:rPr>
              <a:t> </a:t>
            </a:r>
            <a:r>
              <a:rPr sz="2400" spc="5" dirty="0">
                <a:latin typeface="Bookman Old Style" pitchFamily="18" charset="0"/>
                <a:cs typeface="Arial"/>
              </a:rPr>
              <a:t>rapid</a:t>
            </a:r>
            <a:r>
              <a:rPr sz="2400" spc="10" dirty="0">
                <a:latin typeface="Bookman Old Style" pitchFamily="18" charset="0"/>
                <a:cs typeface="Arial"/>
              </a:rPr>
              <a:t> software </a:t>
            </a:r>
            <a:r>
              <a:rPr sz="2400" spc="-5" dirty="0">
                <a:latin typeface="Bookman Old Style" pitchFamily="18" charset="0"/>
                <a:cs typeface="Arial"/>
              </a:rPr>
              <a:t>delivery.</a:t>
            </a:r>
            <a:r>
              <a:rPr sz="2400" spc="15" dirty="0">
                <a:latin typeface="Bookman Old Style" pitchFamily="18" charset="0"/>
                <a:cs typeface="Arial"/>
              </a:rPr>
              <a:t> </a:t>
            </a:r>
            <a:r>
              <a:rPr sz="2400" spc="10" dirty="0">
                <a:latin typeface="Bookman Old Style" pitchFamily="18" charset="0"/>
                <a:cs typeface="Arial"/>
              </a:rPr>
              <a:t>Part </a:t>
            </a:r>
            <a:r>
              <a:rPr sz="2400" spc="5" dirty="0">
                <a:latin typeface="Bookman Old Style" pitchFamily="18" charset="0"/>
                <a:cs typeface="Arial"/>
              </a:rPr>
              <a:t>of</a:t>
            </a:r>
            <a:r>
              <a:rPr sz="2400" spc="10" dirty="0">
                <a:latin typeface="Bookman Old Style" pitchFamily="18" charset="0"/>
                <a:cs typeface="Arial"/>
              </a:rPr>
              <a:t> </a:t>
            </a:r>
            <a:r>
              <a:rPr sz="2400" spc="15" dirty="0">
                <a:latin typeface="Bookman Old Style" pitchFamily="18" charset="0"/>
                <a:cs typeface="Arial"/>
              </a:rPr>
              <a:t>DSDM</a:t>
            </a:r>
            <a:r>
              <a:rPr sz="2400" spc="10" dirty="0">
                <a:latin typeface="Bookman Old Style" pitchFamily="18" charset="0"/>
                <a:cs typeface="Arial"/>
              </a:rPr>
              <a:t> </a:t>
            </a:r>
            <a:r>
              <a:rPr sz="2400" spc="5" dirty="0">
                <a:latin typeface="Bookman Old Style" pitchFamily="18" charset="0"/>
                <a:cs typeface="Arial"/>
              </a:rPr>
              <a:t>is</a:t>
            </a:r>
            <a:r>
              <a:rPr sz="2400" spc="10" dirty="0">
                <a:latin typeface="Bookman Old Style" pitchFamily="18" charset="0"/>
                <a:cs typeface="Arial"/>
              </a:rPr>
              <a:t> the mandate</a:t>
            </a:r>
            <a:r>
              <a:rPr sz="2400" spc="15" dirty="0">
                <a:latin typeface="Bookman Old Style" pitchFamily="18" charset="0"/>
                <a:cs typeface="Arial"/>
              </a:rPr>
              <a:t> </a:t>
            </a:r>
            <a:r>
              <a:rPr sz="2400" spc="5" dirty="0">
                <a:latin typeface="Bookman Old Style" pitchFamily="18" charset="0"/>
                <a:cs typeface="Arial"/>
              </a:rPr>
              <a:t>that</a:t>
            </a:r>
            <a:r>
              <a:rPr sz="2400" spc="10" dirty="0">
                <a:latin typeface="Bookman Old Style" pitchFamily="18" charset="0"/>
                <a:cs typeface="Arial"/>
              </a:rPr>
              <a:t> rework </a:t>
            </a:r>
            <a:r>
              <a:rPr sz="2400" spc="-390" dirty="0">
                <a:latin typeface="Bookman Old Style" pitchFamily="18" charset="0"/>
                <a:cs typeface="Arial"/>
              </a:rPr>
              <a:t> </a:t>
            </a:r>
            <a:r>
              <a:rPr sz="2400" spc="5" dirty="0">
                <a:latin typeface="Bookman Old Style" pitchFamily="18" charset="0"/>
                <a:cs typeface="Arial"/>
              </a:rPr>
              <a:t>is</a:t>
            </a:r>
            <a:r>
              <a:rPr sz="2400" spc="10" dirty="0">
                <a:latin typeface="Bookman Old Style" pitchFamily="18" charset="0"/>
                <a:cs typeface="Arial"/>
              </a:rPr>
              <a:t> </a:t>
            </a:r>
            <a:r>
              <a:rPr sz="2400" spc="5" dirty="0">
                <a:latin typeface="Bookman Old Style" pitchFamily="18" charset="0"/>
                <a:cs typeface="Arial"/>
              </a:rPr>
              <a:t>to</a:t>
            </a:r>
            <a:r>
              <a:rPr sz="2400" spc="10" dirty="0">
                <a:latin typeface="Bookman Old Style" pitchFamily="18" charset="0"/>
                <a:cs typeface="Arial"/>
              </a:rPr>
              <a:t> be expected, and any development changes </a:t>
            </a:r>
            <a:r>
              <a:rPr sz="2400" spc="5" dirty="0">
                <a:latin typeface="Bookman Old Style" pitchFamily="18" charset="0"/>
                <a:cs typeface="Arial"/>
              </a:rPr>
              <a:t>that</a:t>
            </a:r>
            <a:r>
              <a:rPr sz="2400" spc="10" dirty="0">
                <a:latin typeface="Bookman Old Style" pitchFamily="18" charset="0"/>
                <a:cs typeface="Arial"/>
              </a:rPr>
              <a:t> occur must be </a:t>
            </a:r>
            <a:r>
              <a:rPr sz="2400" spc="5" dirty="0">
                <a:latin typeface="Bookman Old Style" pitchFamily="18" charset="0"/>
                <a:cs typeface="Arial"/>
              </a:rPr>
              <a:t>reversible.This</a:t>
            </a:r>
            <a:r>
              <a:rPr sz="2400" spc="10" dirty="0">
                <a:latin typeface="Bookman Old Style" pitchFamily="18" charset="0"/>
                <a:cs typeface="Arial"/>
              </a:rPr>
              <a:t> framework </a:t>
            </a:r>
            <a:r>
              <a:rPr sz="2400" spc="5" dirty="0">
                <a:latin typeface="Bookman Old Style" pitchFamily="18" charset="0"/>
                <a:cs typeface="Arial"/>
              </a:rPr>
              <a:t>is </a:t>
            </a:r>
            <a:r>
              <a:rPr sz="2400" spc="-385" dirty="0">
                <a:latin typeface="Bookman Old Style" pitchFamily="18" charset="0"/>
                <a:cs typeface="Arial"/>
              </a:rPr>
              <a:t> </a:t>
            </a:r>
            <a:r>
              <a:rPr sz="2400" spc="10" dirty="0">
                <a:latin typeface="Bookman Old Style" pitchFamily="18" charset="0"/>
                <a:cs typeface="Arial"/>
              </a:rPr>
              <a:t>based</a:t>
            </a:r>
            <a:r>
              <a:rPr sz="2400" dirty="0">
                <a:latin typeface="Bookman Old Style" pitchFamily="18" charset="0"/>
                <a:cs typeface="Arial"/>
              </a:rPr>
              <a:t> </a:t>
            </a:r>
            <a:r>
              <a:rPr sz="2400" spc="10" dirty="0">
                <a:latin typeface="Bookman Old Style" pitchFamily="18" charset="0"/>
                <a:cs typeface="Arial"/>
              </a:rPr>
              <a:t>on</a:t>
            </a:r>
            <a:r>
              <a:rPr sz="2400" spc="5" dirty="0">
                <a:latin typeface="Bookman Old Style" pitchFamily="18" charset="0"/>
                <a:cs typeface="Arial"/>
              </a:rPr>
              <a:t> eight </a:t>
            </a:r>
            <a:r>
              <a:rPr sz="2400" spc="10" dirty="0">
                <a:latin typeface="Bookman Old Style" pitchFamily="18" charset="0"/>
                <a:cs typeface="Arial"/>
              </a:rPr>
              <a:t>key</a:t>
            </a:r>
            <a:r>
              <a:rPr sz="2400" spc="5" dirty="0">
                <a:latin typeface="Bookman Old Style" pitchFamily="18" charset="0"/>
                <a:cs typeface="Arial"/>
              </a:rPr>
              <a:t> principles:</a:t>
            </a:r>
            <a:endParaRPr sz="2400">
              <a:latin typeface="Bookman Old Style" pitchFamily="18" charset="0"/>
              <a:cs typeface="Arial"/>
            </a:endParaRPr>
          </a:p>
          <a:p>
            <a:pPr marL="457200" lvl="2">
              <a:buChar char="•"/>
              <a:tabLst>
                <a:tab pos="1561465" algn="l"/>
                <a:tab pos="1562100" algn="l"/>
              </a:tabLst>
            </a:pPr>
            <a:r>
              <a:rPr sz="2400" spc="10" dirty="0">
                <a:latin typeface="Bookman Old Style" pitchFamily="18" charset="0"/>
                <a:cs typeface="Arial"/>
              </a:rPr>
              <a:t>Focus</a:t>
            </a:r>
            <a:r>
              <a:rPr sz="2400" spc="-15" dirty="0">
                <a:latin typeface="Bookman Old Style" pitchFamily="18" charset="0"/>
                <a:cs typeface="Arial"/>
              </a:rPr>
              <a:t> </a:t>
            </a:r>
            <a:r>
              <a:rPr sz="2400" spc="10" dirty="0">
                <a:latin typeface="Bookman Old Style" pitchFamily="18" charset="0"/>
                <a:cs typeface="Arial"/>
              </a:rPr>
              <a:t>on</a:t>
            </a:r>
            <a:r>
              <a:rPr sz="2400" spc="-10" dirty="0">
                <a:latin typeface="Bookman Old Style" pitchFamily="18" charset="0"/>
                <a:cs typeface="Arial"/>
              </a:rPr>
              <a:t> </a:t>
            </a:r>
            <a:r>
              <a:rPr sz="2400" spc="10" dirty="0">
                <a:latin typeface="Bookman Old Style" pitchFamily="18" charset="0"/>
                <a:cs typeface="Arial"/>
              </a:rPr>
              <a:t>the</a:t>
            </a:r>
            <a:r>
              <a:rPr sz="2400" spc="-10" dirty="0">
                <a:latin typeface="Bookman Old Style" pitchFamily="18" charset="0"/>
                <a:cs typeface="Arial"/>
              </a:rPr>
              <a:t> </a:t>
            </a:r>
            <a:r>
              <a:rPr sz="2400" spc="10">
                <a:latin typeface="Bookman Old Style" pitchFamily="18" charset="0"/>
                <a:cs typeface="Arial"/>
              </a:rPr>
              <a:t>business</a:t>
            </a:r>
            <a:r>
              <a:rPr sz="2400" spc="-10">
                <a:latin typeface="Bookman Old Style" pitchFamily="18" charset="0"/>
                <a:cs typeface="Arial"/>
              </a:rPr>
              <a:t> </a:t>
            </a:r>
            <a:r>
              <a:rPr sz="2400" spc="10">
                <a:latin typeface="Bookman Old Style" pitchFamily="18" charset="0"/>
                <a:cs typeface="Arial"/>
              </a:rPr>
              <a:t>need</a:t>
            </a:r>
            <a:endParaRPr sz="2400">
              <a:latin typeface="Bookman Old Style" pitchFamily="18" charset="0"/>
              <a:cs typeface="Arial"/>
            </a:endParaRPr>
          </a:p>
          <a:p>
            <a:pPr marL="457200" lvl="2">
              <a:buChar char="•"/>
              <a:tabLst>
                <a:tab pos="1561465" algn="l"/>
                <a:tab pos="1562100" algn="l"/>
              </a:tabLst>
            </a:pPr>
            <a:r>
              <a:rPr sz="2400" spc="5" dirty="0">
                <a:latin typeface="Bookman Old Style" pitchFamily="18" charset="0"/>
                <a:cs typeface="Arial"/>
              </a:rPr>
              <a:t>Deliver</a:t>
            </a:r>
            <a:r>
              <a:rPr sz="2400" spc="-10" dirty="0">
                <a:latin typeface="Bookman Old Style" pitchFamily="18" charset="0"/>
                <a:cs typeface="Arial"/>
              </a:rPr>
              <a:t> </a:t>
            </a:r>
            <a:r>
              <a:rPr sz="2400" spc="10">
                <a:latin typeface="Bookman Old Style" pitchFamily="18" charset="0"/>
                <a:cs typeface="Arial"/>
              </a:rPr>
              <a:t>on</a:t>
            </a:r>
            <a:r>
              <a:rPr sz="2400" spc="-10">
                <a:latin typeface="Bookman Old Style" pitchFamily="18" charset="0"/>
                <a:cs typeface="Arial"/>
              </a:rPr>
              <a:t> </a:t>
            </a:r>
            <a:r>
              <a:rPr sz="2400" spc="5">
                <a:latin typeface="Bookman Old Style" pitchFamily="18" charset="0"/>
                <a:cs typeface="Arial"/>
              </a:rPr>
              <a:t>time</a:t>
            </a:r>
            <a:endParaRPr sz="2400">
              <a:latin typeface="Bookman Old Style" pitchFamily="18" charset="0"/>
              <a:cs typeface="Arial"/>
            </a:endParaRPr>
          </a:p>
          <a:p>
            <a:pPr marL="457200" lvl="2">
              <a:buChar char="•"/>
              <a:tabLst>
                <a:tab pos="1561465" algn="l"/>
                <a:tab pos="1562100" algn="l"/>
              </a:tabLst>
            </a:pPr>
            <a:r>
              <a:rPr sz="2400" spc="5">
                <a:latin typeface="Bookman Old Style" pitchFamily="18" charset="0"/>
                <a:cs typeface="Arial"/>
              </a:rPr>
              <a:t>Collaborate</a:t>
            </a:r>
            <a:endParaRPr sz="2400">
              <a:latin typeface="Bookman Old Style" pitchFamily="18" charset="0"/>
              <a:cs typeface="Arial"/>
            </a:endParaRPr>
          </a:p>
          <a:p>
            <a:pPr marL="457200" lvl="2">
              <a:buChar char="•"/>
              <a:tabLst>
                <a:tab pos="1561465" algn="l"/>
                <a:tab pos="1562100" algn="l"/>
              </a:tabLst>
            </a:pPr>
            <a:r>
              <a:rPr sz="2400" spc="10" dirty="0">
                <a:latin typeface="Bookman Old Style" pitchFamily="18" charset="0"/>
                <a:cs typeface="Arial"/>
              </a:rPr>
              <a:t>Never</a:t>
            </a:r>
            <a:r>
              <a:rPr sz="2400" spc="-15" dirty="0">
                <a:latin typeface="Bookman Old Style" pitchFamily="18" charset="0"/>
                <a:cs typeface="Arial"/>
              </a:rPr>
              <a:t> </a:t>
            </a:r>
            <a:r>
              <a:rPr sz="2400" spc="10">
                <a:latin typeface="Bookman Old Style" pitchFamily="18" charset="0"/>
                <a:cs typeface="Arial"/>
              </a:rPr>
              <a:t>compromise</a:t>
            </a:r>
            <a:r>
              <a:rPr sz="2400" spc="-10">
                <a:latin typeface="Bookman Old Style" pitchFamily="18" charset="0"/>
                <a:cs typeface="Arial"/>
              </a:rPr>
              <a:t> </a:t>
            </a:r>
            <a:r>
              <a:rPr sz="2400" spc="5">
                <a:latin typeface="Bookman Old Style" pitchFamily="18" charset="0"/>
                <a:cs typeface="Arial"/>
              </a:rPr>
              <a:t>quality</a:t>
            </a:r>
            <a:endParaRPr sz="2400">
              <a:latin typeface="Bookman Old Style" pitchFamily="18" charset="0"/>
              <a:cs typeface="Arial"/>
            </a:endParaRPr>
          </a:p>
          <a:p>
            <a:pPr marL="457200" lvl="2">
              <a:buChar char="•"/>
              <a:tabLst>
                <a:tab pos="1561465" algn="l"/>
                <a:tab pos="1562100" algn="l"/>
              </a:tabLst>
            </a:pPr>
            <a:r>
              <a:rPr sz="2400" spc="5" dirty="0">
                <a:latin typeface="Bookman Old Style" pitchFamily="18" charset="0"/>
                <a:cs typeface="Arial"/>
              </a:rPr>
              <a:t>Build</a:t>
            </a:r>
            <a:r>
              <a:rPr sz="2400" dirty="0">
                <a:latin typeface="Bookman Old Style" pitchFamily="18" charset="0"/>
                <a:cs typeface="Arial"/>
              </a:rPr>
              <a:t> </a:t>
            </a:r>
            <a:r>
              <a:rPr sz="2400" spc="10" dirty="0">
                <a:latin typeface="Bookman Old Style" pitchFamily="18" charset="0"/>
                <a:cs typeface="Arial"/>
              </a:rPr>
              <a:t>incrementally</a:t>
            </a:r>
            <a:r>
              <a:rPr sz="2400" spc="5" dirty="0">
                <a:latin typeface="Bookman Old Style" pitchFamily="18" charset="0"/>
                <a:cs typeface="Arial"/>
              </a:rPr>
              <a:t> </a:t>
            </a:r>
            <a:r>
              <a:rPr sz="2400" spc="10" dirty="0">
                <a:latin typeface="Bookman Old Style" pitchFamily="18" charset="0"/>
                <a:cs typeface="Arial"/>
              </a:rPr>
              <a:t>from</a:t>
            </a:r>
            <a:r>
              <a:rPr sz="2400" dirty="0">
                <a:latin typeface="Bookman Old Style" pitchFamily="18" charset="0"/>
                <a:cs typeface="Arial"/>
              </a:rPr>
              <a:t> </a:t>
            </a:r>
            <a:r>
              <a:rPr sz="2400" spc="5">
                <a:latin typeface="Bookman Old Style" pitchFamily="18" charset="0"/>
                <a:cs typeface="Arial"/>
              </a:rPr>
              <a:t>firm foundations</a:t>
            </a:r>
            <a:endParaRPr sz="2400">
              <a:latin typeface="Bookman Old Style" pitchFamily="18" charset="0"/>
              <a:cs typeface="Arial"/>
            </a:endParaRPr>
          </a:p>
          <a:p>
            <a:pPr marL="457200" lvl="2">
              <a:buChar char="•"/>
              <a:tabLst>
                <a:tab pos="1561465" algn="l"/>
                <a:tab pos="1562100" algn="l"/>
              </a:tabLst>
            </a:pPr>
            <a:r>
              <a:rPr sz="2400" spc="10">
                <a:latin typeface="Bookman Old Style" pitchFamily="18" charset="0"/>
                <a:cs typeface="Arial"/>
              </a:rPr>
              <a:t>Develop</a:t>
            </a:r>
            <a:r>
              <a:rPr sz="2400" spc="-25">
                <a:latin typeface="Bookman Old Style" pitchFamily="18" charset="0"/>
                <a:cs typeface="Arial"/>
              </a:rPr>
              <a:t> </a:t>
            </a:r>
            <a:r>
              <a:rPr sz="2400" spc="5">
                <a:latin typeface="Bookman Old Style" pitchFamily="18" charset="0"/>
                <a:cs typeface="Arial"/>
              </a:rPr>
              <a:t>iteratively</a:t>
            </a:r>
            <a:endParaRPr sz="2400">
              <a:latin typeface="Bookman Old Style" pitchFamily="18" charset="0"/>
              <a:cs typeface="Arial"/>
            </a:endParaRPr>
          </a:p>
          <a:p>
            <a:pPr marL="457200" lvl="2">
              <a:buChar char="•"/>
              <a:tabLst>
                <a:tab pos="1561465" algn="l"/>
                <a:tab pos="1562100" algn="l"/>
              </a:tabLst>
            </a:pPr>
            <a:r>
              <a:rPr sz="2400" spc="10" dirty="0">
                <a:latin typeface="Bookman Old Style" pitchFamily="18" charset="0"/>
                <a:cs typeface="Arial"/>
              </a:rPr>
              <a:t>Communicate</a:t>
            </a:r>
            <a:r>
              <a:rPr sz="2400" spc="-5" dirty="0">
                <a:latin typeface="Bookman Old Style" pitchFamily="18" charset="0"/>
                <a:cs typeface="Arial"/>
              </a:rPr>
              <a:t> </a:t>
            </a:r>
            <a:r>
              <a:rPr sz="2400" spc="10" dirty="0">
                <a:latin typeface="Bookman Old Style" pitchFamily="18" charset="0"/>
                <a:cs typeface="Arial"/>
              </a:rPr>
              <a:t>continuously</a:t>
            </a:r>
            <a:r>
              <a:rPr sz="2400" spc="-5" dirty="0">
                <a:latin typeface="Bookman Old Style" pitchFamily="18" charset="0"/>
                <a:cs typeface="Arial"/>
              </a:rPr>
              <a:t> </a:t>
            </a:r>
            <a:r>
              <a:rPr sz="2400" spc="10">
                <a:latin typeface="Bookman Old Style" pitchFamily="18" charset="0"/>
                <a:cs typeface="Arial"/>
              </a:rPr>
              <a:t>and</a:t>
            </a:r>
            <a:r>
              <a:rPr sz="2400" spc="-5">
                <a:latin typeface="Bookman Old Style" pitchFamily="18" charset="0"/>
                <a:cs typeface="Arial"/>
              </a:rPr>
              <a:t> </a:t>
            </a:r>
            <a:r>
              <a:rPr sz="2400" spc="5">
                <a:latin typeface="Bookman Old Style" pitchFamily="18" charset="0"/>
                <a:cs typeface="Arial"/>
              </a:rPr>
              <a:t>clearly</a:t>
            </a:r>
            <a:endParaRPr sz="2400">
              <a:latin typeface="Bookman Old Style" pitchFamily="18" charset="0"/>
              <a:cs typeface="Arial"/>
            </a:endParaRPr>
          </a:p>
          <a:p>
            <a:pPr marL="457200" lvl="2">
              <a:buChar char="•"/>
              <a:tabLst>
                <a:tab pos="1561465" algn="l"/>
                <a:tab pos="1562100" algn="l"/>
              </a:tabLst>
            </a:pPr>
            <a:r>
              <a:rPr sz="2400" spc="10" dirty="0">
                <a:latin typeface="Bookman Old Style" pitchFamily="18" charset="0"/>
                <a:cs typeface="Arial"/>
              </a:rPr>
              <a:t>Demonstrate</a:t>
            </a:r>
            <a:r>
              <a:rPr sz="2400" spc="-25" dirty="0">
                <a:latin typeface="Bookman Old Style" pitchFamily="18" charset="0"/>
                <a:cs typeface="Arial"/>
              </a:rPr>
              <a:t> </a:t>
            </a:r>
            <a:r>
              <a:rPr sz="2400" spc="5" dirty="0">
                <a:latin typeface="Bookman Old Style" pitchFamily="18" charset="0"/>
                <a:cs typeface="Arial"/>
              </a:rPr>
              <a:t>control</a:t>
            </a:r>
            <a:endParaRPr sz="2400">
              <a:latin typeface="Bookman Old Style" pitchFamily="18" charset="0"/>
              <a:cs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9" name="object 9"/>
          <p:cNvSpPr txBox="1">
            <a:spLocks noGrp="1"/>
          </p:cNvSpPr>
          <p:nvPr>
            <p:ph type="title"/>
          </p:nvPr>
        </p:nvSpPr>
        <p:spPr>
          <a:xfrm>
            <a:off x="444500" y="1040190"/>
            <a:ext cx="6797675" cy="787400"/>
          </a:xfrm>
          <a:prstGeom prst="rect">
            <a:avLst/>
          </a:prstGeom>
        </p:spPr>
        <p:txBody>
          <a:bodyPr vert="horz" wrap="square" lIns="0" tIns="12700" rIns="0" bIns="0" rtlCol="0">
            <a:spAutoFit/>
          </a:bodyPr>
          <a:lstStyle/>
          <a:p>
            <a:pPr marL="12700">
              <a:lnSpc>
                <a:spcPct val="100000"/>
              </a:lnSpc>
              <a:spcBef>
                <a:spcPts val="100"/>
              </a:spcBef>
              <a:tabLst>
                <a:tab pos="4050665" algn="l"/>
              </a:tabLst>
            </a:pPr>
            <a:r>
              <a:rPr spc="-15" dirty="0"/>
              <a:t>Introduction</a:t>
            </a:r>
            <a:r>
              <a:rPr spc="15" dirty="0"/>
              <a:t> </a:t>
            </a:r>
            <a:r>
              <a:rPr spc="-25" dirty="0"/>
              <a:t>to	</a:t>
            </a:r>
            <a:r>
              <a:rPr spc="-5" dirty="0"/>
              <a:t>Agile</a:t>
            </a:r>
            <a:r>
              <a:rPr spc="-50" dirty="0"/>
              <a:t> </a:t>
            </a:r>
            <a:r>
              <a:rPr spc="-95" dirty="0"/>
              <a:t>Tools</a:t>
            </a: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dirty="0"/>
              <a:pPr marL="38100">
                <a:lnSpc>
                  <a:spcPts val="1425"/>
                </a:lnSpc>
              </a:pPr>
              <a:t>78</a:t>
            </a:fld>
            <a:endParaRPr dirty="0"/>
          </a:p>
        </p:txBody>
      </p:sp>
      <p:sp>
        <p:nvSpPr>
          <p:cNvPr id="10" name="object 10"/>
          <p:cNvSpPr txBox="1"/>
          <p:nvPr/>
        </p:nvSpPr>
        <p:spPr>
          <a:xfrm>
            <a:off x="490219" y="1942961"/>
            <a:ext cx="7691755" cy="4149725"/>
          </a:xfrm>
          <a:prstGeom prst="rect">
            <a:avLst/>
          </a:prstGeom>
        </p:spPr>
        <p:txBody>
          <a:bodyPr vert="horz" wrap="square" lIns="0" tIns="12700" rIns="0" bIns="0" rtlCol="0">
            <a:spAutoFit/>
          </a:bodyPr>
          <a:lstStyle/>
          <a:p>
            <a:pPr marL="287020" marR="5080" indent="-274320">
              <a:lnSpc>
                <a:spcPct val="109000"/>
              </a:lnSpc>
              <a:spcBef>
                <a:spcPts val="100"/>
              </a:spcBef>
              <a:buClr>
                <a:srgbClr val="0BD0D9"/>
              </a:buClr>
              <a:buSzPct val="94230"/>
              <a:buFont typeface="Arial"/>
              <a:buChar char="●"/>
              <a:tabLst>
                <a:tab pos="287020" algn="l"/>
              </a:tabLst>
            </a:pPr>
            <a:r>
              <a:rPr sz="2600" spc="-5" dirty="0">
                <a:latin typeface="Book Antiqua"/>
                <a:cs typeface="Book Antiqua"/>
              </a:rPr>
              <a:t>The Objective</a:t>
            </a:r>
            <a:r>
              <a:rPr sz="2600" dirty="0">
                <a:latin typeface="Book Antiqua"/>
                <a:cs typeface="Book Antiqua"/>
              </a:rPr>
              <a:t> is</a:t>
            </a:r>
            <a:r>
              <a:rPr sz="2600" spc="-5" dirty="0">
                <a:latin typeface="Book Antiqua"/>
                <a:cs typeface="Book Antiqua"/>
              </a:rPr>
              <a:t> </a:t>
            </a:r>
            <a:r>
              <a:rPr sz="2600" dirty="0">
                <a:latin typeface="Book Antiqua"/>
                <a:cs typeface="Book Antiqua"/>
              </a:rPr>
              <a:t>to </a:t>
            </a:r>
            <a:r>
              <a:rPr sz="2600" spc="-5" dirty="0">
                <a:latin typeface="Book Antiqua"/>
                <a:cs typeface="Book Antiqua"/>
              </a:rPr>
              <a:t>help</a:t>
            </a:r>
            <a:r>
              <a:rPr sz="2600" dirty="0">
                <a:latin typeface="Book Antiqua"/>
                <a:cs typeface="Book Antiqua"/>
              </a:rPr>
              <a:t> </a:t>
            </a:r>
            <a:r>
              <a:rPr sz="2600" spc="-5" dirty="0">
                <a:latin typeface="Book Antiqua"/>
                <a:cs typeface="Book Antiqua"/>
              </a:rPr>
              <a:t>in one </a:t>
            </a:r>
            <a:r>
              <a:rPr sz="2600" dirty="0">
                <a:latin typeface="Book Antiqua"/>
                <a:cs typeface="Book Antiqua"/>
              </a:rPr>
              <a:t>or</a:t>
            </a:r>
            <a:r>
              <a:rPr sz="2600" spc="-5" dirty="0">
                <a:latin typeface="Book Antiqua"/>
                <a:cs typeface="Book Antiqua"/>
              </a:rPr>
              <a:t> </a:t>
            </a:r>
            <a:r>
              <a:rPr sz="2600" spc="-15" dirty="0">
                <a:latin typeface="Book Antiqua"/>
                <a:cs typeface="Book Antiqua"/>
              </a:rPr>
              <a:t>more</a:t>
            </a:r>
            <a:r>
              <a:rPr sz="2600" dirty="0">
                <a:latin typeface="Book Antiqua"/>
                <a:cs typeface="Book Antiqua"/>
              </a:rPr>
              <a:t> </a:t>
            </a:r>
            <a:r>
              <a:rPr sz="2600" spc="-5" dirty="0">
                <a:latin typeface="Book Antiqua"/>
                <a:cs typeface="Book Antiqua"/>
              </a:rPr>
              <a:t>activities in </a:t>
            </a:r>
            <a:r>
              <a:rPr sz="2600" spc="-635" dirty="0">
                <a:latin typeface="Book Antiqua"/>
                <a:cs typeface="Book Antiqua"/>
              </a:rPr>
              <a:t> </a:t>
            </a:r>
            <a:r>
              <a:rPr sz="2600" spc="-5" dirty="0">
                <a:latin typeface="Book Antiqua"/>
                <a:cs typeface="Book Antiqua"/>
              </a:rPr>
              <a:t>agile</a:t>
            </a:r>
            <a:r>
              <a:rPr sz="2600" spc="-10" dirty="0">
                <a:latin typeface="Book Antiqua"/>
                <a:cs typeface="Book Antiqua"/>
              </a:rPr>
              <a:t> </a:t>
            </a:r>
            <a:r>
              <a:rPr sz="2600" spc="-5" dirty="0">
                <a:latin typeface="Book Antiqua"/>
                <a:cs typeface="Book Antiqua"/>
              </a:rPr>
              <a:t>development.</a:t>
            </a:r>
            <a:endParaRPr sz="2600">
              <a:latin typeface="Book Antiqua"/>
              <a:cs typeface="Book Antiqua"/>
            </a:endParaRPr>
          </a:p>
          <a:p>
            <a:pPr marL="287020" marR="159385" indent="-274320">
              <a:lnSpc>
                <a:spcPct val="109000"/>
              </a:lnSpc>
              <a:spcBef>
                <a:spcPts val="620"/>
              </a:spcBef>
              <a:buClr>
                <a:srgbClr val="0BD0D9"/>
              </a:buClr>
              <a:buSzPct val="94230"/>
              <a:buFont typeface="Arial"/>
              <a:buChar char="●"/>
              <a:tabLst>
                <a:tab pos="287020" algn="l"/>
              </a:tabLst>
            </a:pPr>
            <a:r>
              <a:rPr sz="2600" spc="-5" dirty="0">
                <a:latin typeface="Book Antiqua"/>
                <a:cs typeface="Book Antiqua"/>
              </a:rPr>
              <a:t>Automated</a:t>
            </a:r>
            <a:r>
              <a:rPr sz="2600" spc="-10" dirty="0">
                <a:latin typeface="Book Antiqua"/>
                <a:cs typeface="Book Antiqua"/>
              </a:rPr>
              <a:t> </a:t>
            </a:r>
            <a:r>
              <a:rPr sz="2600" spc="-5" dirty="0">
                <a:latin typeface="Book Antiqua"/>
                <a:cs typeface="Book Antiqua"/>
              </a:rPr>
              <a:t>support</a:t>
            </a:r>
            <a:r>
              <a:rPr sz="2600" dirty="0">
                <a:latin typeface="Book Antiqua"/>
                <a:cs typeface="Book Antiqua"/>
              </a:rPr>
              <a:t> </a:t>
            </a:r>
            <a:r>
              <a:rPr sz="2600" spc="-5" dirty="0">
                <a:latin typeface="Book Antiqua"/>
                <a:cs typeface="Book Antiqua"/>
              </a:rPr>
              <a:t>for </a:t>
            </a:r>
            <a:r>
              <a:rPr sz="2600" spc="-10" dirty="0">
                <a:latin typeface="Book Antiqua"/>
                <a:cs typeface="Book Antiqua"/>
              </a:rPr>
              <a:t>project</a:t>
            </a:r>
            <a:r>
              <a:rPr sz="2600" dirty="0">
                <a:latin typeface="Book Antiqua"/>
                <a:cs typeface="Book Antiqua"/>
              </a:rPr>
              <a:t> planning, </a:t>
            </a:r>
            <a:r>
              <a:rPr sz="2600" spc="-5" dirty="0">
                <a:latin typeface="Book Antiqua"/>
                <a:cs typeface="Book Antiqua"/>
              </a:rPr>
              <a:t>use</a:t>
            </a:r>
            <a:r>
              <a:rPr sz="2600" dirty="0">
                <a:latin typeface="Book Antiqua"/>
                <a:cs typeface="Book Antiqua"/>
              </a:rPr>
              <a:t> </a:t>
            </a:r>
            <a:r>
              <a:rPr sz="2600" spc="-5" dirty="0">
                <a:latin typeface="Book Antiqua"/>
                <a:cs typeface="Book Antiqua"/>
              </a:rPr>
              <a:t>case </a:t>
            </a:r>
            <a:r>
              <a:rPr sz="2600" spc="-635" dirty="0">
                <a:latin typeface="Book Antiqua"/>
                <a:cs typeface="Book Antiqua"/>
              </a:rPr>
              <a:t> </a:t>
            </a:r>
            <a:r>
              <a:rPr sz="2600" spc="-5" dirty="0">
                <a:latin typeface="Book Antiqua"/>
                <a:cs typeface="Book Antiqua"/>
              </a:rPr>
              <a:t>development,</a:t>
            </a:r>
            <a:r>
              <a:rPr sz="2600" dirty="0">
                <a:latin typeface="Book Antiqua"/>
                <a:cs typeface="Book Antiqua"/>
              </a:rPr>
              <a:t> </a:t>
            </a:r>
            <a:r>
              <a:rPr sz="2600" spc="-15" dirty="0">
                <a:latin typeface="Book Antiqua"/>
                <a:cs typeface="Book Antiqua"/>
              </a:rPr>
              <a:t>requirement</a:t>
            </a:r>
            <a:r>
              <a:rPr sz="2600" dirty="0">
                <a:latin typeface="Book Antiqua"/>
                <a:cs typeface="Book Antiqua"/>
              </a:rPr>
              <a:t> </a:t>
            </a:r>
            <a:r>
              <a:rPr sz="2600" spc="-5" dirty="0">
                <a:latin typeface="Book Antiqua"/>
                <a:cs typeface="Book Antiqua"/>
              </a:rPr>
              <a:t>gathering,</a:t>
            </a:r>
            <a:r>
              <a:rPr sz="2600" spc="5" dirty="0">
                <a:latin typeface="Book Antiqua"/>
                <a:cs typeface="Book Antiqua"/>
              </a:rPr>
              <a:t> </a:t>
            </a:r>
            <a:r>
              <a:rPr sz="2600" spc="-5" dirty="0">
                <a:latin typeface="Book Antiqua"/>
                <a:cs typeface="Book Antiqua"/>
              </a:rPr>
              <a:t>code </a:t>
            </a:r>
            <a:r>
              <a:rPr sz="2600" dirty="0">
                <a:latin typeface="Book Antiqua"/>
                <a:cs typeface="Book Antiqua"/>
              </a:rPr>
              <a:t> </a:t>
            </a:r>
            <a:r>
              <a:rPr sz="2600" spc="-5" dirty="0">
                <a:latin typeface="Book Antiqua"/>
                <a:cs typeface="Book Antiqua"/>
              </a:rPr>
              <a:t>generation</a:t>
            </a:r>
            <a:r>
              <a:rPr sz="2600" spc="-10" dirty="0">
                <a:latin typeface="Book Antiqua"/>
                <a:cs typeface="Book Antiqua"/>
              </a:rPr>
              <a:t> </a:t>
            </a:r>
            <a:r>
              <a:rPr sz="2600" dirty="0">
                <a:latin typeface="Book Antiqua"/>
                <a:cs typeface="Book Antiqua"/>
              </a:rPr>
              <a:t>and</a:t>
            </a:r>
            <a:r>
              <a:rPr sz="2600" spc="-5" dirty="0">
                <a:latin typeface="Book Antiqua"/>
                <a:cs typeface="Book Antiqua"/>
              </a:rPr>
              <a:t> testing.</a:t>
            </a:r>
            <a:endParaRPr sz="2600">
              <a:latin typeface="Book Antiqua"/>
              <a:cs typeface="Book Antiqua"/>
            </a:endParaRPr>
          </a:p>
          <a:p>
            <a:pPr marL="287020" indent="-274320">
              <a:lnSpc>
                <a:spcPct val="100000"/>
              </a:lnSpc>
              <a:spcBef>
                <a:spcPts val="905"/>
              </a:spcBef>
              <a:buClr>
                <a:srgbClr val="0BD0D9"/>
              </a:buClr>
              <a:buSzPct val="94230"/>
              <a:buFont typeface="Arial"/>
              <a:buChar char="●"/>
              <a:tabLst>
                <a:tab pos="287020" algn="l"/>
              </a:tabLst>
            </a:pPr>
            <a:r>
              <a:rPr sz="2600" spc="-10" dirty="0">
                <a:latin typeface="Book Antiqua"/>
                <a:cs typeface="Book Antiqua"/>
              </a:rPr>
              <a:t>Project</a:t>
            </a:r>
            <a:r>
              <a:rPr sz="2600" dirty="0">
                <a:latin typeface="Book Antiqua"/>
                <a:cs typeface="Book Antiqua"/>
              </a:rPr>
              <a:t> </a:t>
            </a:r>
            <a:r>
              <a:rPr sz="2600" spc="-5" dirty="0">
                <a:latin typeface="Book Antiqua"/>
                <a:cs typeface="Book Antiqua"/>
              </a:rPr>
              <a:t>management</a:t>
            </a:r>
            <a:r>
              <a:rPr sz="2600" dirty="0">
                <a:latin typeface="Book Antiqua"/>
                <a:cs typeface="Book Antiqua"/>
              </a:rPr>
              <a:t> tools</a:t>
            </a:r>
            <a:r>
              <a:rPr sz="2600" spc="-5" dirty="0">
                <a:latin typeface="Book Antiqua"/>
                <a:cs typeface="Book Antiqua"/>
              </a:rPr>
              <a:t> focus</a:t>
            </a:r>
            <a:r>
              <a:rPr sz="2600" dirty="0">
                <a:latin typeface="Book Antiqua"/>
                <a:cs typeface="Book Antiqua"/>
              </a:rPr>
              <a:t> on</a:t>
            </a:r>
            <a:r>
              <a:rPr sz="2600" spc="-5" dirty="0">
                <a:latin typeface="Book Antiqua"/>
                <a:cs typeface="Book Antiqua"/>
              </a:rPr>
              <a:t> </a:t>
            </a:r>
            <a:r>
              <a:rPr sz="2600" spc="-10" dirty="0">
                <a:latin typeface="Book Antiqua"/>
                <a:cs typeface="Book Antiqua"/>
              </a:rPr>
              <a:t>preparing</a:t>
            </a:r>
            <a:endParaRPr sz="2600">
              <a:latin typeface="Book Antiqua"/>
              <a:cs typeface="Book Antiqua"/>
            </a:endParaRPr>
          </a:p>
          <a:p>
            <a:pPr marL="287020" marR="24765">
              <a:lnSpc>
                <a:spcPct val="109000"/>
              </a:lnSpc>
            </a:pPr>
            <a:r>
              <a:rPr sz="2600" spc="-5" dirty="0">
                <a:latin typeface="Verdana"/>
                <a:cs typeface="Verdana"/>
              </a:rPr>
              <a:t>―</a:t>
            </a:r>
            <a:r>
              <a:rPr sz="2600" i="1" spc="-5" dirty="0">
                <a:latin typeface="Palatino Linotype"/>
                <a:cs typeface="Palatino Linotype"/>
              </a:rPr>
              <a:t>Earned </a:t>
            </a:r>
            <a:r>
              <a:rPr sz="2600" i="1" spc="-10" dirty="0">
                <a:latin typeface="Palatino Linotype"/>
                <a:cs typeface="Palatino Linotype"/>
              </a:rPr>
              <a:t>Value </a:t>
            </a:r>
            <a:r>
              <a:rPr sz="2600" i="1" spc="30" dirty="0">
                <a:latin typeface="Palatino Linotype"/>
                <a:cs typeface="Palatino Linotype"/>
              </a:rPr>
              <a:t>Charts</a:t>
            </a:r>
            <a:r>
              <a:rPr sz="2600" i="1" spc="30" dirty="0">
                <a:latin typeface="Arial"/>
                <a:cs typeface="Arial"/>
              </a:rPr>
              <a:t>‖ </a:t>
            </a:r>
            <a:r>
              <a:rPr sz="2600" i="1" spc="-5" dirty="0">
                <a:latin typeface="Palatino Linotype"/>
                <a:cs typeface="Palatino Linotype"/>
              </a:rPr>
              <a:t>instead of </a:t>
            </a:r>
            <a:r>
              <a:rPr sz="2600" i="1" spc="-10" dirty="0">
                <a:latin typeface="Palatino Linotype"/>
                <a:cs typeface="Palatino Linotype"/>
              </a:rPr>
              <a:t>preparing </a:t>
            </a:r>
            <a:r>
              <a:rPr sz="2600" i="1" dirty="0">
                <a:latin typeface="Palatino Linotype"/>
                <a:cs typeface="Palatino Linotype"/>
              </a:rPr>
              <a:t>the </a:t>
            </a:r>
            <a:r>
              <a:rPr sz="2600" i="1" spc="-5" dirty="0">
                <a:latin typeface="Palatino Linotype"/>
                <a:cs typeface="Palatino Linotype"/>
              </a:rPr>
              <a:t>Gantt </a:t>
            </a:r>
            <a:r>
              <a:rPr sz="2600" i="1" spc="-635" dirty="0">
                <a:latin typeface="Palatino Linotype"/>
                <a:cs typeface="Palatino Linotype"/>
              </a:rPr>
              <a:t> </a:t>
            </a:r>
            <a:r>
              <a:rPr sz="2600" i="1" spc="-5" dirty="0">
                <a:latin typeface="Palatino Linotype"/>
                <a:cs typeface="Palatino Linotype"/>
              </a:rPr>
              <a:t>Charts.</a:t>
            </a:r>
            <a:endParaRPr sz="2600">
              <a:latin typeface="Palatino Linotype"/>
              <a:cs typeface="Palatino Linotype"/>
            </a:endParaRPr>
          </a:p>
          <a:p>
            <a:pPr marL="287020" indent="-274320">
              <a:lnSpc>
                <a:spcPct val="100000"/>
              </a:lnSpc>
              <a:spcBef>
                <a:spcPts val="905"/>
              </a:spcBef>
              <a:buClr>
                <a:srgbClr val="0BD0D9"/>
              </a:buClr>
              <a:buSzPct val="94230"/>
              <a:buFont typeface="Arial"/>
              <a:buChar char="●"/>
              <a:tabLst>
                <a:tab pos="287020" algn="l"/>
              </a:tabLst>
            </a:pPr>
            <a:r>
              <a:rPr sz="2600" spc="-5" dirty="0">
                <a:latin typeface="Book Antiqua"/>
                <a:cs typeface="Book Antiqua"/>
              </a:rPr>
              <a:t>Purpose</a:t>
            </a:r>
            <a:r>
              <a:rPr sz="2600" dirty="0">
                <a:latin typeface="Book Antiqua"/>
                <a:cs typeface="Book Antiqua"/>
              </a:rPr>
              <a:t> is</a:t>
            </a:r>
            <a:r>
              <a:rPr sz="2600" spc="-5" dirty="0">
                <a:latin typeface="Book Antiqua"/>
                <a:cs typeface="Book Antiqua"/>
              </a:rPr>
              <a:t> </a:t>
            </a:r>
            <a:r>
              <a:rPr sz="2600" dirty="0">
                <a:latin typeface="Book Antiqua"/>
                <a:cs typeface="Book Antiqua"/>
              </a:rPr>
              <a:t>to</a:t>
            </a:r>
            <a:r>
              <a:rPr sz="2600" spc="5" dirty="0">
                <a:latin typeface="Book Antiqua"/>
                <a:cs typeface="Book Antiqua"/>
              </a:rPr>
              <a:t> </a:t>
            </a:r>
            <a:r>
              <a:rPr sz="2600" spc="-5" dirty="0">
                <a:latin typeface="Book Antiqua"/>
                <a:cs typeface="Book Antiqua"/>
              </a:rPr>
              <a:t>enhance</a:t>
            </a:r>
            <a:r>
              <a:rPr sz="2600" dirty="0">
                <a:latin typeface="Book Antiqua"/>
                <a:cs typeface="Book Antiqua"/>
              </a:rPr>
              <a:t> </a:t>
            </a:r>
            <a:r>
              <a:rPr sz="2600" spc="-5" dirty="0">
                <a:latin typeface="Book Antiqua"/>
                <a:cs typeface="Book Antiqua"/>
              </a:rPr>
              <a:t>the</a:t>
            </a:r>
            <a:r>
              <a:rPr sz="2600" dirty="0">
                <a:latin typeface="Book Antiqua"/>
                <a:cs typeface="Book Antiqua"/>
              </a:rPr>
              <a:t> </a:t>
            </a:r>
            <a:r>
              <a:rPr sz="2600" spc="-10" dirty="0">
                <a:latin typeface="Book Antiqua"/>
                <a:cs typeface="Book Antiqua"/>
              </a:rPr>
              <a:t>environment</a:t>
            </a:r>
            <a:endParaRPr sz="2600">
              <a:latin typeface="Book Antiqua"/>
              <a:cs typeface="Book Antiqua"/>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7620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9" name="object 9"/>
          <p:cNvSpPr txBox="1">
            <a:spLocks noGrp="1"/>
          </p:cNvSpPr>
          <p:nvPr>
            <p:ph type="title"/>
          </p:nvPr>
        </p:nvSpPr>
        <p:spPr>
          <a:xfrm>
            <a:off x="609600" y="838200"/>
            <a:ext cx="1689100" cy="787400"/>
          </a:xfrm>
          <a:prstGeom prst="rect">
            <a:avLst/>
          </a:prstGeom>
        </p:spPr>
        <p:txBody>
          <a:bodyPr vert="horz" wrap="square" lIns="0" tIns="12700" rIns="0" bIns="0" rtlCol="0">
            <a:spAutoFit/>
          </a:bodyPr>
          <a:lstStyle/>
          <a:p>
            <a:pPr marL="12700">
              <a:lnSpc>
                <a:spcPct val="100000"/>
              </a:lnSpc>
              <a:spcBef>
                <a:spcPts val="100"/>
              </a:spcBef>
            </a:pPr>
            <a:r>
              <a:rPr spc="-5" dirty="0"/>
              <a:t>J</a:t>
            </a:r>
            <a:r>
              <a:rPr dirty="0"/>
              <a:t>IRA</a:t>
            </a: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dirty="0"/>
              <a:pPr marL="38100">
                <a:lnSpc>
                  <a:spcPts val="1425"/>
                </a:lnSpc>
              </a:pPr>
              <a:t>79</a:t>
            </a:fld>
            <a:endParaRPr dirty="0"/>
          </a:p>
        </p:txBody>
      </p:sp>
      <p:sp>
        <p:nvSpPr>
          <p:cNvPr id="10" name="object 10"/>
          <p:cNvSpPr txBox="1"/>
          <p:nvPr/>
        </p:nvSpPr>
        <p:spPr>
          <a:xfrm>
            <a:off x="609600" y="1752600"/>
            <a:ext cx="7304405" cy="4319270"/>
          </a:xfrm>
          <a:prstGeom prst="rect">
            <a:avLst/>
          </a:prstGeom>
        </p:spPr>
        <p:txBody>
          <a:bodyPr vert="horz" wrap="square" lIns="0" tIns="33019" rIns="0" bIns="0" rtlCol="0">
            <a:spAutoFit/>
          </a:bodyPr>
          <a:lstStyle/>
          <a:p>
            <a:pPr marL="278765" indent="-266700">
              <a:lnSpc>
                <a:spcPct val="100000"/>
              </a:lnSpc>
              <a:spcBef>
                <a:spcPts val="259"/>
              </a:spcBef>
              <a:buClr>
                <a:srgbClr val="0BD0D9"/>
              </a:buClr>
              <a:buSzPct val="94285"/>
              <a:buFont typeface="Arial"/>
              <a:buChar char="●"/>
              <a:tabLst>
                <a:tab pos="278130" algn="l"/>
                <a:tab pos="279400" algn="l"/>
              </a:tabLst>
            </a:pPr>
            <a:r>
              <a:rPr sz="1750" spc="-5" dirty="0">
                <a:latin typeface="Book Antiqua"/>
                <a:cs typeface="Book Antiqua"/>
              </a:rPr>
              <a:t>Developed</a:t>
            </a:r>
            <a:r>
              <a:rPr sz="1750" spc="-20" dirty="0">
                <a:latin typeface="Book Antiqua"/>
                <a:cs typeface="Book Antiqua"/>
              </a:rPr>
              <a:t> </a:t>
            </a:r>
            <a:r>
              <a:rPr sz="1750" spc="-5" dirty="0">
                <a:latin typeface="Book Antiqua"/>
                <a:cs typeface="Book Antiqua"/>
              </a:rPr>
              <a:t>by</a:t>
            </a:r>
            <a:r>
              <a:rPr sz="1750" spc="-70" dirty="0">
                <a:latin typeface="Book Antiqua"/>
                <a:cs typeface="Book Antiqua"/>
              </a:rPr>
              <a:t> </a:t>
            </a:r>
            <a:r>
              <a:rPr sz="1750" spc="-5" dirty="0">
                <a:latin typeface="Book Antiqua"/>
                <a:cs typeface="Book Antiqua"/>
              </a:rPr>
              <a:t>Atlassian</a:t>
            </a:r>
            <a:r>
              <a:rPr sz="1750" spc="-15" dirty="0">
                <a:latin typeface="Book Antiqua"/>
                <a:cs typeface="Book Antiqua"/>
              </a:rPr>
              <a:t> </a:t>
            </a:r>
            <a:r>
              <a:rPr sz="1750" spc="-5" dirty="0">
                <a:latin typeface="Book Antiqua"/>
                <a:cs typeface="Book Antiqua"/>
              </a:rPr>
              <a:t>in</a:t>
            </a:r>
            <a:r>
              <a:rPr sz="1750" spc="-15" dirty="0">
                <a:latin typeface="Book Antiqua"/>
                <a:cs typeface="Book Antiqua"/>
              </a:rPr>
              <a:t> </a:t>
            </a:r>
            <a:r>
              <a:rPr sz="1750" spc="-5" dirty="0">
                <a:latin typeface="Book Antiqua"/>
                <a:cs typeface="Book Antiqua"/>
              </a:rPr>
              <a:t>2002.</a:t>
            </a:r>
            <a:endParaRPr sz="1750">
              <a:latin typeface="Book Antiqua"/>
              <a:cs typeface="Book Antiqua"/>
            </a:endParaRPr>
          </a:p>
          <a:p>
            <a:pPr marL="278765" indent="-266700">
              <a:lnSpc>
                <a:spcPct val="100000"/>
              </a:lnSpc>
              <a:spcBef>
                <a:spcPts val="155"/>
              </a:spcBef>
              <a:buClr>
                <a:srgbClr val="0BD0D9"/>
              </a:buClr>
              <a:buSzPct val="94285"/>
              <a:buFont typeface="Arial"/>
              <a:buChar char="●"/>
              <a:tabLst>
                <a:tab pos="278130" algn="l"/>
                <a:tab pos="279400" algn="l"/>
              </a:tabLst>
            </a:pPr>
            <a:r>
              <a:rPr sz="1750" spc="-5" dirty="0">
                <a:latin typeface="Book Antiqua"/>
                <a:cs typeface="Book Antiqua"/>
              </a:rPr>
              <a:t>Used for bug</a:t>
            </a:r>
            <a:r>
              <a:rPr sz="1750" dirty="0">
                <a:latin typeface="Book Antiqua"/>
                <a:cs typeface="Book Antiqua"/>
              </a:rPr>
              <a:t> </a:t>
            </a:r>
            <a:r>
              <a:rPr sz="1750" spc="-5" dirty="0">
                <a:latin typeface="Book Antiqua"/>
                <a:cs typeface="Book Antiqua"/>
              </a:rPr>
              <a:t>tracking, issue</a:t>
            </a:r>
            <a:r>
              <a:rPr sz="1750" dirty="0">
                <a:latin typeface="Book Antiqua"/>
                <a:cs typeface="Book Antiqua"/>
              </a:rPr>
              <a:t> </a:t>
            </a:r>
            <a:r>
              <a:rPr sz="1750" spc="-5" dirty="0">
                <a:latin typeface="Book Antiqua"/>
                <a:cs typeface="Book Antiqua"/>
              </a:rPr>
              <a:t>tracking and</a:t>
            </a:r>
            <a:r>
              <a:rPr sz="1750" dirty="0">
                <a:latin typeface="Book Antiqua"/>
                <a:cs typeface="Book Antiqua"/>
              </a:rPr>
              <a:t> </a:t>
            </a:r>
            <a:r>
              <a:rPr sz="1750" spc="-10" dirty="0">
                <a:latin typeface="Book Antiqua"/>
                <a:cs typeface="Book Antiqua"/>
              </a:rPr>
              <a:t>project</a:t>
            </a:r>
            <a:r>
              <a:rPr sz="1750" spc="-5" dirty="0">
                <a:latin typeface="Book Antiqua"/>
                <a:cs typeface="Book Antiqua"/>
              </a:rPr>
              <a:t> management.</a:t>
            </a:r>
            <a:endParaRPr sz="1750">
              <a:latin typeface="Book Antiqua"/>
              <a:cs typeface="Book Antiqua"/>
            </a:endParaRPr>
          </a:p>
          <a:p>
            <a:pPr marL="278765" indent="-266700">
              <a:lnSpc>
                <a:spcPct val="100000"/>
              </a:lnSpc>
              <a:spcBef>
                <a:spcPts val="160"/>
              </a:spcBef>
              <a:buClr>
                <a:srgbClr val="0BD0D9"/>
              </a:buClr>
              <a:buSzPct val="94285"/>
              <a:buFont typeface="Arial"/>
              <a:buChar char="●"/>
              <a:tabLst>
                <a:tab pos="278130" algn="l"/>
                <a:tab pos="279400" algn="l"/>
              </a:tabLst>
            </a:pPr>
            <a:r>
              <a:rPr sz="1750" spc="-5" dirty="0">
                <a:latin typeface="Book Antiqua"/>
                <a:cs typeface="Book Antiqua"/>
              </a:rPr>
              <a:t>Inherited</a:t>
            </a:r>
            <a:r>
              <a:rPr sz="1750" spc="-10" dirty="0">
                <a:latin typeface="Book Antiqua"/>
                <a:cs typeface="Book Antiqua"/>
              </a:rPr>
              <a:t> </a:t>
            </a:r>
            <a:r>
              <a:rPr sz="1750" spc="-15" dirty="0">
                <a:latin typeface="Book Antiqua"/>
                <a:cs typeface="Book Antiqua"/>
              </a:rPr>
              <a:t>from</a:t>
            </a:r>
            <a:r>
              <a:rPr sz="1750" spc="-5" dirty="0">
                <a:latin typeface="Book Antiqua"/>
                <a:cs typeface="Book Antiqua"/>
              </a:rPr>
              <a:t> Japanese </a:t>
            </a:r>
            <a:r>
              <a:rPr sz="1750" spc="-15" dirty="0">
                <a:latin typeface="Book Antiqua"/>
                <a:cs typeface="Book Antiqua"/>
              </a:rPr>
              <a:t>word</a:t>
            </a:r>
            <a:r>
              <a:rPr sz="1750" spc="-5" dirty="0">
                <a:latin typeface="Book Antiqua"/>
                <a:cs typeface="Book Antiqua"/>
              </a:rPr>
              <a:t> </a:t>
            </a:r>
            <a:r>
              <a:rPr sz="1750" spc="-5" dirty="0">
                <a:latin typeface="Verdana"/>
                <a:cs typeface="Verdana"/>
              </a:rPr>
              <a:t>―</a:t>
            </a:r>
            <a:r>
              <a:rPr sz="1750" spc="-5" dirty="0">
                <a:latin typeface="Book Antiqua"/>
                <a:cs typeface="Book Antiqua"/>
              </a:rPr>
              <a:t>Gojira meaning Godzilla</a:t>
            </a:r>
            <a:endParaRPr sz="1750">
              <a:latin typeface="Book Antiqua"/>
              <a:cs typeface="Book Antiqua"/>
            </a:endParaRPr>
          </a:p>
          <a:p>
            <a:pPr marL="278765" indent="-266700">
              <a:lnSpc>
                <a:spcPct val="100000"/>
              </a:lnSpc>
              <a:spcBef>
                <a:spcPts val="160"/>
              </a:spcBef>
              <a:buClr>
                <a:srgbClr val="0BD0D9"/>
              </a:buClr>
              <a:buSzPct val="94285"/>
              <a:buFont typeface="Arial"/>
              <a:buChar char="●"/>
              <a:tabLst>
                <a:tab pos="278130" algn="l"/>
                <a:tab pos="279400" algn="l"/>
              </a:tabLst>
            </a:pPr>
            <a:r>
              <a:rPr sz="1750" spc="-5" dirty="0">
                <a:latin typeface="Book Antiqua"/>
                <a:cs typeface="Book Antiqua"/>
              </a:rPr>
              <a:t>JIRA</a:t>
            </a:r>
            <a:r>
              <a:rPr sz="1750" spc="-105" dirty="0">
                <a:latin typeface="Book Antiqua"/>
                <a:cs typeface="Book Antiqua"/>
              </a:rPr>
              <a:t> </a:t>
            </a:r>
            <a:r>
              <a:rPr sz="1750" spc="-5" dirty="0">
                <a:latin typeface="Book Antiqua"/>
                <a:cs typeface="Book Antiqua"/>
              </a:rPr>
              <a:t>is</a:t>
            </a:r>
            <a:r>
              <a:rPr sz="1750" spc="-10" dirty="0">
                <a:latin typeface="Book Antiqua"/>
                <a:cs typeface="Book Antiqua"/>
              </a:rPr>
              <a:t> </a:t>
            </a:r>
            <a:r>
              <a:rPr sz="1750" spc="-5" dirty="0">
                <a:latin typeface="Book Antiqua"/>
                <a:cs typeface="Book Antiqua"/>
              </a:rPr>
              <a:t>a</a:t>
            </a:r>
            <a:r>
              <a:rPr sz="1750" spc="-10" dirty="0">
                <a:latin typeface="Book Antiqua"/>
                <a:cs typeface="Book Antiqua"/>
              </a:rPr>
              <a:t> </a:t>
            </a:r>
            <a:r>
              <a:rPr sz="1750" spc="-5" dirty="0">
                <a:latin typeface="Book Antiqua"/>
                <a:cs typeface="Book Antiqua"/>
              </a:rPr>
              <a:t>competitor</a:t>
            </a:r>
            <a:r>
              <a:rPr sz="1750" spc="-10" dirty="0">
                <a:latin typeface="Book Antiqua"/>
                <a:cs typeface="Book Antiqua"/>
              </a:rPr>
              <a:t> </a:t>
            </a:r>
            <a:r>
              <a:rPr sz="1750" spc="-5" dirty="0">
                <a:latin typeface="Book Antiqua"/>
                <a:cs typeface="Book Antiqua"/>
              </a:rPr>
              <a:t>for</a:t>
            </a:r>
            <a:r>
              <a:rPr sz="1750" spc="-10" dirty="0">
                <a:latin typeface="Book Antiqua"/>
                <a:cs typeface="Book Antiqua"/>
              </a:rPr>
              <a:t> </a:t>
            </a:r>
            <a:r>
              <a:rPr sz="1750" spc="-5" dirty="0">
                <a:latin typeface="Book Antiqua"/>
                <a:cs typeface="Book Antiqua"/>
              </a:rPr>
              <a:t>Bugzilla.</a:t>
            </a:r>
            <a:endParaRPr sz="1750">
              <a:latin typeface="Book Antiqua"/>
              <a:cs typeface="Book Antiqua"/>
            </a:endParaRPr>
          </a:p>
          <a:p>
            <a:pPr marL="278765" indent="-266700">
              <a:lnSpc>
                <a:spcPct val="100000"/>
              </a:lnSpc>
              <a:spcBef>
                <a:spcPts val="160"/>
              </a:spcBef>
              <a:buClr>
                <a:srgbClr val="0BD0D9"/>
              </a:buClr>
              <a:buSzPct val="94285"/>
              <a:buFont typeface="Arial"/>
              <a:buChar char="●"/>
              <a:tabLst>
                <a:tab pos="278130" algn="l"/>
                <a:tab pos="279400" algn="l"/>
              </a:tabLst>
            </a:pPr>
            <a:r>
              <a:rPr sz="1750" spc="-25" dirty="0">
                <a:latin typeface="Book Antiqua"/>
                <a:cs typeface="Book Antiqua"/>
              </a:rPr>
              <a:t>Written</a:t>
            </a:r>
            <a:r>
              <a:rPr sz="1750" spc="-5" dirty="0">
                <a:latin typeface="Book Antiqua"/>
                <a:cs typeface="Book Antiqua"/>
              </a:rPr>
              <a:t> in</a:t>
            </a:r>
            <a:r>
              <a:rPr sz="1750" dirty="0">
                <a:latin typeface="Book Antiqua"/>
                <a:cs typeface="Book Antiqua"/>
              </a:rPr>
              <a:t> </a:t>
            </a:r>
            <a:r>
              <a:rPr sz="1750" spc="-5" dirty="0">
                <a:latin typeface="Book Antiqua"/>
                <a:cs typeface="Book Antiqua"/>
              </a:rPr>
              <a:t>Java and</a:t>
            </a:r>
            <a:r>
              <a:rPr sz="1750" dirty="0">
                <a:latin typeface="Book Antiqua"/>
                <a:cs typeface="Book Antiqua"/>
              </a:rPr>
              <a:t> </a:t>
            </a:r>
            <a:r>
              <a:rPr sz="1750" spc="-5" dirty="0">
                <a:latin typeface="Book Antiqua"/>
                <a:cs typeface="Book Antiqua"/>
              </a:rPr>
              <a:t>used for</a:t>
            </a:r>
            <a:r>
              <a:rPr sz="1750" dirty="0">
                <a:latin typeface="Book Antiqua"/>
                <a:cs typeface="Book Antiqua"/>
              </a:rPr>
              <a:t> </a:t>
            </a:r>
            <a:r>
              <a:rPr sz="1750" spc="-10" dirty="0">
                <a:latin typeface="Book Antiqua"/>
                <a:cs typeface="Book Antiqua"/>
              </a:rPr>
              <a:t>Project</a:t>
            </a:r>
            <a:r>
              <a:rPr sz="1750" dirty="0">
                <a:latin typeface="Book Antiqua"/>
                <a:cs typeface="Book Antiqua"/>
              </a:rPr>
              <a:t> </a:t>
            </a:r>
            <a:r>
              <a:rPr sz="1750" spc="-5" dirty="0">
                <a:latin typeface="Book Antiqua"/>
                <a:cs typeface="Book Antiqua"/>
              </a:rPr>
              <a:t>Management activities.</a:t>
            </a:r>
            <a:endParaRPr sz="1750">
              <a:latin typeface="Book Antiqua"/>
              <a:cs typeface="Book Antiqua"/>
            </a:endParaRPr>
          </a:p>
          <a:p>
            <a:pPr marL="278765" indent="-266700">
              <a:lnSpc>
                <a:spcPct val="100000"/>
              </a:lnSpc>
              <a:spcBef>
                <a:spcPts val="160"/>
              </a:spcBef>
              <a:buClr>
                <a:srgbClr val="0BD0D9"/>
              </a:buClr>
              <a:buSzPct val="94285"/>
              <a:buFont typeface="Arial"/>
              <a:buChar char="●"/>
              <a:tabLst>
                <a:tab pos="278130" algn="l"/>
                <a:tab pos="279400" algn="l"/>
              </a:tabLst>
            </a:pPr>
            <a:r>
              <a:rPr sz="1750" spc="-10" dirty="0">
                <a:latin typeface="Book Antiqua"/>
                <a:cs typeface="Book Antiqua"/>
              </a:rPr>
              <a:t>Features:</a:t>
            </a:r>
            <a:endParaRPr sz="1750">
              <a:latin typeface="Book Antiqua"/>
              <a:cs typeface="Book Antiqua"/>
            </a:endParaRPr>
          </a:p>
          <a:p>
            <a:pPr marL="645160" lvl="1" indent="-240029">
              <a:lnSpc>
                <a:spcPct val="100000"/>
              </a:lnSpc>
              <a:spcBef>
                <a:spcPts val="65"/>
              </a:spcBef>
              <a:buClr>
                <a:srgbClr val="0F6FC6"/>
              </a:buClr>
              <a:buSzPct val="83870"/>
              <a:buFont typeface="Arial"/>
              <a:buChar char="●"/>
              <a:tabLst>
                <a:tab pos="645160" algn="l"/>
                <a:tab pos="645795" algn="l"/>
              </a:tabLst>
            </a:pPr>
            <a:r>
              <a:rPr sz="1550" dirty="0">
                <a:latin typeface="Book Antiqua"/>
                <a:cs typeface="Book Antiqua"/>
              </a:rPr>
              <a:t>Plan </a:t>
            </a:r>
            <a:r>
              <a:rPr sz="1550" spc="-5" dirty="0">
                <a:latin typeface="Book Antiqua"/>
                <a:cs typeface="Book Antiqua"/>
              </a:rPr>
              <a:t>development</a:t>
            </a:r>
            <a:r>
              <a:rPr sz="1550" dirty="0">
                <a:latin typeface="Book Antiqua"/>
                <a:cs typeface="Book Antiqua"/>
              </a:rPr>
              <a:t> </a:t>
            </a:r>
            <a:r>
              <a:rPr sz="1550" spc="-5" dirty="0">
                <a:latin typeface="Book Antiqua"/>
                <a:cs typeface="Book Antiqua"/>
              </a:rPr>
              <a:t>iterations</a:t>
            </a:r>
            <a:endParaRPr sz="1550">
              <a:latin typeface="Book Antiqua"/>
              <a:cs typeface="Book Antiqua"/>
            </a:endParaRPr>
          </a:p>
          <a:p>
            <a:pPr marL="645160" lvl="1" indent="-240029">
              <a:lnSpc>
                <a:spcPct val="100000"/>
              </a:lnSpc>
              <a:spcBef>
                <a:spcPts val="110"/>
              </a:spcBef>
              <a:buClr>
                <a:srgbClr val="0F6FC6"/>
              </a:buClr>
              <a:buSzPct val="83870"/>
              <a:buFont typeface="Arial"/>
              <a:buChar char="●"/>
              <a:tabLst>
                <a:tab pos="645160" algn="l"/>
                <a:tab pos="645795" algn="l"/>
              </a:tabLst>
            </a:pPr>
            <a:r>
              <a:rPr sz="1550" dirty="0">
                <a:latin typeface="Book Antiqua"/>
                <a:cs typeface="Book Antiqua"/>
              </a:rPr>
              <a:t>Iteration</a:t>
            </a:r>
            <a:r>
              <a:rPr sz="1550" spc="-40" dirty="0">
                <a:latin typeface="Book Antiqua"/>
                <a:cs typeface="Book Antiqua"/>
              </a:rPr>
              <a:t> </a:t>
            </a:r>
            <a:r>
              <a:rPr sz="1550" spc="-5" dirty="0">
                <a:latin typeface="Book Antiqua"/>
                <a:cs typeface="Book Antiqua"/>
              </a:rPr>
              <a:t>reports</a:t>
            </a:r>
            <a:endParaRPr sz="1550">
              <a:latin typeface="Book Antiqua"/>
              <a:cs typeface="Book Antiqua"/>
            </a:endParaRPr>
          </a:p>
          <a:p>
            <a:pPr marL="645160" lvl="1" indent="-240029">
              <a:lnSpc>
                <a:spcPct val="100000"/>
              </a:lnSpc>
              <a:spcBef>
                <a:spcPts val="114"/>
              </a:spcBef>
              <a:buClr>
                <a:srgbClr val="0F6FC6"/>
              </a:buClr>
              <a:buSzPct val="83870"/>
              <a:buFont typeface="Arial"/>
              <a:buChar char="●"/>
              <a:tabLst>
                <a:tab pos="645160" algn="l"/>
                <a:tab pos="645795" algn="l"/>
              </a:tabLst>
            </a:pPr>
            <a:r>
              <a:rPr sz="1550" spc="-5" dirty="0">
                <a:latin typeface="Book Antiqua"/>
                <a:cs typeface="Book Antiqua"/>
              </a:rPr>
              <a:t>Bug</a:t>
            </a:r>
            <a:r>
              <a:rPr sz="1550" spc="-40" dirty="0">
                <a:latin typeface="Book Antiqua"/>
                <a:cs typeface="Book Antiqua"/>
              </a:rPr>
              <a:t> </a:t>
            </a:r>
            <a:r>
              <a:rPr sz="1550" dirty="0">
                <a:latin typeface="Book Antiqua"/>
                <a:cs typeface="Book Antiqua"/>
              </a:rPr>
              <a:t>tracking</a:t>
            </a:r>
            <a:endParaRPr sz="1550">
              <a:latin typeface="Book Antiqua"/>
              <a:cs typeface="Book Antiqua"/>
            </a:endParaRPr>
          </a:p>
          <a:p>
            <a:pPr marL="278765" indent="-266700">
              <a:lnSpc>
                <a:spcPct val="100000"/>
              </a:lnSpc>
              <a:spcBef>
                <a:spcPts val="204"/>
              </a:spcBef>
              <a:buClr>
                <a:srgbClr val="0BD0D9"/>
              </a:buClr>
              <a:buSzPct val="94285"/>
              <a:buFont typeface="Arial"/>
              <a:buChar char="●"/>
              <a:tabLst>
                <a:tab pos="278130" algn="l"/>
                <a:tab pos="279400" algn="l"/>
              </a:tabLst>
            </a:pPr>
            <a:r>
              <a:rPr sz="1750" spc="-5" dirty="0">
                <a:latin typeface="Book Antiqua"/>
                <a:cs typeface="Book Antiqua"/>
              </a:rPr>
              <a:t>J</a:t>
            </a:r>
            <a:r>
              <a:rPr sz="1750" spc="-10" dirty="0">
                <a:latin typeface="Book Antiqua"/>
                <a:cs typeface="Book Antiqua"/>
              </a:rPr>
              <a:t>I</a:t>
            </a:r>
            <a:r>
              <a:rPr sz="1750" spc="-5" dirty="0">
                <a:latin typeface="Book Antiqua"/>
                <a:cs typeface="Book Antiqua"/>
              </a:rPr>
              <a:t>RA</a:t>
            </a:r>
            <a:r>
              <a:rPr sz="1750" spc="-100" dirty="0">
                <a:latin typeface="Book Antiqua"/>
                <a:cs typeface="Book Antiqua"/>
              </a:rPr>
              <a:t> </a:t>
            </a:r>
            <a:r>
              <a:rPr sz="1750" spc="-5" dirty="0">
                <a:latin typeface="Book Antiqua"/>
                <a:cs typeface="Book Antiqua"/>
              </a:rPr>
              <a:t>Issues:</a:t>
            </a:r>
            <a:endParaRPr sz="1750">
              <a:latin typeface="Book Antiqua"/>
              <a:cs typeface="Book Antiqua"/>
            </a:endParaRPr>
          </a:p>
          <a:p>
            <a:pPr marL="645160" lvl="1" indent="-240029">
              <a:lnSpc>
                <a:spcPct val="100000"/>
              </a:lnSpc>
              <a:spcBef>
                <a:spcPts val="65"/>
              </a:spcBef>
              <a:buClr>
                <a:srgbClr val="0F6FC6"/>
              </a:buClr>
              <a:buSzPct val="83870"/>
              <a:buFont typeface="Arial"/>
              <a:buChar char="●"/>
              <a:tabLst>
                <a:tab pos="645160" algn="l"/>
                <a:tab pos="645795" algn="l"/>
              </a:tabLst>
            </a:pPr>
            <a:r>
              <a:rPr sz="1550" dirty="0">
                <a:latin typeface="Book Antiqua"/>
                <a:cs typeface="Book Antiqua"/>
              </a:rPr>
              <a:t>It is a part of </a:t>
            </a:r>
            <a:r>
              <a:rPr sz="1550" spc="-5" dirty="0">
                <a:latin typeface="Book Antiqua"/>
                <a:cs typeface="Book Antiqua"/>
              </a:rPr>
              <a:t>JIRA</a:t>
            </a:r>
            <a:r>
              <a:rPr sz="1550" spc="-85" dirty="0">
                <a:latin typeface="Book Antiqua"/>
                <a:cs typeface="Book Antiqua"/>
              </a:rPr>
              <a:t> </a:t>
            </a:r>
            <a:r>
              <a:rPr sz="1550" dirty="0">
                <a:latin typeface="Book Antiqua"/>
                <a:cs typeface="Book Antiqua"/>
              </a:rPr>
              <a:t>tool which is</a:t>
            </a:r>
            <a:r>
              <a:rPr sz="1550" spc="5" dirty="0">
                <a:latin typeface="Book Antiqua"/>
                <a:cs typeface="Book Antiqua"/>
              </a:rPr>
              <a:t> </a:t>
            </a:r>
            <a:r>
              <a:rPr sz="1550" spc="-5" dirty="0">
                <a:latin typeface="Book Antiqua"/>
                <a:cs typeface="Book Antiqua"/>
              </a:rPr>
              <a:t>used</a:t>
            </a:r>
            <a:r>
              <a:rPr sz="1550" dirty="0">
                <a:latin typeface="Book Antiqua"/>
                <a:cs typeface="Book Antiqua"/>
              </a:rPr>
              <a:t> to </a:t>
            </a:r>
            <a:r>
              <a:rPr sz="1550" spc="-5" dirty="0">
                <a:latin typeface="Book Antiqua"/>
                <a:cs typeface="Book Antiqua"/>
              </a:rPr>
              <a:t>track</a:t>
            </a:r>
            <a:r>
              <a:rPr sz="1550" dirty="0">
                <a:latin typeface="Book Antiqua"/>
                <a:cs typeface="Book Antiqua"/>
              </a:rPr>
              <a:t> bugs in </a:t>
            </a:r>
            <a:r>
              <a:rPr sz="1550" spc="-5" dirty="0">
                <a:latin typeface="Book Antiqua"/>
                <a:cs typeface="Book Antiqua"/>
              </a:rPr>
              <a:t>the</a:t>
            </a:r>
            <a:r>
              <a:rPr sz="1550" dirty="0">
                <a:latin typeface="Book Antiqua"/>
                <a:cs typeface="Book Antiqua"/>
              </a:rPr>
              <a:t> </a:t>
            </a:r>
            <a:r>
              <a:rPr sz="1550" spc="-5" dirty="0">
                <a:latin typeface="Book Antiqua"/>
                <a:cs typeface="Book Antiqua"/>
              </a:rPr>
              <a:t>project.</a:t>
            </a:r>
            <a:endParaRPr sz="1550">
              <a:latin typeface="Book Antiqua"/>
              <a:cs typeface="Book Antiqua"/>
            </a:endParaRPr>
          </a:p>
          <a:p>
            <a:pPr marL="278765" indent="-266700">
              <a:lnSpc>
                <a:spcPct val="100000"/>
              </a:lnSpc>
              <a:spcBef>
                <a:spcPts val="204"/>
              </a:spcBef>
              <a:buClr>
                <a:srgbClr val="0BD0D9"/>
              </a:buClr>
              <a:buSzPct val="94285"/>
              <a:buFont typeface="Arial"/>
              <a:buChar char="●"/>
              <a:tabLst>
                <a:tab pos="278130" algn="l"/>
                <a:tab pos="279400" algn="l"/>
              </a:tabLst>
            </a:pPr>
            <a:r>
              <a:rPr sz="1750" spc="-5" dirty="0">
                <a:latin typeface="Book Antiqua"/>
                <a:cs typeface="Book Antiqua"/>
              </a:rPr>
              <a:t>J</a:t>
            </a:r>
            <a:r>
              <a:rPr sz="1750" spc="-10" dirty="0">
                <a:latin typeface="Book Antiqua"/>
                <a:cs typeface="Book Antiqua"/>
              </a:rPr>
              <a:t>I</a:t>
            </a:r>
            <a:r>
              <a:rPr sz="1750" spc="-5" dirty="0">
                <a:latin typeface="Book Antiqua"/>
                <a:cs typeface="Book Antiqua"/>
              </a:rPr>
              <a:t>RA</a:t>
            </a:r>
            <a:r>
              <a:rPr sz="1750" spc="-100" dirty="0">
                <a:latin typeface="Book Antiqua"/>
                <a:cs typeface="Book Antiqua"/>
              </a:rPr>
              <a:t> </a:t>
            </a:r>
            <a:r>
              <a:rPr sz="1750" spc="-5" dirty="0">
                <a:latin typeface="Book Antiqua"/>
                <a:cs typeface="Book Antiqua"/>
              </a:rPr>
              <a:t>C</a:t>
            </a:r>
            <a:r>
              <a:rPr sz="1750" spc="-10" dirty="0">
                <a:latin typeface="Book Antiqua"/>
                <a:cs typeface="Book Antiqua"/>
              </a:rPr>
              <a:t>o</a:t>
            </a:r>
            <a:r>
              <a:rPr sz="1750" spc="-5" dirty="0">
                <a:latin typeface="Book Antiqua"/>
                <a:cs typeface="Book Antiqua"/>
              </a:rPr>
              <a:t>mpo</a:t>
            </a:r>
            <a:r>
              <a:rPr sz="1750" spc="-10" dirty="0">
                <a:latin typeface="Book Antiqua"/>
                <a:cs typeface="Book Antiqua"/>
              </a:rPr>
              <a:t>nen</a:t>
            </a:r>
            <a:r>
              <a:rPr sz="1750" spc="-5" dirty="0">
                <a:latin typeface="Book Antiqua"/>
                <a:cs typeface="Book Antiqua"/>
              </a:rPr>
              <a:t>ts</a:t>
            </a:r>
            <a:endParaRPr sz="1750">
              <a:latin typeface="Book Antiqua"/>
              <a:cs typeface="Book Antiqua"/>
            </a:endParaRPr>
          </a:p>
          <a:p>
            <a:pPr marL="645160" lvl="1" indent="-240029">
              <a:lnSpc>
                <a:spcPct val="100000"/>
              </a:lnSpc>
              <a:spcBef>
                <a:spcPts val="70"/>
              </a:spcBef>
              <a:buClr>
                <a:srgbClr val="0F6FC6"/>
              </a:buClr>
              <a:buSzPct val="83870"/>
              <a:buFont typeface="Arial"/>
              <a:buChar char="●"/>
              <a:tabLst>
                <a:tab pos="645160" algn="l"/>
                <a:tab pos="645795" algn="l"/>
              </a:tabLst>
            </a:pPr>
            <a:r>
              <a:rPr sz="1550" spc="-5" dirty="0">
                <a:latin typeface="Book Antiqua"/>
                <a:cs typeface="Book Antiqua"/>
              </a:rPr>
              <a:t>Sub-sections</a:t>
            </a:r>
            <a:r>
              <a:rPr sz="1550" spc="-10" dirty="0">
                <a:latin typeface="Book Antiqua"/>
                <a:cs typeface="Book Antiqua"/>
              </a:rPr>
              <a:t> </a:t>
            </a:r>
            <a:r>
              <a:rPr sz="1550" dirty="0">
                <a:latin typeface="Book Antiqua"/>
                <a:cs typeface="Book Antiqua"/>
              </a:rPr>
              <a:t>of</a:t>
            </a:r>
            <a:r>
              <a:rPr sz="1550" spc="-10" dirty="0">
                <a:latin typeface="Book Antiqua"/>
                <a:cs typeface="Book Antiqua"/>
              </a:rPr>
              <a:t> </a:t>
            </a:r>
            <a:r>
              <a:rPr sz="1550" spc="-5" dirty="0">
                <a:latin typeface="Book Antiqua"/>
                <a:cs typeface="Book Antiqua"/>
              </a:rPr>
              <a:t>project</a:t>
            </a:r>
            <a:endParaRPr sz="1550">
              <a:latin typeface="Book Antiqua"/>
              <a:cs typeface="Book Antiqua"/>
            </a:endParaRPr>
          </a:p>
          <a:p>
            <a:pPr marL="645160" lvl="1" indent="-240029">
              <a:lnSpc>
                <a:spcPct val="100000"/>
              </a:lnSpc>
              <a:spcBef>
                <a:spcPts val="110"/>
              </a:spcBef>
              <a:buClr>
                <a:srgbClr val="0F6FC6"/>
              </a:buClr>
              <a:buSzPct val="83870"/>
              <a:buFont typeface="Arial"/>
              <a:buChar char="●"/>
              <a:tabLst>
                <a:tab pos="645160" algn="l"/>
                <a:tab pos="645795" algn="l"/>
              </a:tabLst>
            </a:pPr>
            <a:r>
              <a:rPr sz="1550" dirty="0">
                <a:latin typeface="Book Antiqua"/>
                <a:cs typeface="Book Antiqua"/>
              </a:rPr>
              <a:t>Used</a:t>
            </a:r>
            <a:r>
              <a:rPr sz="1550" spc="-15" dirty="0">
                <a:latin typeface="Book Antiqua"/>
                <a:cs typeface="Book Antiqua"/>
              </a:rPr>
              <a:t> </a:t>
            </a:r>
            <a:r>
              <a:rPr sz="1550" dirty="0">
                <a:latin typeface="Book Antiqua"/>
                <a:cs typeface="Book Antiqua"/>
              </a:rPr>
              <a:t>to</a:t>
            </a:r>
            <a:r>
              <a:rPr sz="1550" spc="-10" dirty="0">
                <a:latin typeface="Book Antiqua"/>
                <a:cs typeface="Book Antiqua"/>
              </a:rPr>
              <a:t> </a:t>
            </a:r>
            <a:r>
              <a:rPr sz="1550" spc="-5" dirty="0">
                <a:latin typeface="Book Antiqua"/>
                <a:cs typeface="Book Antiqua"/>
              </a:rPr>
              <a:t>group</a:t>
            </a:r>
            <a:r>
              <a:rPr sz="1550" spc="-10" dirty="0">
                <a:latin typeface="Book Antiqua"/>
                <a:cs typeface="Book Antiqua"/>
              </a:rPr>
              <a:t> </a:t>
            </a:r>
            <a:r>
              <a:rPr sz="1550" dirty="0">
                <a:latin typeface="Book Antiqua"/>
                <a:cs typeface="Book Antiqua"/>
              </a:rPr>
              <a:t>issues</a:t>
            </a:r>
            <a:r>
              <a:rPr sz="1550" spc="-10" dirty="0">
                <a:latin typeface="Book Antiqua"/>
                <a:cs typeface="Book Antiqua"/>
              </a:rPr>
              <a:t> </a:t>
            </a:r>
            <a:r>
              <a:rPr sz="1550" dirty="0">
                <a:latin typeface="Book Antiqua"/>
                <a:cs typeface="Book Antiqua"/>
              </a:rPr>
              <a:t>into</a:t>
            </a:r>
            <a:r>
              <a:rPr sz="1550" spc="-10" dirty="0">
                <a:latin typeface="Book Antiqua"/>
                <a:cs typeface="Book Antiqua"/>
              </a:rPr>
              <a:t> </a:t>
            </a:r>
            <a:r>
              <a:rPr sz="1550" dirty="0">
                <a:latin typeface="Book Antiqua"/>
                <a:cs typeface="Book Antiqua"/>
              </a:rPr>
              <a:t>smaller</a:t>
            </a:r>
            <a:r>
              <a:rPr sz="1550" spc="-10" dirty="0">
                <a:latin typeface="Book Antiqua"/>
                <a:cs typeface="Book Antiqua"/>
              </a:rPr>
              <a:t> </a:t>
            </a:r>
            <a:r>
              <a:rPr sz="1550" dirty="0">
                <a:latin typeface="Book Antiqua"/>
                <a:cs typeface="Book Antiqua"/>
              </a:rPr>
              <a:t>parts.</a:t>
            </a:r>
            <a:endParaRPr sz="1550">
              <a:latin typeface="Book Antiqua"/>
              <a:cs typeface="Book Antiqua"/>
            </a:endParaRPr>
          </a:p>
          <a:p>
            <a:pPr marL="645160" lvl="1" indent="-240029">
              <a:lnSpc>
                <a:spcPct val="100000"/>
              </a:lnSpc>
              <a:spcBef>
                <a:spcPts val="115"/>
              </a:spcBef>
              <a:buClr>
                <a:srgbClr val="0F6FC6"/>
              </a:buClr>
              <a:buSzPct val="83870"/>
              <a:buFont typeface="Arial"/>
              <a:buChar char="●"/>
              <a:tabLst>
                <a:tab pos="645160" algn="l"/>
                <a:tab pos="645795" algn="l"/>
              </a:tabLst>
            </a:pPr>
            <a:r>
              <a:rPr sz="1550" spc="-5" dirty="0">
                <a:latin typeface="Book Antiqua"/>
                <a:cs typeface="Book Antiqua"/>
              </a:rPr>
              <a:t>Projects</a:t>
            </a:r>
            <a:r>
              <a:rPr sz="1550" dirty="0">
                <a:latin typeface="Book Antiqua"/>
                <a:cs typeface="Book Antiqua"/>
              </a:rPr>
              <a:t> </a:t>
            </a:r>
            <a:r>
              <a:rPr sz="1550" spc="-5" dirty="0">
                <a:latin typeface="Book Antiqua"/>
                <a:cs typeface="Book Antiqua"/>
              </a:rPr>
              <a:t>can</a:t>
            </a:r>
            <a:r>
              <a:rPr sz="1550" spc="5" dirty="0">
                <a:latin typeface="Book Antiqua"/>
                <a:cs typeface="Book Antiqua"/>
              </a:rPr>
              <a:t> </a:t>
            </a:r>
            <a:r>
              <a:rPr sz="1550" dirty="0">
                <a:latin typeface="Book Antiqua"/>
                <a:cs typeface="Book Antiqua"/>
              </a:rPr>
              <a:t>be</a:t>
            </a:r>
            <a:r>
              <a:rPr sz="1550" spc="5" dirty="0">
                <a:latin typeface="Book Antiqua"/>
                <a:cs typeface="Book Antiqua"/>
              </a:rPr>
              <a:t> </a:t>
            </a:r>
            <a:r>
              <a:rPr sz="1550" spc="-5" dirty="0">
                <a:latin typeface="Book Antiqua"/>
                <a:cs typeface="Book Antiqua"/>
              </a:rPr>
              <a:t>broken</a:t>
            </a:r>
            <a:r>
              <a:rPr sz="1550" dirty="0">
                <a:latin typeface="Book Antiqua"/>
                <a:cs typeface="Book Antiqua"/>
              </a:rPr>
              <a:t> down</a:t>
            </a:r>
            <a:r>
              <a:rPr sz="1550" spc="5" dirty="0">
                <a:latin typeface="Book Antiqua"/>
                <a:cs typeface="Book Antiqua"/>
              </a:rPr>
              <a:t> </a:t>
            </a:r>
            <a:r>
              <a:rPr sz="1550" dirty="0">
                <a:latin typeface="Book Antiqua"/>
                <a:cs typeface="Book Antiqua"/>
              </a:rPr>
              <a:t>into</a:t>
            </a:r>
            <a:r>
              <a:rPr sz="1550" spc="5" dirty="0">
                <a:latin typeface="Book Antiqua"/>
                <a:cs typeface="Book Antiqua"/>
              </a:rPr>
              <a:t> </a:t>
            </a:r>
            <a:r>
              <a:rPr sz="1550" spc="-5" dirty="0">
                <a:latin typeface="Book Antiqua"/>
                <a:cs typeface="Book Antiqua"/>
              </a:rPr>
              <a:t>features,</a:t>
            </a:r>
            <a:r>
              <a:rPr sz="1550" spc="5" dirty="0">
                <a:latin typeface="Book Antiqua"/>
                <a:cs typeface="Book Antiqua"/>
              </a:rPr>
              <a:t> </a:t>
            </a:r>
            <a:r>
              <a:rPr sz="1550" dirty="0">
                <a:latin typeface="Book Antiqua"/>
                <a:cs typeface="Book Antiqua"/>
              </a:rPr>
              <a:t>teams, </a:t>
            </a:r>
            <a:r>
              <a:rPr sz="1550" spc="-5" dirty="0">
                <a:latin typeface="Book Antiqua"/>
                <a:cs typeface="Book Antiqua"/>
              </a:rPr>
              <a:t>modules,</a:t>
            </a:r>
            <a:r>
              <a:rPr sz="1550" spc="5" dirty="0">
                <a:latin typeface="Book Antiqua"/>
                <a:cs typeface="Book Antiqua"/>
              </a:rPr>
              <a:t> </a:t>
            </a:r>
            <a:r>
              <a:rPr sz="1550" spc="-5" dirty="0">
                <a:latin typeface="Book Antiqua"/>
                <a:cs typeface="Book Antiqua"/>
              </a:rPr>
              <a:t>sub-projects,</a:t>
            </a:r>
            <a:r>
              <a:rPr sz="1550" spc="5" dirty="0">
                <a:latin typeface="Book Antiqua"/>
                <a:cs typeface="Book Antiqua"/>
              </a:rPr>
              <a:t> </a:t>
            </a:r>
            <a:r>
              <a:rPr sz="1550" dirty="0">
                <a:latin typeface="Book Antiqua"/>
                <a:cs typeface="Book Antiqua"/>
              </a:rPr>
              <a:t>etc.</a:t>
            </a:r>
            <a:endParaRPr sz="1550">
              <a:latin typeface="Book Antiqua"/>
              <a:cs typeface="Book Antiqua"/>
            </a:endParaRPr>
          </a:p>
          <a:p>
            <a:pPr marL="645160" lvl="1" indent="-240029">
              <a:lnSpc>
                <a:spcPct val="100000"/>
              </a:lnSpc>
              <a:spcBef>
                <a:spcPts val="110"/>
              </a:spcBef>
              <a:buClr>
                <a:srgbClr val="0F6FC6"/>
              </a:buClr>
              <a:buSzPct val="83870"/>
              <a:buFont typeface="Arial"/>
              <a:buChar char="●"/>
              <a:tabLst>
                <a:tab pos="645160" algn="l"/>
                <a:tab pos="645795" algn="l"/>
              </a:tabLst>
            </a:pPr>
            <a:r>
              <a:rPr sz="1550" spc="-75" dirty="0">
                <a:latin typeface="Book Antiqua"/>
                <a:cs typeface="Book Antiqua"/>
              </a:rPr>
              <a:t>We</a:t>
            </a:r>
            <a:r>
              <a:rPr sz="1550" spc="5" dirty="0">
                <a:latin typeface="Book Antiqua"/>
                <a:cs typeface="Book Antiqua"/>
              </a:rPr>
              <a:t> </a:t>
            </a:r>
            <a:r>
              <a:rPr sz="1550" spc="-5" dirty="0">
                <a:latin typeface="Book Antiqua"/>
                <a:cs typeface="Book Antiqua"/>
              </a:rPr>
              <a:t>can</a:t>
            </a:r>
            <a:r>
              <a:rPr sz="1550" spc="5" dirty="0">
                <a:latin typeface="Book Antiqua"/>
                <a:cs typeface="Book Antiqua"/>
              </a:rPr>
              <a:t> </a:t>
            </a:r>
            <a:r>
              <a:rPr sz="1550" dirty="0">
                <a:latin typeface="Book Antiqua"/>
                <a:cs typeface="Book Antiqua"/>
              </a:rPr>
              <a:t>generate</a:t>
            </a:r>
            <a:r>
              <a:rPr sz="1550" spc="10" dirty="0">
                <a:latin typeface="Book Antiqua"/>
                <a:cs typeface="Book Antiqua"/>
              </a:rPr>
              <a:t> </a:t>
            </a:r>
            <a:r>
              <a:rPr sz="1550" spc="-5" dirty="0">
                <a:latin typeface="Book Antiqua"/>
                <a:cs typeface="Book Antiqua"/>
              </a:rPr>
              <a:t>reports,</a:t>
            </a:r>
            <a:r>
              <a:rPr sz="1550" spc="5" dirty="0">
                <a:latin typeface="Book Antiqua"/>
                <a:cs typeface="Book Antiqua"/>
              </a:rPr>
              <a:t> </a:t>
            </a:r>
            <a:r>
              <a:rPr sz="1550" spc="-5" dirty="0">
                <a:latin typeface="Book Antiqua"/>
                <a:cs typeface="Book Antiqua"/>
              </a:rPr>
              <a:t>collect</a:t>
            </a:r>
            <a:r>
              <a:rPr sz="1550" spc="5" dirty="0">
                <a:latin typeface="Book Antiqua"/>
                <a:cs typeface="Book Antiqua"/>
              </a:rPr>
              <a:t> </a:t>
            </a:r>
            <a:r>
              <a:rPr sz="1550" spc="-5" dirty="0">
                <a:latin typeface="Book Antiqua"/>
                <a:cs typeface="Book Antiqua"/>
              </a:rPr>
              <a:t>statistics</a:t>
            </a:r>
            <a:r>
              <a:rPr sz="1550" spc="10" dirty="0">
                <a:latin typeface="Book Antiqua"/>
                <a:cs typeface="Book Antiqua"/>
              </a:rPr>
              <a:t> </a:t>
            </a:r>
            <a:r>
              <a:rPr sz="1550" dirty="0">
                <a:latin typeface="Book Antiqua"/>
                <a:cs typeface="Book Antiqua"/>
              </a:rPr>
              <a:t>and</a:t>
            </a:r>
            <a:r>
              <a:rPr sz="1550" spc="5" dirty="0">
                <a:latin typeface="Book Antiqua"/>
                <a:cs typeface="Book Antiqua"/>
              </a:rPr>
              <a:t> </a:t>
            </a:r>
            <a:r>
              <a:rPr sz="1550" spc="-5" dirty="0">
                <a:latin typeface="Book Antiqua"/>
                <a:cs typeface="Book Antiqua"/>
              </a:rPr>
              <a:t>display</a:t>
            </a:r>
            <a:r>
              <a:rPr sz="1550" spc="5" dirty="0">
                <a:latin typeface="Book Antiqua"/>
                <a:cs typeface="Book Antiqua"/>
              </a:rPr>
              <a:t> </a:t>
            </a:r>
            <a:r>
              <a:rPr sz="1550" dirty="0">
                <a:latin typeface="Book Antiqua"/>
                <a:cs typeface="Book Antiqua"/>
              </a:rPr>
              <a:t>it</a:t>
            </a:r>
            <a:r>
              <a:rPr sz="1550" spc="10" dirty="0">
                <a:latin typeface="Book Antiqua"/>
                <a:cs typeface="Book Antiqua"/>
              </a:rPr>
              <a:t> </a:t>
            </a:r>
            <a:r>
              <a:rPr sz="1550" dirty="0">
                <a:latin typeface="Book Antiqua"/>
                <a:cs typeface="Book Antiqua"/>
              </a:rPr>
              <a:t>on</a:t>
            </a:r>
            <a:r>
              <a:rPr sz="1550" spc="5" dirty="0">
                <a:latin typeface="Book Antiqua"/>
                <a:cs typeface="Book Antiqua"/>
              </a:rPr>
              <a:t> </a:t>
            </a:r>
            <a:r>
              <a:rPr sz="1550" spc="-5" dirty="0">
                <a:latin typeface="Book Antiqua"/>
                <a:cs typeface="Book Antiqua"/>
              </a:rPr>
              <a:t>dashboards</a:t>
            </a:r>
            <a:endParaRPr sz="1550">
              <a:latin typeface="Book Antiqua"/>
              <a:cs typeface="Book Antiqua"/>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sp>
        <p:nvSpPr>
          <p:cNvPr id="9" name="object 9"/>
          <p:cNvSpPr txBox="1">
            <a:spLocks noGrp="1"/>
          </p:cNvSpPr>
          <p:nvPr>
            <p:ph type="title"/>
          </p:nvPr>
        </p:nvSpPr>
        <p:spPr>
          <a:xfrm>
            <a:off x="444500" y="1040190"/>
            <a:ext cx="1100455" cy="787400"/>
          </a:xfrm>
          <a:prstGeom prst="rect">
            <a:avLst/>
          </a:prstGeom>
        </p:spPr>
        <p:txBody>
          <a:bodyPr vert="horz" wrap="square" lIns="0" tIns="12700" rIns="0" bIns="0" rtlCol="0">
            <a:spAutoFit/>
          </a:bodyPr>
          <a:lstStyle/>
          <a:p>
            <a:pPr marL="12700">
              <a:lnSpc>
                <a:spcPct val="100000"/>
              </a:lnSpc>
              <a:spcBef>
                <a:spcPts val="100"/>
              </a:spcBef>
            </a:pPr>
            <a:r>
              <a:rPr spc="-5" dirty="0"/>
              <a:t>J</a:t>
            </a:r>
            <a:r>
              <a:rPr dirty="0"/>
              <a:t>IRA</a:t>
            </a: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dirty="0"/>
              <a:pPr marL="38100">
                <a:lnSpc>
                  <a:spcPts val="1425"/>
                </a:lnSpc>
              </a:pPr>
              <a:t>80</a:t>
            </a:fld>
            <a:endParaRPr dirty="0"/>
          </a:p>
        </p:txBody>
      </p:sp>
      <p:sp>
        <p:nvSpPr>
          <p:cNvPr id="10" name="object 10"/>
          <p:cNvSpPr txBox="1"/>
          <p:nvPr/>
        </p:nvSpPr>
        <p:spPr>
          <a:xfrm>
            <a:off x="490219" y="1863713"/>
            <a:ext cx="8140700" cy="2854325"/>
          </a:xfrm>
          <a:prstGeom prst="rect">
            <a:avLst/>
          </a:prstGeom>
        </p:spPr>
        <p:txBody>
          <a:bodyPr vert="horz" wrap="square" lIns="0" tIns="127635" rIns="0" bIns="0" rtlCol="0">
            <a:spAutoFit/>
          </a:bodyPr>
          <a:lstStyle/>
          <a:p>
            <a:pPr marL="287020" indent="-274320">
              <a:lnSpc>
                <a:spcPct val="100000"/>
              </a:lnSpc>
              <a:spcBef>
                <a:spcPts val="1005"/>
              </a:spcBef>
              <a:buClr>
                <a:srgbClr val="0BD0D9"/>
              </a:buClr>
              <a:buSzPct val="94230"/>
              <a:buFont typeface="Arial"/>
              <a:buChar char="●"/>
              <a:tabLst>
                <a:tab pos="287020" algn="l"/>
              </a:tabLst>
            </a:pPr>
            <a:r>
              <a:rPr sz="2600" spc="-5" dirty="0">
                <a:latin typeface="Book Antiqua"/>
                <a:cs typeface="Book Antiqua"/>
              </a:rPr>
              <a:t>Reports</a:t>
            </a:r>
            <a:r>
              <a:rPr sz="2600" spc="-25" dirty="0">
                <a:latin typeface="Book Antiqua"/>
                <a:cs typeface="Book Antiqua"/>
              </a:rPr>
              <a:t> </a:t>
            </a:r>
            <a:r>
              <a:rPr sz="2600" spc="-5" dirty="0">
                <a:latin typeface="Book Antiqua"/>
                <a:cs typeface="Book Antiqua"/>
              </a:rPr>
              <a:t>in</a:t>
            </a:r>
            <a:r>
              <a:rPr sz="2600" spc="-20" dirty="0">
                <a:latin typeface="Book Antiqua"/>
                <a:cs typeface="Book Antiqua"/>
              </a:rPr>
              <a:t> </a:t>
            </a:r>
            <a:r>
              <a:rPr sz="2600" spc="-5" dirty="0">
                <a:latin typeface="Book Antiqua"/>
                <a:cs typeface="Book Antiqua"/>
              </a:rPr>
              <a:t>JIRA</a:t>
            </a:r>
            <a:endParaRPr sz="2600">
              <a:latin typeface="Book Antiqua"/>
              <a:cs typeface="Book Antiqua"/>
            </a:endParaRPr>
          </a:p>
          <a:p>
            <a:pPr marL="287020" marR="898525" indent="-274320">
              <a:lnSpc>
                <a:spcPct val="109000"/>
              </a:lnSpc>
              <a:spcBef>
                <a:spcPts val="620"/>
              </a:spcBef>
              <a:buClr>
                <a:srgbClr val="0BD0D9"/>
              </a:buClr>
              <a:buSzPct val="94230"/>
              <a:buFont typeface="Arial"/>
              <a:buChar char="●"/>
              <a:tabLst>
                <a:tab pos="287020" algn="l"/>
              </a:tabLst>
            </a:pPr>
            <a:r>
              <a:rPr sz="2600" spc="-15" dirty="0">
                <a:latin typeface="Book Antiqua"/>
                <a:cs typeface="Book Antiqua"/>
              </a:rPr>
              <a:t>Progress</a:t>
            </a:r>
            <a:r>
              <a:rPr sz="2600" spc="-10" dirty="0">
                <a:latin typeface="Book Antiqua"/>
                <a:cs typeface="Book Antiqua"/>
              </a:rPr>
              <a:t> </a:t>
            </a:r>
            <a:r>
              <a:rPr sz="2600" dirty="0">
                <a:latin typeface="Book Antiqua"/>
                <a:cs typeface="Book Antiqua"/>
              </a:rPr>
              <a:t>of</a:t>
            </a:r>
            <a:r>
              <a:rPr sz="2600" spc="-5" dirty="0">
                <a:latin typeface="Book Antiqua"/>
                <a:cs typeface="Book Antiqua"/>
              </a:rPr>
              <a:t> the</a:t>
            </a:r>
            <a:r>
              <a:rPr sz="2600" spc="-10" dirty="0">
                <a:latin typeface="Book Antiqua"/>
                <a:cs typeface="Book Antiqua"/>
              </a:rPr>
              <a:t> project</a:t>
            </a:r>
            <a:r>
              <a:rPr sz="2600" dirty="0">
                <a:latin typeface="Book Antiqua"/>
                <a:cs typeface="Book Antiqua"/>
              </a:rPr>
              <a:t> </a:t>
            </a:r>
            <a:r>
              <a:rPr sz="2600" spc="-5" dirty="0">
                <a:latin typeface="Book Antiqua"/>
                <a:cs typeface="Book Antiqua"/>
              </a:rPr>
              <a:t>can be </a:t>
            </a:r>
            <a:r>
              <a:rPr sz="2600" spc="-10" dirty="0">
                <a:latin typeface="Book Antiqua"/>
                <a:cs typeface="Book Antiqua"/>
              </a:rPr>
              <a:t>represented</a:t>
            </a:r>
            <a:r>
              <a:rPr sz="2600" spc="-5" dirty="0">
                <a:latin typeface="Book Antiqua"/>
                <a:cs typeface="Book Antiqua"/>
              </a:rPr>
              <a:t> using </a:t>
            </a:r>
            <a:r>
              <a:rPr sz="2600" spc="-635" dirty="0">
                <a:latin typeface="Book Antiqua"/>
                <a:cs typeface="Book Antiqua"/>
              </a:rPr>
              <a:t> </a:t>
            </a:r>
            <a:r>
              <a:rPr sz="2600" spc="-5" dirty="0">
                <a:latin typeface="Book Antiqua"/>
                <a:cs typeface="Book Antiqua"/>
              </a:rPr>
              <a:t>BurndownChart.</a:t>
            </a:r>
            <a:endParaRPr sz="2600">
              <a:latin typeface="Book Antiqua"/>
              <a:cs typeface="Book Antiqua"/>
            </a:endParaRPr>
          </a:p>
          <a:p>
            <a:pPr marL="287020" marR="5080" indent="-274320">
              <a:lnSpc>
                <a:spcPct val="109000"/>
              </a:lnSpc>
              <a:spcBef>
                <a:spcPts val="625"/>
              </a:spcBef>
              <a:buClr>
                <a:srgbClr val="0BD0D9"/>
              </a:buClr>
              <a:buSzPct val="94230"/>
              <a:buFont typeface="Arial"/>
              <a:buChar char="●"/>
              <a:tabLst>
                <a:tab pos="287020" algn="l"/>
              </a:tabLst>
            </a:pPr>
            <a:r>
              <a:rPr sz="2600" spc="-15" dirty="0">
                <a:latin typeface="Book Antiqua"/>
                <a:cs typeface="Book Antiqua"/>
              </a:rPr>
              <a:t>Different</a:t>
            </a:r>
            <a:r>
              <a:rPr sz="2600" dirty="0">
                <a:latin typeface="Book Antiqua"/>
                <a:cs typeface="Book Antiqua"/>
              </a:rPr>
              <a:t> </a:t>
            </a:r>
            <a:r>
              <a:rPr sz="2600" spc="-10" dirty="0">
                <a:latin typeface="Book Antiqua"/>
                <a:cs typeface="Book Antiqua"/>
              </a:rPr>
              <a:t>reports</a:t>
            </a:r>
            <a:r>
              <a:rPr sz="2600" dirty="0">
                <a:latin typeface="Book Antiqua"/>
                <a:cs typeface="Book Antiqua"/>
              </a:rPr>
              <a:t> like</a:t>
            </a:r>
            <a:r>
              <a:rPr sz="2600" spc="5" dirty="0">
                <a:latin typeface="Book Antiqua"/>
                <a:cs typeface="Book Antiqua"/>
              </a:rPr>
              <a:t> </a:t>
            </a:r>
            <a:r>
              <a:rPr sz="2600" spc="-5" dirty="0">
                <a:latin typeface="Book Antiqua"/>
                <a:cs typeface="Book Antiqua"/>
              </a:rPr>
              <a:t>Sprint</a:t>
            </a:r>
            <a:r>
              <a:rPr sz="2600" dirty="0">
                <a:latin typeface="Book Antiqua"/>
                <a:cs typeface="Book Antiqua"/>
              </a:rPr>
              <a:t> </a:t>
            </a:r>
            <a:r>
              <a:rPr sz="2600" spc="-5" dirty="0">
                <a:latin typeface="Book Antiqua"/>
                <a:cs typeface="Book Antiqua"/>
              </a:rPr>
              <a:t>Report,</a:t>
            </a:r>
            <a:r>
              <a:rPr sz="2600" spc="5" dirty="0">
                <a:latin typeface="Book Antiqua"/>
                <a:cs typeface="Book Antiqua"/>
              </a:rPr>
              <a:t> </a:t>
            </a:r>
            <a:r>
              <a:rPr sz="2600" spc="-45" dirty="0">
                <a:latin typeface="Book Antiqua"/>
                <a:cs typeface="Book Antiqua"/>
              </a:rPr>
              <a:t>Version</a:t>
            </a:r>
            <a:r>
              <a:rPr sz="2600" dirty="0">
                <a:latin typeface="Book Antiqua"/>
                <a:cs typeface="Book Antiqua"/>
              </a:rPr>
              <a:t> </a:t>
            </a:r>
            <a:r>
              <a:rPr sz="2600" spc="-5" dirty="0">
                <a:latin typeface="Book Antiqua"/>
                <a:cs typeface="Book Antiqua"/>
              </a:rPr>
              <a:t>Report, </a:t>
            </a:r>
            <a:r>
              <a:rPr sz="2600" dirty="0">
                <a:latin typeface="Book Antiqua"/>
                <a:cs typeface="Book Antiqua"/>
              </a:rPr>
              <a:t> </a:t>
            </a:r>
            <a:r>
              <a:rPr sz="2600" spc="-10" dirty="0">
                <a:latin typeface="Book Antiqua"/>
                <a:cs typeface="Book Antiqua"/>
              </a:rPr>
              <a:t>Control</a:t>
            </a:r>
            <a:r>
              <a:rPr sz="2600" spc="-5" dirty="0">
                <a:latin typeface="Book Antiqua"/>
                <a:cs typeface="Book Antiqua"/>
              </a:rPr>
              <a:t> </a:t>
            </a:r>
            <a:r>
              <a:rPr sz="2600" dirty="0">
                <a:latin typeface="Book Antiqua"/>
                <a:cs typeface="Book Antiqua"/>
              </a:rPr>
              <a:t>Chart, </a:t>
            </a:r>
            <a:r>
              <a:rPr sz="2600" spc="-5" dirty="0">
                <a:latin typeface="Book Antiqua"/>
                <a:cs typeface="Book Antiqua"/>
              </a:rPr>
              <a:t>Cumulative</a:t>
            </a:r>
            <a:r>
              <a:rPr sz="2600" dirty="0">
                <a:latin typeface="Book Antiqua"/>
                <a:cs typeface="Book Antiqua"/>
              </a:rPr>
              <a:t> </a:t>
            </a:r>
            <a:r>
              <a:rPr sz="2600" spc="-5" dirty="0">
                <a:latin typeface="Book Antiqua"/>
                <a:cs typeface="Book Antiqua"/>
              </a:rPr>
              <a:t>flow</a:t>
            </a:r>
            <a:r>
              <a:rPr sz="2600" spc="5" dirty="0">
                <a:latin typeface="Book Antiqua"/>
                <a:cs typeface="Book Antiqua"/>
              </a:rPr>
              <a:t> </a:t>
            </a:r>
            <a:r>
              <a:rPr sz="2600" spc="-5" dirty="0">
                <a:latin typeface="Book Antiqua"/>
                <a:cs typeface="Book Antiqua"/>
              </a:rPr>
              <a:t>diagram,</a:t>
            </a:r>
            <a:r>
              <a:rPr sz="2600" dirty="0">
                <a:latin typeface="Book Antiqua"/>
                <a:cs typeface="Book Antiqua"/>
              </a:rPr>
              <a:t> </a:t>
            </a:r>
            <a:r>
              <a:rPr sz="2600" spc="-5" dirty="0">
                <a:latin typeface="Book Antiqua"/>
                <a:cs typeface="Book Antiqua"/>
              </a:rPr>
              <a:t>etc.</a:t>
            </a:r>
            <a:r>
              <a:rPr sz="2600" dirty="0">
                <a:latin typeface="Book Antiqua"/>
                <a:cs typeface="Book Antiqua"/>
              </a:rPr>
              <a:t> </a:t>
            </a:r>
            <a:r>
              <a:rPr sz="2600" spc="-20" dirty="0">
                <a:latin typeface="Book Antiqua"/>
                <a:cs typeface="Book Antiqua"/>
              </a:rPr>
              <a:t>are</a:t>
            </a:r>
            <a:r>
              <a:rPr sz="2600" dirty="0">
                <a:latin typeface="Book Antiqua"/>
                <a:cs typeface="Book Antiqua"/>
              </a:rPr>
              <a:t> </a:t>
            </a:r>
            <a:r>
              <a:rPr sz="2600" spc="-5" dirty="0">
                <a:latin typeface="Book Antiqua"/>
                <a:cs typeface="Book Antiqua"/>
              </a:rPr>
              <a:t>also </a:t>
            </a:r>
            <a:r>
              <a:rPr sz="2600" spc="-635" dirty="0">
                <a:latin typeface="Book Antiqua"/>
                <a:cs typeface="Book Antiqua"/>
              </a:rPr>
              <a:t> </a:t>
            </a:r>
            <a:r>
              <a:rPr sz="2600" spc="-5" dirty="0">
                <a:latin typeface="Book Antiqua"/>
                <a:cs typeface="Book Antiqua"/>
              </a:rPr>
              <a:t>available.</a:t>
            </a:r>
            <a:endParaRPr sz="2600">
              <a:latin typeface="Book Antiqua"/>
              <a:cs typeface="Book Antiqua"/>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pic>
        <p:nvPicPr>
          <p:cNvPr id="9" name="object 9"/>
          <p:cNvPicPr/>
          <p:nvPr/>
        </p:nvPicPr>
        <p:blipFill>
          <a:blip r:embed="rId5" cstate="print"/>
          <a:stretch>
            <a:fillRect/>
          </a:stretch>
        </p:blipFill>
        <p:spPr>
          <a:xfrm>
            <a:off x="428595" y="642918"/>
            <a:ext cx="7930368" cy="5681682"/>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dirty="0"/>
              <a:pPr marL="38100">
                <a:lnSpc>
                  <a:spcPts val="1425"/>
                </a:lnSpc>
              </a:pPr>
              <a:t>81</a:t>
            </a:fld>
            <a:endParaRPr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pic>
        <p:nvPicPr>
          <p:cNvPr id="9" name="object 9"/>
          <p:cNvPicPr/>
          <p:nvPr/>
        </p:nvPicPr>
        <p:blipFill>
          <a:blip r:embed="rId5" cstate="print"/>
          <a:stretch>
            <a:fillRect/>
          </a:stretch>
        </p:blipFill>
        <p:spPr>
          <a:xfrm>
            <a:off x="500034" y="642917"/>
            <a:ext cx="8643965" cy="5572164"/>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dirty="0"/>
              <a:pPr marL="38100">
                <a:lnSpc>
                  <a:spcPts val="1425"/>
                </a:lnSpc>
              </a:pPr>
              <a:t>82</a:t>
            </a:fld>
            <a:endParaRPr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7" cy="6858000"/>
            <a:chOff x="0" y="0"/>
            <a:chExt cx="9144007"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0" y="0"/>
              <a:ext cx="9144000" cy="1028235"/>
            </a:xfrm>
            <a:prstGeom prst="rect">
              <a:avLst/>
            </a:prstGeom>
          </p:spPr>
        </p:pic>
        <p:pic>
          <p:nvPicPr>
            <p:cNvPr id="5" name="object 5"/>
            <p:cNvPicPr/>
            <p:nvPr/>
          </p:nvPicPr>
          <p:blipFill>
            <a:blip r:embed="rId4" cstate="print"/>
            <a:stretch>
              <a:fillRect/>
            </a:stretch>
          </p:blipFill>
          <p:spPr>
            <a:xfrm>
              <a:off x="4400084" y="0"/>
              <a:ext cx="4743915" cy="600066"/>
            </a:xfrm>
            <a:prstGeom prst="rect">
              <a:avLst/>
            </a:prstGeom>
          </p:spPr>
        </p:pic>
        <p:sp>
          <p:nvSpPr>
            <p:cNvPr id="6" name="object 6"/>
            <p:cNvSpPr/>
            <p:nvPr/>
          </p:nvSpPr>
          <p:spPr>
            <a:xfrm>
              <a:off x="0" y="0"/>
              <a:ext cx="9069705" cy="1015365"/>
            </a:xfrm>
            <a:custGeom>
              <a:avLst/>
              <a:gdLst/>
              <a:ahLst/>
              <a:cxnLst/>
              <a:rect l="l" t="t" r="r" b="b"/>
              <a:pathLst>
                <a:path w="9069705" h="1015365">
                  <a:moveTo>
                    <a:pt x="0" y="1015120"/>
                  </a:moveTo>
                  <a:lnTo>
                    <a:pt x="53491" y="995678"/>
                  </a:lnTo>
                  <a:lnTo>
                    <a:pt x="112892" y="974491"/>
                  </a:lnTo>
                  <a:lnTo>
                    <a:pt x="177134" y="952050"/>
                  </a:lnTo>
                  <a:lnTo>
                    <a:pt x="246046" y="928522"/>
                  </a:lnTo>
                  <a:lnTo>
                    <a:pt x="282199" y="916402"/>
                  </a:lnTo>
                  <a:lnTo>
                    <a:pt x="319454" y="904072"/>
                  </a:lnTo>
                  <a:lnTo>
                    <a:pt x="357790" y="891552"/>
                  </a:lnTo>
                  <a:lnTo>
                    <a:pt x="397184" y="878864"/>
                  </a:lnTo>
                  <a:lnTo>
                    <a:pt x="437617" y="866028"/>
                  </a:lnTo>
                  <a:lnTo>
                    <a:pt x="479065" y="853066"/>
                  </a:lnTo>
                  <a:lnTo>
                    <a:pt x="521507" y="839996"/>
                  </a:lnTo>
                  <a:lnTo>
                    <a:pt x="564921" y="826841"/>
                  </a:lnTo>
                  <a:lnTo>
                    <a:pt x="609286" y="813621"/>
                  </a:lnTo>
                  <a:lnTo>
                    <a:pt x="654580" y="800356"/>
                  </a:lnTo>
                  <a:lnTo>
                    <a:pt x="700782" y="787067"/>
                  </a:lnTo>
                  <a:lnTo>
                    <a:pt x="747869" y="773776"/>
                  </a:lnTo>
                  <a:lnTo>
                    <a:pt x="795821" y="760502"/>
                  </a:lnTo>
                  <a:lnTo>
                    <a:pt x="844615" y="747266"/>
                  </a:lnTo>
                  <a:lnTo>
                    <a:pt x="894230" y="734089"/>
                  </a:lnTo>
                  <a:lnTo>
                    <a:pt x="944644" y="720992"/>
                  </a:lnTo>
                  <a:lnTo>
                    <a:pt x="995836" y="707995"/>
                  </a:lnTo>
                  <a:lnTo>
                    <a:pt x="1047783" y="695120"/>
                  </a:lnTo>
                  <a:lnTo>
                    <a:pt x="1100465" y="682385"/>
                  </a:lnTo>
                  <a:lnTo>
                    <a:pt x="1153859" y="669814"/>
                  </a:lnTo>
                  <a:lnTo>
                    <a:pt x="1207944" y="657425"/>
                  </a:lnTo>
                  <a:lnTo>
                    <a:pt x="1262698" y="645240"/>
                  </a:lnTo>
                  <a:lnTo>
                    <a:pt x="1318100" y="633280"/>
                  </a:lnTo>
                  <a:lnTo>
                    <a:pt x="1374128" y="621564"/>
                  </a:lnTo>
                  <a:lnTo>
                    <a:pt x="1430760" y="610115"/>
                  </a:lnTo>
                  <a:lnTo>
                    <a:pt x="1487975" y="598952"/>
                  </a:lnTo>
                  <a:lnTo>
                    <a:pt x="1545751" y="588096"/>
                  </a:lnTo>
                  <a:lnTo>
                    <a:pt x="1604065" y="577568"/>
                  </a:lnTo>
                  <a:lnTo>
                    <a:pt x="1662898" y="567388"/>
                  </a:lnTo>
                  <a:lnTo>
                    <a:pt x="1722227" y="557577"/>
                  </a:lnTo>
                  <a:lnTo>
                    <a:pt x="1782030" y="548157"/>
                  </a:lnTo>
                  <a:lnTo>
                    <a:pt x="1842285" y="539147"/>
                  </a:lnTo>
                  <a:lnTo>
                    <a:pt x="1902972" y="530568"/>
                  </a:lnTo>
                  <a:lnTo>
                    <a:pt x="1964068" y="522441"/>
                  </a:lnTo>
                  <a:lnTo>
                    <a:pt x="2025552" y="514787"/>
                  </a:lnTo>
                  <a:lnTo>
                    <a:pt x="2087402" y="507626"/>
                  </a:lnTo>
                  <a:lnTo>
                    <a:pt x="2149596" y="500979"/>
                  </a:lnTo>
                  <a:lnTo>
                    <a:pt x="2212113" y="494866"/>
                  </a:lnTo>
                  <a:lnTo>
                    <a:pt x="2274931" y="489309"/>
                  </a:lnTo>
                  <a:lnTo>
                    <a:pt x="2338029" y="484328"/>
                  </a:lnTo>
                  <a:lnTo>
                    <a:pt x="2401384" y="479944"/>
                  </a:lnTo>
                  <a:lnTo>
                    <a:pt x="2464975" y="476177"/>
                  </a:lnTo>
                  <a:lnTo>
                    <a:pt x="2528781" y="473048"/>
                  </a:lnTo>
                  <a:lnTo>
                    <a:pt x="2570379" y="471445"/>
                  </a:lnTo>
                  <a:lnTo>
                    <a:pt x="2612648" y="470247"/>
                  </a:lnTo>
                  <a:lnTo>
                    <a:pt x="2655572" y="469444"/>
                  </a:lnTo>
                  <a:lnTo>
                    <a:pt x="2699133" y="469025"/>
                  </a:lnTo>
                  <a:lnTo>
                    <a:pt x="2743314" y="468979"/>
                  </a:lnTo>
                  <a:lnTo>
                    <a:pt x="2788098" y="469294"/>
                  </a:lnTo>
                  <a:lnTo>
                    <a:pt x="2833468" y="469961"/>
                  </a:lnTo>
                  <a:lnTo>
                    <a:pt x="2879405" y="470967"/>
                  </a:lnTo>
                  <a:lnTo>
                    <a:pt x="2925893" y="472302"/>
                  </a:lnTo>
                  <a:lnTo>
                    <a:pt x="2972915" y="473955"/>
                  </a:lnTo>
                  <a:lnTo>
                    <a:pt x="3020453" y="475915"/>
                  </a:lnTo>
                  <a:lnTo>
                    <a:pt x="3068490" y="478171"/>
                  </a:lnTo>
                  <a:lnTo>
                    <a:pt x="3117008" y="480712"/>
                  </a:lnTo>
                  <a:lnTo>
                    <a:pt x="3165991" y="483528"/>
                  </a:lnTo>
                  <a:lnTo>
                    <a:pt x="3215421" y="486606"/>
                  </a:lnTo>
                  <a:lnTo>
                    <a:pt x="3265281" y="489937"/>
                  </a:lnTo>
                  <a:lnTo>
                    <a:pt x="3315553" y="493509"/>
                  </a:lnTo>
                  <a:lnTo>
                    <a:pt x="3366221" y="497311"/>
                  </a:lnTo>
                  <a:lnTo>
                    <a:pt x="3417266" y="501332"/>
                  </a:lnTo>
                  <a:lnTo>
                    <a:pt x="3468672" y="505562"/>
                  </a:lnTo>
                  <a:lnTo>
                    <a:pt x="3520421" y="509989"/>
                  </a:lnTo>
                  <a:lnTo>
                    <a:pt x="3572497" y="514603"/>
                  </a:lnTo>
                  <a:lnTo>
                    <a:pt x="3624881" y="519392"/>
                  </a:lnTo>
                  <a:lnTo>
                    <a:pt x="3677556" y="524346"/>
                  </a:lnTo>
                  <a:lnTo>
                    <a:pt x="3730506" y="529453"/>
                  </a:lnTo>
                  <a:lnTo>
                    <a:pt x="3783712" y="534703"/>
                  </a:lnTo>
                  <a:lnTo>
                    <a:pt x="3837158" y="540085"/>
                  </a:lnTo>
                  <a:lnTo>
                    <a:pt x="3890826" y="545587"/>
                  </a:lnTo>
                  <a:lnTo>
                    <a:pt x="3944699" y="551199"/>
                  </a:lnTo>
                  <a:lnTo>
                    <a:pt x="3998760" y="556910"/>
                  </a:lnTo>
                  <a:lnTo>
                    <a:pt x="4052991" y="562709"/>
                  </a:lnTo>
                  <a:lnTo>
                    <a:pt x="4107376" y="568584"/>
                  </a:lnTo>
                  <a:lnTo>
                    <a:pt x="4161896" y="574526"/>
                  </a:lnTo>
                  <a:lnTo>
                    <a:pt x="4216534" y="580522"/>
                  </a:lnTo>
                  <a:lnTo>
                    <a:pt x="4271274" y="586563"/>
                  </a:lnTo>
                  <a:lnTo>
                    <a:pt x="4326098" y="592636"/>
                  </a:lnTo>
                  <a:lnTo>
                    <a:pt x="4380988" y="598731"/>
                  </a:lnTo>
                  <a:lnTo>
                    <a:pt x="4435928" y="604838"/>
                  </a:lnTo>
                  <a:lnTo>
                    <a:pt x="4490900" y="610945"/>
                  </a:lnTo>
                  <a:lnTo>
                    <a:pt x="4545886" y="617041"/>
                  </a:lnTo>
                  <a:lnTo>
                    <a:pt x="4600870" y="623115"/>
                  </a:lnTo>
                  <a:lnTo>
                    <a:pt x="4655834" y="629156"/>
                  </a:lnTo>
                  <a:lnTo>
                    <a:pt x="4710761" y="635154"/>
                  </a:lnTo>
                  <a:lnTo>
                    <a:pt x="4765633" y="641097"/>
                  </a:lnTo>
                  <a:lnTo>
                    <a:pt x="4820434" y="646975"/>
                  </a:lnTo>
                  <a:lnTo>
                    <a:pt x="4875146" y="652776"/>
                  </a:lnTo>
                  <a:lnTo>
                    <a:pt x="4929751" y="658489"/>
                  </a:lnTo>
                  <a:lnTo>
                    <a:pt x="4984233" y="664104"/>
                  </a:lnTo>
                  <a:lnTo>
                    <a:pt x="5038574" y="669610"/>
                  </a:lnTo>
                  <a:lnTo>
                    <a:pt x="5092757" y="674995"/>
                  </a:lnTo>
                  <a:lnTo>
                    <a:pt x="5146764" y="680249"/>
                  </a:lnTo>
                  <a:lnTo>
                    <a:pt x="5200579" y="685360"/>
                  </a:lnTo>
                  <a:lnTo>
                    <a:pt x="5254183" y="690319"/>
                  </a:lnTo>
                  <a:lnTo>
                    <a:pt x="5307560" y="695113"/>
                  </a:lnTo>
                  <a:lnTo>
                    <a:pt x="5360693" y="699731"/>
                  </a:lnTo>
                  <a:lnTo>
                    <a:pt x="5413563" y="704164"/>
                  </a:lnTo>
                  <a:lnTo>
                    <a:pt x="5466155" y="708400"/>
                  </a:lnTo>
                  <a:lnTo>
                    <a:pt x="5518449" y="712427"/>
                  </a:lnTo>
                  <a:lnTo>
                    <a:pt x="5570430" y="716236"/>
                  </a:lnTo>
                  <a:lnTo>
                    <a:pt x="5622080" y="719814"/>
                  </a:lnTo>
                  <a:lnTo>
                    <a:pt x="5673382" y="723152"/>
                  </a:lnTo>
                  <a:lnTo>
                    <a:pt x="5724317" y="726238"/>
                  </a:lnTo>
                  <a:lnTo>
                    <a:pt x="5774870" y="729060"/>
                  </a:lnTo>
                  <a:lnTo>
                    <a:pt x="5825022" y="731609"/>
                  </a:lnTo>
                  <a:lnTo>
                    <a:pt x="5874757" y="733874"/>
                  </a:lnTo>
                  <a:lnTo>
                    <a:pt x="5924057" y="735842"/>
                  </a:lnTo>
                  <a:lnTo>
                    <a:pt x="5972905" y="737504"/>
                  </a:lnTo>
                  <a:lnTo>
                    <a:pt x="6021283" y="738848"/>
                  </a:lnTo>
                  <a:lnTo>
                    <a:pt x="6069175" y="739864"/>
                  </a:lnTo>
                  <a:lnTo>
                    <a:pt x="6116563" y="740540"/>
                  </a:lnTo>
                  <a:lnTo>
                    <a:pt x="6163429" y="740865"/>
                  </a:lnTo>
                  <a:lnTo>
                    <a:pt x="6209756" y="740829"/>
                  </a:lnTo>
                  <a:lnTo>
                    <a:pt x="6255528" y="740421"/>
                  </a:lnTo>
                  <a:lnTo>
                    <a:pt x="6300727" y="739629"/>
                  </a:lnTo>
                  <a:lnTo>
                    <a:pt x="6345334" y="738443"/>
                  </a:lnTo>
                  <a:lnTo>
                    <a:pt x="6389335" y="736851"/>
                  </a:lnTo>
                  <a:lnTo>
                    <a:pt x="6432710" y="734844"/>
                  </a:lnTo>
                  <a:lnTo>
                    <a:pt x="6475442" y="732409"/>
                  </a:lnTo>
                  <a:lnTo>
                    <a:pt x="6517515" y="729535"/>
                  </a:lnTo>
                  <a:lnTo>
                    <a:pt x="6578435" y="724572"/>
                  </a:lnTo>
                  <a:lnTo>
                    <a:pt x="6639066" y="718758"/>
                  </a:lnTo>
                  <a:lnTo>
                    <a:pt x="6699398" y="712125"/>
                  </a:lnTo>
                  <a:lnTo>
                    <a:pt x="6759420" y="704702"/>
                  </a:lnTo>
                  <a:lnTo>
                    <a:pt x="6819120" y="696519"/>
                  </a:lnTo>
                  <a:lnTo>
                    <a:pt x="6878488" y="687606"/>
                  </a:lnTo>
                  <a:lnTo>
                    <a:pt x="6937514" y="677992"/>
                  </a:lnTo>
                  <a:lnTo>
                    <a:pt x="6996185" y="667707"/>
                  </a:lnTo>
                  <a:lnTo>
                    <a:pt x="7054491" y="656781"/>
                  </a:lnTo>
                  <a:lnTo>
                    <a:pt x="7112421" y="645243"/>
                  </a:lnTo>
                  <a:lnTo>
                    <a:pt x="7169964" y="633124"/>
                  </a:lnTo>
                  <a:lnTo>
                    <a:pt x="7227110" y="620453"/>
                  </a:lnTo>
                  <a:lnTo>
                    <a:pt x="7283847" y="607259"/>
                  </a:lnTo>
                  <a:lnTo>
                    <a:pt x="7340165" y="593574"/>
                  </a:lnTo>
                  <a:lnTo>
                    <a:pt x="7396051" y="579425"/>
                  </a:lnTo>
                  <a:lnTo>
                    <a:pt x="7451497" y="564844"/>
                  </a:lnTo>
                  <a:lnTo>
                    <a:pt x="7506490" y="549859"/>
                  </a:lnTo>
                  <a:lnTo>
                    <a:pt x="7561019" y="534501"/>
                  </a:lnTo>
                  <a:lnTo>
                    <a:pt x="7615075" y="518800"/>
                  </a:lnTo>
                  <a:lnTo>
                    <a:pt x="7668645" y="502784"/>
                  </a:lnTo>
                  <a:lnTo>
                    <a:pt x="7721719" y="486485"/>
                  </a:lnTo>
                  <a:lnTo>
                    <a:pt x="7774286" y="469931"/>
                  </a:lnTo>
                  <a:lnTo>
                    <a:pt x="7826335" y="453152"/>
                  </a:lnTo>
                  <a:lnTo>
                    <a:pt x="7877855" y="436178"/>
                  </a:lnTo>
                  <a:lnTo>
                    <a:pt x="7928835" y="419039"/>
                  </a:lnTo>
                  <a:lnTo>
                    <a:pt x="7979265" y="401765"/>
                  </a:lnTo>
                  <a:lnTo>
                    <a:pt x="8029133" y="384385"/>
                  </a:lnTo>
                  <a:lnTo>
                    <a:pt x="8078428" y="366929"/>
                  </a:lnTo>
                  <a:lnTo>
                    <a:pt x="8127139" y="349427"/>
                  </a:lnTo>
                  <a:lnTo>
                    <a:pt x="8175256" y="331909"/>
                  </a:lnTo>
                  <a:lnTo>
                    <a:pt x="8222768" y="314404"/>
                  </a:lnTo>
                  <a:lnTo>
                    <a:pt x="8269663" y="296942"/>
                  </a:lnTo>
                  <a:lnTo>
                    <a:pt x="8315931" y="279552"/>
                  </a:lnTo>
                  <a:lnTo>
                    <a:pt x="8361561" y="262266"/>
                  </a:lnTo>
                  <a:lnTo>
                    <a:pt x="8406541" y="245111"/>
                  </a:lnTo>
                  <a:lnTo>
                    <a:pt x="8450861" y="228119"/>
                  </a:lnTo>
                  <a:lnTo>
                    <a:pt x="8494511" y="211319"/>
                  </a:lnTo>
                  <a:lnTo>
                    <a:pt x="8537478" y="194740"/>
                  </a:lnTo>
                  <a:lnTo>
                    <a:pt x="8579753" y="178412"/>
                  </a:lnTo>
                  <a:lnTo>
                    <a:pt x="8621323" y="162366"/>
                  </a:lnTo>
                  <a:lnTo>
                    <a:pt x="8662179" y="146630"/>
                  </a:lnTo>
                  <a:lnTo>
                    <a:pt x="8702310" y="131235"/>
                  </a:lnTo>
                  <a:lnTo>
                    <a:pt x="8741703" y="116210"/>
                  </a:lnTo>
                  <a:lnTo>
                    <a:pt x="8780350" y="101585"/>
                  </a:lnTo>
                  <a:lnTo>
                    <a:pt x="8818237" y="87390"/>
                  </a:lnTo>
                  <a:lnTo>
                    <a:pt x="8855355" y="73655"/>
                  </a:lnTo>
                  <a:lnTo>
                    <a:pt x="8891693" y="60409"/>
                  </a:lnTo>
                  <a:lnTo>
                    <a:pt x="8961984" y="35504"/>
                  </a:lnTo>
                  <a:lnTo>
                    <a:pt x="9029023" y="12913"/>
                  </a:lnTo>
                  <a:lnTo>
                    <a:pt x="9061295" y="2560"/>
                  </a:lnTo>
                  <a:lnTo>
                    <a:pt x="9069603" y="0"/>
                  </a:lnTo>
                </a:path>
              </a:pathLst>
            </a:custGeom>
            <a:ln w="10794">
              <a:solidFill>
                <a:srgbClr val="05A0BE"/>
              </a:solidFill>
            </a:ln>
          </p:spPr>
          <p:txBody>
            <a:bodyPr wrap="square" lIns="0" tIns="0" rIns="0" bIns="0" rtlCol="0"/>
            <a:lstStyle/>
            <a:p>
              <a:endParaRPr/>
            </a:p>
          </p:txBody>
        </p:sp>
        <p:sp>
          <p:nvSpPr>
            <p:cNvPr id="7" name="object 7"/>
            <p:cNvSpPr/>
            <p:nvPr/>
          </p:nvSpPr>
          <p:spPr>
            <a:xfrm>
              <a:off x="7" y="56966"/>
              <a:ext cx="9144000" cy="892810"/>
            </a:xfrm>
            <a:custGeom>
              <a:avLst/>
              <a:gdLst/>
              <a:ahLst/>
              <a:cxnLst/>
              <a:rect l="l" t="t" r="r" b="b"/>
              <a:pathLst>
                <a:path w="9144000" h="892810">
                  <a:moveTo>
                    <a:pt x="0" y="892461"/>
                  </a:moveTo>
                  <a:lnTo>
                    <a:pt x="52556" y="882917"/>
                  </a:lnTo>
                  <a:lnTo>
                    <a:pt x="110528" y="871363"/>
                  </a:lnTo>
                  <a:lnTo>
                    <a:pt x="173708" y="857976"/>
                  </a:lnTo>
                  <a:lnTo>
                    <a:pt x="241890" y="842937"/>
                  </a:lnTo>
                  <a:lnTo>
                    <a:pt x="314868" y="826422"/>
                  </a:lnTo>
                  <a:lnTo>
                    <a:pt x="353090" y="817667"/>
                  </a:lnTo>
                  <a:lnTo>
                    <a:pt x="392433" y="808611"/>
                  </a:lnTo>
                  <a:lnTo>
                    <a:pt x="432871" y="799276"/>
                  </a:lnTo>
                  <a:lnTo>
                    <a:pt x="474379" y="789683"/>
                  </a:lnTo>
                  <a:lnTo>
                    <a:pt x="516931" y="779855"/>
                  </a:lnTo>
                  <a:lnTo>
                    <a:pt x="560500" y="769816"/>
                  </a:lnTo>
                  <a:lnTo>
                    <a:pt x="605062" y="759586"/>
                  </a:lnTo>
                  <a:lnTo>
                    <a:pt x="650589" y="749188"/>
                  </a:lnTo>
                  <a:lnTo>
                    <a:pt x="697057" y="738645"/>
                  </a:lnTo>
                  <a:lnTo>
                    <a:pt x="744438" y="727979"/>
                  </a:lnTo>
                  <a:lnTo>
                    <a:pt x="792709" y="717212"/>
                  </a:lnTo>
                  <a:lnTo>
                    <a:pt x="841842" y="706367"/>
                  </a:lnTo>
                  <a:lnTo>
                    <a:pt x="891812" y="695465"/>
                  </a:lnTo>
                  <a:lnTo>
                    <a:pt x="942592" y="684530"/>
                  </a:lnTo>
                  <a:lnTo>
                    <a:pt x="994158" y="673584"/>
                  </a:lnTo>
                  <a:lnTo>
                    <a:pt x="1046483" y="662648"/>
                  </a:lnTo>
                  <a:lnTo>
                    <a:pt x="1099542" y="651745"/>
                  </a:lnTo>
                  <a:lnTo>
                    <a:pt x="1153308" y="640898"/>
                  </a:lnTo>
                  <a:lnTo>
                    <a:pt x="1207755" y="630129"/>
                  </a:lnTo>
                  <a:lnTo>
                    <a:pt x="1262858" y="619460"/>
                  </a:lnTo>
                  <a:lnTo>
                    <a:pt x="1318592" y="608914"/>
                  </a:lnTo>
                  <a:lnTo>
                    <a:pt x="1374929" y="598512"/>
                  </a:lnTo>
                  <a:lnTo>
                    <a:pt x="1431845" y="588278"/>
                  </a:lnTo>
                  <a:lnTo>
                    <a:pt x="1489313" y="578233"/>
                  </a:lnTo>
                  <a:lnTo>
                    <a:pt x="1547308" y="568400"/>
                  </a:lnTo>
                  <a:lnTo>
                    <a:pt x="1605803" y="558801"/>
                  </a:lnTo>
                  <a:lnTo>
                    <a:pt x="1664773" y="549459"/>
                  </a:lnTo>
                  <a:lnTo>
                    <a:pt x="1724192" y="540395"/>
                  </a:lnTo>
                  <a:lnTo>
                    <a:pt x="1784034" y="531633"/>
                  </a:lnTo>
                  <a:lnTo>
                    <a:pt x="1844274" y="523194"/>
                  </a:lnTo>
                  <a:lnTo>
                    <a:pt x="1904885" y="515101"/>
                  </a:lnTo>
                  <a:lnTo>
                    <a:pt x="1965841" y="507376"/>
                  </a:lnTo>
                  <a:lnTo>
                    <a:pt x="2027118" y="500041"/>
                  </a:lnTo>
                  <a:lnTo>
                    <a:pt x="2088688" y="493119"/>
                  </a:lnTo>
                  <a:lnTo>
                    <a:pt x="2150526" y="486633"/>
                  </a:lnTo>
                  <a:lnTo>
                    <a:pt x="2212606" y="480603"/>
                  </a:lnTo>
                  <a:lnTo>
                    <a:pt x="2274902" y="475054"/>
                  </a:lnTo>
                  <a:lnTo>
                    <a:pt x="2337389" y="470007"/>
                  </a:lnTo>
                  <a:lnTo>
                    <a:pt x="2400041" y="465484"/>
                  </a:lnTo>
                  <a:lnTo>
                    <a:pt x="2462831" y="461508"/>
                  </a:lnTo>
                  <a:lnTo>
                    <a:pt x="2525734" y="458101"/>
                  </a:lnTo>
                  <a:lnTo>
                    <a:pt x="2588725" y="455285"/>
                  </a:lnTo>
                  <a:lnTo>
                    <a:pt x="2630538" y="453793"/>
                  </a:lnTo>
                  <a:lnTo>
                    <a:pt x="2672996" y="452618"/>
                  </a:lnTo>
                  <a:lnTo>
                    <a:pt x="2716083" y="451751"/>
                  </a:lnTo>
                  <a:lnTo>
                    <a:pt x="2759781" y="451184"/>
                  </a:lnTo>
                  <a:lnTo>
                    <a:pt x="2804074" y="450909"/>
                  </a:lnTo>
                  <a:lnTo>
                    <a:pt x="2848946" y="450916"/>
                  </a:lnTo>
                  <a:lnTo>
                    <a:pt x="2894378" y="451197"/>
                  </a:lnTo>
                  <a:lnTo>
                    <a:pt x="2940356" y="451743"/>
                  </a:lnTo>
                  <a:lnTo>
                    <a:pt x="2986861" y="452546"/>
                  </a:lnTo>
                  <a:lnTo>
                    <a:pt x="3033878" y="453596"/>
                  </a:lnTo>
                  <a:lnTo>
                    <a:pt x="3081388" y="454887"/>
                  </a:lnTo>
                  <a:lnTo>
                    <a:pt x="3129377" y="456408"/>
                  </a:lnTo>
                  <a:lnTo>
                    <a:pt x="3177826" y="458151"/>
                  </a:lnTo>
                  <a:lnTo>
                    <a:pt x="3226720" y="460107"/>
                  </a:lnTo>
                  <a:lnTo>
                    <a:pt x="3276040" y="462268"/>
                  </a:lnTo>
                  <a:lnTo>
                    <a:pt x="3325772" y="464626"/>
                  </a:lnTo>
                  <a:lnTo>
                    <a:pt x="3375897" y="467171"/>
                  </a:lnTo>
                  <a:lnTo>
                    <a:pt x="3426399" y="469895"/>
                  </a:lnTo>
                  <a:lnTo>
                    <a:pt x="3477261" y="472789"/>
                  </a:lnTo>
                  <a:lnTo>
                    <a:pt x="3528467" y="475844"/>
                  </a:lnTo>
                  <a:lnTo>
                    <a:pt x="3580000" y="479053"/>
                  </a:lnTo>
                  <a:lnTo>
                    <a:pt x="3631843" y="482406"/>
                  </a:lnTo>
                  <a:lnTo>
                    <a:pt x="3683979" y="485894"/>
                  </a:lnTo>
                  <a:lnTo>
                    <a:pt x="3736392" y="489510"/>
                  </a:lnTo>
                  <a:lnTo>
                    <a:pt x="3789064" y="493244"/>
                  </a:lnTo>
                  <a:lnTo>
                    <a:pt x="3841980" y="497088"/>
                  </a:lnTo>
                  <a:lnTo>
                    <a:pt x="3895122" y="501033"/>
                  </a:lnTo>
                  <a:lnTo>
                    <a:pt x="3948473" y="505070"/>
                  </a:lnTo>
                  <a:lnTo>
                    <a:pt x="4002017" y="509191"/>
                  </a:lnTo>
                  <a:lnTo>
                    <a:pt x="4055737" y="513388"/>
                  </a:lnTo>
                  <a:lnTo>
                    <a:pt x="4109616" y="517651"/>
                  </a:lnTo>
                  <a:lnTo>
                    <a:pt x="4163637" y="521972"/>
                  </a:lnTo>
                  <a:lnTo>
                    <a:pt x="4217785" y="526342"/>
                  </a:lnTo>
                  <a:lnTo>
                    <a:pt x="4272041" y="530752"/>
                  </a:lnTo>
                  <a:lnTo>
                    <a:pt x="4326389" y="535195"/>
                  </a:lnTo>
                  <a:lnTo>
                    <a:pt x="4380813" y="539661"/>
                  </a:lnTo>
                  <a:lnTo>
                    <a:pt x="4435296" y="544142"/>
                  </a:lnTo>
                  <a:lnTo>
                    <a:pt x="4489820" y="548629"/>
                  </a:lnTo>
                  <a:lnTo>
                    <a:pt x="4544370" y="553113"/>
                  </a:lnTo>
                  <a:lnTo>
                    <a:pt x="4598928" y="557586"/>
                  </a:lnTo>
                  <a:lnTo>
                    <a:pt x="4653477" y="562039"/>
                  </a:lnTo>
                  <a:lnTo>
                    <a:pt x="4708002" y="566464"/>
                  </a:lnTo>
                  <a:lnTo>
                    <a:pt x="4762485" y="570851"/>
                  </a:lnTo>
                  <a:lnTo>
                    <a:pt x="4816909" y="575193"/>
                  </a:lnTo>
                  <a:lnTo>
                    <a:pt x="4871257" y="579480"/>
                  </a:lnTo>
                  <a:lnTo>
                    <a:pt x="4925514" y="583705"/>
                  </a:lnTo>
                  <a:lnTo>
                    <a:pt x="4979661" y="587857"/>
                  </a:lnTo>
                  <a:lnTo>
                    <a:pt x="5033683" y="591929"/>
                  </a:lnTo>
                  <a:lnTo>
                    <a:pt x="5087563" y="595913"/>
                  </a:lnTo>
                  <a:lnTo>
                    <a:pt x="5141283" y="599798"/>
                  </a:lnTo>
                  <a:lnTo>
                    <a:pt x="5194828" y="603577"/>
                  </a:lnTo>
                  <a:lnTo>
                    <a:pt x="5248179" y="607242"/>
                  </a:lnTo>
                  <a:lnTo>
                    <a:pt x="5301322" y="610783"/>
                  </a:lnTo>
                  <a:lnTo>
                    <a:pt x="5354238" y="614191"/>
                  </a:lnTo>
                  <a:lnTo>
                    <a:pt x="5406911" y="617459"/>
                  </a:lnTo>
                  <a:lnTo>
                    <a:pt x="5459324" y="620577"/>
                  </a:lnTo>
                  <a:lnTo>
                    <a:pt x="5511461" y="623537"/>
                  </a:lnTo>
                  <a:lnTo>
                    <a:pt x="5563305" y="626331"/>
                  </a:lnTo>
                  <a:lnTo>
                    <a:pt x="5614838" y="628949"/>
                  </a:lnTo>
                  <a:lnTo>
                    <a:pt x="5666045" y="631383"/>
                  </a:lnTo>
                  <a:lnTo>
                    <a:pt x="5716909" y="633624"/>
                  </a:lnTo>
                  <a:lnTo>
                    <a:pt x="5767412" y="635664"/>
                  </a:lnTo>
                  <a:lnTo>
                    <a:pt x="5817538" y="637494"/>
                  </a:lnTo>
                  <a:lnTo>
                    <a:pt x="5867271" y="639106"/>
                  </a:lnTo>
                  <a:lnTo>
                    <a:pt x="5916592" y="640490"/>
                  </a:lnTo>
                  <a:lnTo>
                    <a:pt x="5965487" y="641638"/>
                  </a:lnTo>
                  <a:lnTo>
                    <a:pt x="6013937" y="642542"/>
                  </a:lnTo>
                  <a:lnTo>
                    <a:pt x="6061927" y="643192"/>
                  </a:lnTo>
                  <a:lnTo>
                    <a:pt x="6109439" y="643581"/>
                  </a:lnTo>
                  <a:lnTo>
                    <a:pt x="6156457" y="643700"/>
                  </a:lnTo>
                  <a:lnTo>
                    <a:pt x="6202964" y="643539"/>
                  </a:lnTo>
                  <a:lnTo>
                    <a:pt x="6248943" y="643090"/>
                  </a:lnTo>
                  <a:lnTo>
                    <a:pt x="6294377" y="642345"/>
                  </a:lnTo>
                  <a:lnTo>
                    <a:pt x="6339250" y="641296"/>
                  </a:lnTo>
                  <a:lnTo>
                    <a:pt x="6383545" y="639932"/>
                  </a:lnTo>
                  <a:lnTo>
                    <a:pt x="6427245" y="638246"/>
                  </a:lnTo>
                  <a:lnTo>
                    <a:pt x="6470333" y="636229"/>
                  </a:lnTo>
                  <a:lnTo>
                    <a:pt x="6512793" y="633873"/>
                  </a:lnTo>
                  <a:lnTo>
                    <a:pt x="6554608" y="631168"/>
                  </a:lnTo>
                  <a:lnTo>
                    <a:pt x="6616301" y="626506"/>
                  </a:lnTo>
                  <a:lnTo>
                    <a:pt x="6677695" y="621126"/>
                  </a:lnTo>
                  <a:lnTo>
                    <a:pt x="6738779" y="615055"/>
                  </a:lnTo>
                  <a:lnTo>
                    <a:pt x="6799541" y="608317"/>
                  </a:lnTo>
                  <a:lnTo>
                    <a:pt x="6859969" y="600940"/>
                  </a:lnTo>
                  <a:lnTo>
                    <a:pt x="6920053" y="592949"/>
                  </a:lnTo>
                  <a:lnTo>
                    <a:pt x="6979781" y="584369"/>
                  </a:lnTo>
                  <a:lnTo>
                    <a:pt x="7039141" y="575226"/>
                  </a:lnTo>
                  <a:lnTo>
                    <a:pt x="7098122" y="565547"/>
                  </a:lnTo>
                  <a:lnTo>
                    <a:pt x="7156712" y="555357"/>
                  </a:lnTo>
                  <a:lnTo>
                    <a:pt x="7214900" y="544682"/>
                  </a:lnTo>
                  <a:lnTo>
                    <a:pt x="7272674" y="533547"/>
                  </a:lnTo>
                  <a:lnTo>
                    <a:pt x="7330023" y="521979"/>
                  </a:lnTo>
                  <a:lnTo>
                    <a:pt x="7386936" y="510003"/>
                  </a:lnTo>
                  <a:lnTo>
                    <a:pt x="7443400" y="497645"/>
                  </a:lnTo>
                  <a:lnTo>
                    <a:pt x="7499405" y="484931"/>
                  </a:lnTo>
                  <a:lnTo>
                    <a:pt x="7554939" y="471887"/>
                  </a:lnTo>
                  <a:lnTo>
                    <a:pt x="7609990" y="458538"/>
                  </a:lnTo>
                  <a:lnTo>
                    <a:pt x="7664548" y="444910"/>
                  </a:lnTo>
                  <a:lnTo>
                    <a:pt x="7718600" y="431030"/>
                  </a:lnTo>
                  <a:lnTo>
                    <a:pt x="7772135" y="416922"/>
                  </a:lnTo>
                  <a:lnTo>
                    <a:pt x="7825141" y="402613"/>
                  </a:lnTo>
                  <a:lnTo>
                    <a:pt x="7877608" y="388129"/>
                  </a:lnTo>
                  <a:lnTo>
                    <a:pt x="7929523" y="373495"/>
                  </a:lnTo>
                  <a:lnTo>
                    <a:pt x="7980875" y="358737"/>
                  </a:lnTo>
                  <a:lnTo>
                    <a:pt x="8031653" y="343881"/>
                  </a:lnTo>
                  <a:lnTo>
                    <a:pt x="8081845" y="328953"/>
                  </a:lnTo>
                  <a:lnTo>
                    <a:pt x="8131440" y="313978"/>
                  </a:lnTo>
                  <a:lnTo>
                    <a:pt x="8180426" y="298983"/>
                  </a:lnTo>
                  <a:lnTo>
                    <a:pt x="8228792" y="283993"/>
                  </a:lnTo>
                  <a:lnTo>
                    <a:pt x="8276526" y="269034"/>
                  </a:lnTo>
                  <a:lnTo>
                    <a:pt x="8323617" y="254131"/>
                  </a:lnTo>
                  <a:lnTo>
                    <a:pt x="8370054" y="239312"/>
                  </a:lnTo>
                  <a:lnTo>
                    <a:pt x="8415824" y="224600"/>
                  </a:lnTo>
                  <a:lnTo>
                    <a:pt x="8460916" y="210023"/>
                  </a:lnTo>
                  <a:lnTo>
                    <a:pt x="8505319" y="195606"/>
                  </a:lnTo>
                  <a:lnTo>
                    <a:pt x="8549022" y="181374"/>
                  </a:lnTo>
                  <a:lnTo>
                    <a:pt x="8592012" y="167355"/>
                  </a:lnTo>
                  <a:lnTo>
                    <a:pt x="8634279" y="153572"/>
                  </a:lnTo>
                  <a:lnTo>
                    <a:pt x="8675811" y="140053"/>
                  </a:lnTo>
                  <a:lnTo>
                    <a:pt x="8716597" y="126823"/>
                  </a:lnTo>
                  <a:lnTo>
                    <a:pt x="8756624" y="113908"/>
                  </a:lnTo>
                  <a:lnTo>
                    <a:pt x="8795882" y="101333"/>
                  </a:lnTo>
                  <a:lnTo>
                    <a:pt x="8834359" y="89125"/>
                  </a:lnTo>
                  <a:lnTo>
                    <a:pt x="8872043" y="77309"/>
                  </a:lnTo>
                  <a:lnTo>
                    <a:pt x="8908924" y="65911"/>
                  </a:lnTo>
                  <a:lnTo>
                    <a:pt x="8980227" y="44473"/>
                  </a:lnTo>
                  <a:lnTo>
                    <a:pt x="9048177" y="25016"/>
                  </a:lnTo>
                  <a:lnTo>
                    <a:pt x="9112682" y="7748"/>
                  </a:lnTo>
                  <a:lnTo>
                    <a:pt x="9143614" y="0"/>
                  </a:lnTo>
                </a:path>
              </a:pathLst>
            </a:custGeom>
            <a:ln w="9524">
              <a:solidFill>
                <a:srgbClr val="08B6BA"/>
              </a:solidFill>
            </a:ln>
          </p:spPr>
          <p:txBody>
            <a:bodyPr wrap="square" lIns="0" tIns="0" rIns="0" bIns="0" rtlCol="0"/>
            <a:lstStyle/>
            <a:p>
              <a:endParaRPr/>
            </a:p>
          </p:txBody>
        </p:sp>
      </p:grpSp>
      <p:pic>
        <p:nvPicPr>
          <p:cNvPr id="9" name="object 9"/>
          <p:cNvPicPr/>
          <p:nvPr/>
        </p:nvPicPr>
        <p:blipFill>
          <a:blip r:embed="rId5" cstate="print"/>
          <a:stretch>
            <a:fillRect/>
          </a:stretch>
        </p:blipFill>
        <p:spPr>
          <a:xfrm>
            <a:off x="357158" y="642919"/>
            <a:ext cx="8643998" cy="5681681"/>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dirty="0"/>
              <a:pPr marL="38100">
                <a:lnSpc>
                  <a:spcPts val="1425"/>
                </a:lnSpc>
              </a:pPr>
              <a:t>83</a:t>
            </a:fld>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717</TotalTime>
  <Words>4971</Words>
  <Application>Microsoft Office PowerPoint</Application>
  <PresentationFormat>On-screen Show (4:3)</PresentationFormat>
  <Paragraphs>514</Paragraphs>
  <Slides>83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83</vt:i4>
      </vt:variant>
    </vt:vector>
  </HeadingPairs>
  <TitlesOfParts>
    <vt:vector size="90" baseType="lpstr">
      <vt:lpstr>Arial</vt:lpstr>
      <vt:lpstr>Book Antiqua</vt:lpstr>
      <vt:lpstr>Bookman Old Style</vt:lpstr>
      <vt:lpstr>Calibri</vt:lpstr>
      <vt:lpstr>Palatino Linotype</vt:lpstr>
      <vt:lpstr>Verdana</vt:lpstr>
      <vt:lpstr>Office Theme</vt:lpstr>
      <vt:lpstr>Software Engineering  Course Code : 210253</vt:lpstr>
      <vt:lpstr>Course Objectives</vt:lpstr>
      <vt:lpstr>Course Outcomes</vt:lpstr>
      <vt:lpstr>Books</vt:lpstr>
      <vt:lpstr>PowerPoint Presentation</vt:lpstr>
      <vt:lpstr>Objectives</vt:lpstr>
      <vt:lpstr>Introduction – What is Software?</vt:lpstr>
      <vt:lpstr>What is Software ?</vt:lpstr>
      <vt:lpstr>What is Software ?</vt:lpstr>
      <vt:lpstr>Definition of software</vt:lpstr>
      <vt:lpstr>Software Engineering Definition</vt:lpstr>
      <vt:lpstr>A Layered Technology</vt:lpstr>
      <vt:lpstr>Layered Technology</vt:lpstr>
      <vt:lpstr>Software Process</vt:lpstr>
      <vt:lpstr>Software Process</vt:lpstr>
      <vt:lpstr>Process Framework</vt:lpstr>
      <vt:lpstr>PowerPoint Presentation</vt:lpstr>
      <vt:lpstr>PowerPoint Presentation</vt:lpstr>
      <vt:lpstr>Software Process</vt:lpstr>
      <vt:lpstr>PowerPoint Presentation</vt:lpstr>
      <vt:lpstr>Software Engineering Practice</vt:lpstr>
      <vt:lpstr>Generic Process  Model</vt:lpstr>
      <vt:lpstr>PowerPoint Presentation</vt:lpstr>
      <vt:lpstr>Process Flow</vt:lpstr>
      <vt:lpstr>PowerPoint Presentation</vt:lpstr>
      <vt:lpstr>PowerPoint Presentation</vt:lpstr>
      <vt:lpstr>Types of Process Models</vt:lpstr>
      <vt:lpstr>1) Generic Process Model</vt:lpstr>
      <vt:lpstr>2) Prescriptive Process Models</vt:lpstr>
      <vt:lpstr>PowerPoint Presentation</vt:lpstr>
      <vt:lpstr>PowerPoint Presentation</vt:lpstr>
      <vt:lpstr>PowerPoint Presentation</vt:lpstr>
      <vt:lpstr>PowerPoint Presentation</vt:lpstr>
      <vt:lpstr>PowerPoint Presentation</vt:lpstr>
      <vt:lpstr>Problems:</vt:lpstr>
      <vt:lpstr>2.3) Incremental Process Model </vt:lpstr>
      <vt:lpstr>PowerPoint Presentation</vt:lpstr>
      <vt:lpstr>3) Evolutionary Process Models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Concurrent Process Models</vt:lpstr>
      <vt:lpstr>Concurrent Development Model</vt:lpstr>
      <vt:lpstr>Concurrent Development</vt:lpstr>
      <vt:lpstr>PowerPoint Presentation</vt:lpstr>
      <vt:lpstr>Unified Process</vt:lpstr>
      <vt:lpstr>Unified Process :Use case driven, architecture-centric, iterative and incremental” software process</vt:lpstr>
      <vt:lpstr>PowerPoint Presentation</vt:lpstr>
      <vt:lpstr>Unified Process</vt:lpstr>
      <vt:lpstr>PowerPoint Presentation</vt:lpstr>
      <vt:lpstr>PowerPoint Presentation</vt:lpstr>
      <vt:lpstr>PowerPoint Presentation</vt:lpstr>
      <vt:lpstr>PowerPoint Presentation</vt:lpstr>
      <vt:lpstr>PowerPoint Presentation</vt:lpstr>
      <vt:lpstr>PowerPoint Presentation</vt:lpstr>
      <vt:lpstr>What is Agility?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Agility Principles</vt:lpstr>
      <vt:lpstr>PowerPoint Presentation</vt:lpstr>
      <vt:lpstr>Plan-driven and agile development</vt:lpstr>
      <vt:lpstr>Agile Methodologies</vt:lpstr>
      <vt:lpstr>PowerPoint Presentation</vt:lpstr>
      <vt:lpstr>PowerPoint Presentation</vt:lpstr>
      <vt:lpstr>Agile Methodologies</vt:lpstr>
      <vt:lpstr>PowerPoint Presentation</vt:lpstr>
      <vt:lpstr>Introduction to Agile Tools</vt:lpstr>
      <vt:lpstr>JIRA</vt:lpstr>
      <vt:lpstr>JIRA</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  Unit 1</dc:title>
  <cp:lastModifiedBy>sagar vairagar</cp:lastModifiedBy>
  <cp:revision>67</cp:revision>
  <dcterms:created xsi:type="dcterms:W3CDTF">2021-02-01T06:26:10Z</dcterms:created>
  <dcterms:modified xsi:type="dcterms:W3CDTF">2022-02-17T07:30:20Z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2021-01-14T00:00:00Z</vt:filetime>
  </property>
  <property fmtid="{D5CDD505-2E9C-101B-9397-08002B2CF9AE}" pid="3" name="Creator">
    <vt:lpwstr>Keynote</vt:lpwstr>
  </property>
  <property fmtid="{D5CDD505-2E9C-101B-9397-08002B2CF9AE}" pid="4" name="LastSaved">
    <vt:filetime>2021-02-01T00:00:00Z</vt:filetime>
  </property>
</Properties>
</file>